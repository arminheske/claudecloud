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1280x720: Hintergrund, Figur, Text und Grafik sind getrennte Ebenen.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claudecloud/e6fd89b8-16f1-562a-9866-3e9dc57faca6/image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igur" descr="/home/user/claudecloud/videoslides/figur-freigestel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1025" y="171450"/>
            <a:ext cx="5857875" cy="8791575"/>
          </a:xfrm>
          <a:prstGeom prst="rect">
            <a:avLst/>
          </a:prstGeom>
        </p:spPr>
      </p:pic>
      <p:sp>
        <p:nvSpPr>
          <p:cNvPr id="4" name="Tag-Fläche"/>
          <p:cNvSpPr/>
          <p:nvPr/>
        </p:nvSpPr>
        <p:spPr>
          <a:xfrm>
            <a:off x="5762625" y="438150"/>
            <a:ext cx="2867025" cy="495300"/>
          </a:xfrm>
          <a:prstGeom prst="roundRect">
            <a:avLst>
              <a:gd name="adj" fmla="val 25846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5" name="Tag"/>
          <p:cNvSpPr txBox="1"/>
          <p:nvPr/>
        </p:nvSpPr>
        <p:spPr>
          <a:xfrm>
            <a:off x="5762625" y="438150"/>
            <a:ext cx="2867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Datenbanken · Teil 2</a:t>
            </a:r>
            <a:endParaRPr lang="en-US" sz="1700" dirty="0"/>
          </a:p>
        </p:txBody>
      </p:sp>
      <p:sp>
        <p:nvSpPr>
          <p:cNvPr id="6" name="Neon-Balken"/>
          <p:cNvSpPr/>
          <p:nvPr/>
        </p:nvSpPr>
        <p:spPr>
          <a:xfrm>
            <a:off x="5610225" y="4124325"/>
            <a:ext cx="4371975" cy="981075"/>
          </a:xfrm>
          <a:prstGeom prst="roundRect">
            <a:avLst>
              <a:gd name="adj" fmla="val 16777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itel 1"/>
          <p:cNvSpPr txBox="1"/>
          <p:nvPr/>
        </p:nvSpPr>
        <p:spPr>
          <a:xfrm>
            <a:off x="5762625" y="1838325"/>
            <a:ext cx="6286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DATENBANK</a:t>
            </a:r>
            <a:endParaRPr lang="en-US" sz="6900" dirty="0"/>
          </a:p>
        </p:txBody>
      </p:sp>
      <p:sp>
        <p:nvSpPr>
          <p:cNvPr id="8" name="Titel 2"/>
          <p:cNvSpPr txBox="1"/>
          <p:nvPr/>
        </p:nvSpPr>
        <p:spPr>
          <a:xfrm>
            <a:off x="5762625" y="2933700"/>
            <a:ext cx="6286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BAUEN IN</a:t>
            </a:r>
            <a:endParaRPr lang="en-US" sz="6900" dirty="0"/>
          </a:p>
        </p:txBody>
      </p:sp>
      <p:sp>
        <p:nvSpPr>
          <p:cNvPr id="9" name="Titel 3"/>
          <p:cNvSpPr txBox="1"/>
          <p:nvPr/>
        </p:nvSpPr>
        <p:spPr>
          <a:xfrm>
            <a:off x="5762625" y="4029075"/>
            <a:ext cx="6286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</a:t>
            </a:r>
            <a:endParaRPr lang="en-US" sz="6900" dirty="0"/>
          </a:p>
        </p:txBody>
      </p:sp>
      <p:sp>
        <p:nvSpPr>
          <p:cNvPr id="10" name="Chip 1"/>
          <p:cNvSpPr/>
          <p:nvPr/>
        </p:nvSpPr>
        <p:spPr>
          <a:xfrm>
            <a:off x="6753225" y="5295900"/>
            <a:ext cx="2838450" cy="514350"/>
          </a:xfrm>
          <a:prstGeom prst="roundRect">
            <a:avLst>
              <a:gd name="adj" fmla="val 24889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1" name="Chip-Text 1"/>
          <p:cNvSpPr txBox="1"/>
          <p:nvPr/>
        </p:nvSpPr>
        <p:spPr>
          <a:xfrm>
            <a:off x="6753225" y="5295900"/>
            <a:ext cx="28384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Klassenbibliothek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762625" y="5810250"/>
            <a:ext cx="762000" cy="26670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762625" y="5695950"/>
            <a:ext cx="762000" cy="247650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4" name="Datenbank-Symbol"/>
          <p:cNvSpPr/>
          <p:nvPr/>
        </p:nvSpPr>
        <p:spPr>
          <a:xfrm>
            <a:off x="5762625" y="5581650"/>
            <a:ext cx="762000" cy="247650"/>
          </a:xfrm>
          <a:prstGeom prst="ellipse">
            <a:avLst/>
          </a:prstGeom>
          <a:solidFill>
            <a:srgbClr val="C9EF8F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62625" y="5619750"/>
            <a:ext cx="762000" cy="26670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62625" y="5505450"/>
            <a:ext cx="762000" cy="247650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7" name="Datenbank-Symbol"/>
          <p:cNvSpPr/>
          <p:nvPr/>
        </p:nvSpPr>
        <p:spPr>
          <a:xfrm>
            <a:off x="5762625" y="5391150"/>
            <a:ext cx="762000" cy="247650"/>
          </a:xfrm>
          <a:prstGeom prst="ellipse">
            <a:avLst/>
          </a:prstGeom>
          <a:solidFill>
            <a:srgbClr val="C9EF8F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762625" y="5429250"/>
            <a:ext cx="762000" cy="26670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62625" y="5314950"/>
            <a:ext cx="762000" cy="247650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0" name="Datenbank-Symbol"/>
          <p:cNvSpPr/>
          <p:nvPr/>
        </p:nvSpPr>
        <p:spPr>
          <a:xfrm>
            <a:off x="5762625" y="5200650"/>
            <a:ext cx="762000" cy="247650"/>
          </a:xfrm>
          <a:prstGeom prst="ellipse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21" name="Tabelle Zelle 1"/>
          <p:cNvSpPr/>
          <p:nvPr/>
        </p:nvSpPr>
        <p:spPr>
          <a:xfrm>
            <a:off x="9029700" y="323850"/>
            <a:ext cx="742950" cy="361950"/>
          </a:xfrm>
          <a:prstGeom prst="rect">
            <a:avLst/>
          </a:prstGeom>
          <a:solidFill>
            <a:srgbClr val="12301A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22" name="Tabelle Text 1"/>
          <p:cNvSpPr txBox="1"/>
          <p:nvPr/>
        </p:nvSpPr>
        <p:spPr>
          <a:xfrm>
            <a:off x="9029700" y="323850"/>
            <a:ext cx="742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</a:t>
            </a:r>
            <a:endParaRPr lang="en-US" sz="1300" dirty="0"/>
          </a:p>
        </p:txBody>
      </p:sp>
      <p:sp>
        <p:nvSpPr>
          <p:cNvPr id="23" name="Tabelle Zelle 2"/>
          <p:cNvSpPr/>
          <p:nvPr/>
        </p:nvSpPr>
        <p:spPr>
          <a:xfrm>
            <a:off x="9772650" y="323850"/>
            <a:ext cx="1066800" cy="361950"/>
          </a:xfrm>
          <a:prstGeom prst="rect">
            <a:avLst/>
          </a:prstGeom>
          <a:solidFill>
            <a:srgbClr val="12301A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24" name="Tabelle Text 2"/>
          <p:cNvSpPr txBox="1"/>
          <p:nvPr/>
        </p:nvSpPr>
        <p:spPr>
          <a:xfrm>
            <a:off x="9772650" y="323850"/>
            <a:ext cx="1066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Titel</a:t>
            </a:r>
            <a:endParaRPr lang="en-US" sz="1300" dirty="0"/>
          </a:p>
        </p:txBody>
      </p:sp>
      <p:sp>
        <p:nvSpPr>
          <p:cNvPr id="25" name="Tabelle Zelle 3"/>
          <p:cNvSpPr/>
          <p:nvPr/>
        </p:nvSpPr>
        <p:spPr>
          <a:xfrm>
            <a:off x="10839450" y="323850"/>
            <a:ext cx="1066800" cy="361950"/>
          </a:xfrm>
          <a:prstGeom prst="rect">
            <a:avLst/>
          </a:prstGeom>
          <a:solidFill>
            <a:srgbClr val="12301A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26" name="Tabelle Text 3"/>
          <p:cNvSpPr txBox="1"/>
          <p:nvPr/>
        </p:nvSpPr>
        <p:spPr>
          <a:xfrm>
            <a:off x="10839450" y="323850"/>
            <a:ext cx="1066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Autor</a:t>
            </a:r>
            <a:endParaRPr lang="en-US" sz="1300" dirty="0"/>
          </a:p>
        </p:txBody>
      </p:sp>
      <p:sp>
        <p:nvSpPr>
          <p:cNvPr id="27" name="Tabelle Zelle 4"/>
          <p:cNvSpPr/>
          <p:nvPr/>
        </p:nvSpPr>
        <p:spPr>
          <a:xfrm>
            <a:off x="9029700" y="685800"/>
            <a:ext cx="742950" cy="361950"/>
          </a:xfrm>
          <a:prstGeom prst="rect">
            <a:avLst/>
          </a:prstGeom>
          <a:solidFill>
            <a:srgbClr val="B1FF37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28" name="Tabelle Text 4"/>
          <p:cNvSpPr txBox="1"/>
          <p:nvPr/>
        </p:nvSpPr>
        <p:spPr>
          <a:xfrm>
            <a:off x="9029700" y="685800"/>
            <a:ext cx="742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abelle Zelle 5"/>
          <p:cNvSpPr/>
          <p:nvPr/>
        </p:nvSpPr>
        <p:spPr>
          <a:xfrm>
            <a:off x="9772650" y="685800"/>
            <a:ext cx="1066800" cy="361950"/>
          </a:xfrm>
          <a:prstGeom prst="rect">
            <a:avLst/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30" name="Tabelle Text 5"/>
          <p:cNvSpPr txBox="1"/>
          <p:nvPr/>
        </p:nvSpPr>
        <p:spPr>
          <a:xfrm>
            <a:off x="9772650" y="685800"/>
            <a:ext cx="1066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1300" dirty="0"/>
          </a:p>
        </p:txBody>
      </p:sp>
      <p:sp>
        <p:nvSpPr>
          <p:cNvPr id="31" name="Tabelle Zelle 6"/>
          <p:cNvSpPr/>
          <p:nvPr/>
        </p:nvSpPr>
        <p:spPr>
          <a:xfrm>
            <a:off x="10839450" y="685800"/>
            <a:ext cx="1066800" cy="361950"/>
          </a:xfrm>
          <a:prstGeom prst="rect">
            <a:avLst/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32" name="Tabelle Text 6"/>
          <p:cNvSpPr txBox="1"/>
          <p:nvPr/>
        </p:nvSpPr>
        <p:spPr>
          <a:xfrm>
            <a:off x="10839450" y="685800"/>
            <a:ext cx="1066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1300" dirty="0"/>
          </a:p>
        </p:txBody>
      </p:sp>
      <p:sp>
        <p:nvSpPr>
          <p:cNvPr id="33" name="Tabelle Zelle 7"/>
          <p:cNvSpPr/>
          <p:nvPr/>
        </p:nvSpPr>
        <p:spPr>
          <a:xfrm>
            <a:off x="9029700" y="1047750"/>
            <a:ext cx="742950" cy="361950"/>
          </a:xfrm>
          <a:prstGeom prst="rect">
            <a:avLst/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34" name="Tabelle Text 7"/>
          <p:cNvSpPr txBox="1"/>
          <p:nvPr/>
        </p:nvSpPr>
        <p:spPr>
          <a:xfrm>
            <a:off x="9029700" y="1047750"/>
            <a:ext cx="7429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abelle Zelle 8"/>
          <p:cNvSpPr/>
          <p:nvPr/>
        </p:nvSpPr>
        <p:spPr>
          <a:xfrm>
            <a:off x="9772650" y="1047750"/>
            <a:ext cx="1066800" cy="361950"/>
          </a:xfrm>
          <a:prstGeom prst="rect">
            <a:avLst/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36" name="Tabelle Text 8"/>
          <p:cNvSpPr txBox="1"/>
          <p:nvPr/>
        </p:nvSpPr>
        <p:spPr>
          <a:xfrm>
            <a:off x="9772650" y="1047750"/>
            <a:ext cx="1066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1300" dirty="0"/>
          </a:p>
        </p:txBody>
      </p:sp>
      <p:sp>
        <p:nvSpPr>
          <p:cNvPr id="37" name="Tabelle Zelle 9"/>
          <p:cNvSpPr/>
          <p:nvPr/>
        </p:nvSpPr>
        <p:spPr>
          <a:xfrm>
            <a:off x="10839450" y="1047750"/>
            <a:ext cx="1066800" cy="361950"/>
          </a:xfrm>
          <a:prstGeom prst="rect">
            <a:avLst/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38" name="Tabelle Text 9"/>
          <p:cNvSpPr txBox="1"/>
          <p:nvPr/>
        </p:nvSpPr>
        <p:spPr>
          <a:xfrm>
            <a:off x="10839450" y="1047750"/>
            <a:ext cx="1066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…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 anlegen</dc:title>
  <dc:subject>PptxGenJS Presentation</dc:subject>
  <dc:creator>PptxGenJS</dc:creator>
  <cp:lastModifiedBy>PptxGenJS</cp:lastModifiedBy>
  <cp:revision>1</cp:revision>
  <dcterms:created xsi:type="dcterms:W3CDTF">2026-10-11T10:51:53Z</dcterms:created>
  <dcterms:modified xsi:type="dcterms:W3CDTF">2026-10-11T10:51:53Z</dcterms:modified>
</cp:coreProperties>
</file>