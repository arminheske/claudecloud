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YouTube-Thumbnail 1280x720: Hintergrund, Figur, Text und Grafik sind getrennte Ebenen.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claudecloud/e6fd89b8-16f1-562a-9866-3e9dc57faca6/images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Figur" descr="/home/user/claudecloud/videoslides/figur-freigestel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1025" y="171450"/>
            <a:ext cx="5857875" cy="8791575"/>
          </a:xfrm>
          <a:prstGeom prst="rect">
            <a:avLst/>
          </a:prstGeom>
        </p:spPr>
      </p:pic>
      <p:sp>
        <p:nvSpPr>
          <p:cNvPr id="4" name="Tag-Fläche"/>
          <p:cNvSpPr/>
          <p:nvPr/>
        </p:nvSpPr>
        <p:spPr>
          <a:xfrm>
            <a:off x="5762625" y="438150"/>
            <a:ext cx="2819400" cy="495300"/>
          </a:xfrm>
          <a:prstGeom prst="roundRect">
            <a:avLst>
              <a:gd name="adj" fmla="val 2584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5" name="Tag"/>
          <p:cNvSpPr txBox="1"/>
          <p:nvPr/>
        </p:nvSpPr>
        <p:spPr>
          <a:xfrm>
            <a:off x="5762625" y="438150"/>
            <a:ext cx="2819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Datenbanken · Teil 1</a:t>
            </a:r>
            <a:endParaRPr lang="en-US" sz="1700" dirty="0"/>
          </a:p>
        </p:txBody>
      </p:sp>
      <p:sp>
        <p:nvSpPr>
          <p:cNvPr id="6" name="Neon-Balken"/>
          <p:cNvSpPr/>
          <p:nvPr/>
        </p:nvSpPr>
        <p:spPr>
          <a:xfrm>
            <a:off x="5610225" y="4219575"/>
            <a:ext cx="4705350" cy="1133475"/>
          </a:xfrm>
          <a:prstGeom prst="roundRect">
            <a:avLst>
              <a:gd name="adj" fmla="val 1452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itel 1"/>
          <p:cNvSpPr txBox="1"/>
          <p:nvPr/>
        </p:nvSpPr>
        <p:spPr>
          <a:xfrm>
            <a:off x="5762625" y="1581150"/>
            <a:ext cx="6286500" cy="1266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WELCHER</a:t>
            </a:r>
            <a:endParaRPr lang="en-US" sz="8000" dirty="0"/>
          </a:p>
        </p:txBody>
      </p:sp>
      <p:sp>
        <p:nvSpPr>
          <p:cNvPr id="8" name="Titel 2"/>
          <p:cNvSpPr txBox="1"/>
          <p:nvPr/>
        </p:nvSpPr>
        <p:spPr>
          <a:xfrm>
            <a:off x="5762625" y="2847975"/>
            <a:ext cx="6286500" cy="1266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DATENTYP</a:t>
            </a:r>
            <a:endParaRPr lang="en-US" sz="8000" dirty="0"/>
          </a:p>
        </p:txBody>
      </p:sp>
      <p:sp>
        <p:nvSpPr>
          <p:cNvPr id="9" name="Titel 3"/>
          <p:cNvSpPr txBox="1"/>
          <p:nvPr/>
        </p:nvSpPr>
        <p:spPr>
          <a:xfrm>
            <a:off x="5762625" y="4114800"/>
            <a:ext cx="6286500" cy="1266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PASST?</a:t>
            </a:r>
            <a:endParaRPr lang="en-US" sz="8000" dirty="0"/>
          </a:p>
        </p:txBody>
      </p:sp>
      <p:sp>
        <p:nvSpPr>
          <p:cNvPr id="10" name="Chip 1"/>
          <p:cNvSpPr/>
          <p:nvPr/>
        </p:nvSpPr>
        <p:spPr>
          <a:xfrm>
            <a:off x="5762625" y="5514975"/>
            <a:ext cx="942975" cy="514350"/>
          </a:xfrm>
          <a:prstGeom prst="roundRect">
            <a:avLst>
              <a:gd name="adj" fmla="val 24889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1" name="Chip-Text 1"/>
          <p:cNvSpPr txBox="1"/>
          <p:nvPr/>
        </p:nvSpPr>
        <p:spPr>
          <a:xfrm>
            <a:off x="5762625" y="5514975"/>
            <a:ext cx="9429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</a:t>
            </a:r>
            <a:endParaRPr lang="en-US" sz="1900" dirty="0"/>
          </a:p>
        </p:txBody>
      </p:sp>
      <p:sp>
        <p:nvSpPr>
          <p:cNvPr id="12" name="Chip 2"/>
          <p:cNvSpPr/>
          <p:nvPr/>
        </p:nvSpPr>
        <p:spPr>
          <a:xfrm>
            <a:off x="6846391" y="5514975"/>
            <a:ext cx="828675" cy="514350"/>
          </a:xfrm>
          <a:prstGeom prst="roundRect">
            <a:avLst>
              <a:gd name="adj" fmla="val 24889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Chip-Text 2"/>
          <p:cNvSpPr txBox="1"/>
          <p:nvPr/>
        </p:nvSpPr>
        <p:spPr>
          <a:xfrm>
            <a:off x="6846391" y="5514975"/>
            <a:ext cx="8286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123</a:t>
            </a:r>
            <a:endParaRPr lang="en-US" sz="1900" dirty="0"/>
          </a:p>
        </p:txBody>
      </p:sp>
      <p:sp>
        <p:nvSpPr>
          <p:cNvPr id="14" name="Chip 3"/>
          <p:cNvSpPr/>
          <p:nvPr/>
        </p:nvSpPr>
        <p:spPr>
          <a:xfrm>
            <a:off x="7810202" y="5514975"/>
            <a:ext cx="1257300" cy="514350"/>
          </a:xfrm>
          <a:prstGeom prst="roundRect">
            <a:avLst>
              <a:gd name="adj" fmla="val 24889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Chip-Text 3"/>
          <p:cNvSpPr txBox="1"/>
          <p:nvPr/>
        </p:nvSpPr>
        <p:spPr>
          <a:xfrm>
            <a:off x="7810202" y="5514975"/>
            <a:ext cx="1257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Datum</a:t>
            </a:r>
            <a:endParaRPr lang="en-US" sz="1900" dirty="0"/>
          </a:p>
        </p:txBody>
      </p:sp>
      <p:sp>
        <p:nvSpPr>
          <p:cNvPr id="16" name="Chip 4"/>
          <p:cNvSpPr/>
          <p:nvPr/>
        </p:nvSpPr>
        <p:spPr>
          <a:xfrm>
            <a:off x="9202043" y="5514975"/>
            <a:ext cx="1428750" cy="514350"/>
          </a:xfrm>
          <a:prstGeom prst="roundRect">
            <a:avLst>
              <a:gd name="adj" fmla="val 24889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Chip-Text 4"/>
          <p:cNvSpPr txBox="1"/>
          <p:nvPr/>
        </p:nvSpPr>
        <p:spPr>
          <a:xfrm>
            <a:off x="9202043" y="5514975"/>
            <a:ext cx="1428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Ja/Nein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Thumbnail datentypen</dc:title>
  <dc:subject>PptxGenJS Presentation</dc:subject>
  <dc:creator>PptxGenJS</dc:creator>
  <cp:lastModifiedBy>PptxGenJS</cp:lastModifiedBy>
  <cp:revision>1</cp:revision>
  <dcterms:created xsi:type="dcterms:W3CDTF">2026-10-11T10:51:53Z</dcterms:created>
  <dcterms:modified xsi:type="dcterms:W3CDTF">2026-10-11T10:51:53Z</dcterms:modified>
</cp:coreProperties>
</file>