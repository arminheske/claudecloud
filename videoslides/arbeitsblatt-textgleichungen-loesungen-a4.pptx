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Lösungen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332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Cleverbox · Mathematik · Arbeitsblatt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2A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332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5CCE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Cleverbox · Mathematik · Arbeitsblatt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N">
    <p:bg>
      <p:bgPr>
        <a:solidFill>
          <a:srgbClr val="BCD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332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2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Cleverbox · Mathematik · Arbeitsblatt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2743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75B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clever</a:t>
            </a:r>
            <a:pPr indent="0" marL="0">
              <a:buNone/>
            </a:pPr>
            <a:r>
              <a:rPr lang="en-US" sz="3000" b="1" dirty="0">
                <a:solidFill>
                  <a:srgbClr val="36448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box</a:t>
            </a:r>
            <a:endParaRPr lang="en-US" sz="3000" dirty="0"/>
          </a:p>
        </p:txBody>
      </p:sp>
      <p:pic>
        <p:nvPicPr>
          <p:cNvPr id="4" name="Image 0" descr="QR-Code zu www.cleverbox.co.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228600"/>
            <a:ext cx="868680" cy="86868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3767328" y="2743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Mehr Material:</a:t>
            </a:r>
            <a:endParaRPr lang="en-US" sz="1000" dirty="0"/>
          </a:p>
          <a:p>
            <a:pPr algn="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www.cleverbox.co.at</a:t>
            </a:r>
            <a:endParaRPr lang="en-US" sz="1000" dirty="0"/>
          </a:p>
        </p:txBody>
      </p:sp>
      <p:sp>
        <p:nvSpPr>
          <p:cNvPr id="6" name="Shape 2"/>
          <p:cNvSpPr/>
          <p:nvPr/>
        </p:nvSpPr>
        <p:spPr>
          <a:xfrm>
            <a:off x="548640" y="1188720"/>
            <a:ext cx="646480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Lösungsblatt · Mathematik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1691640"/>
            <a:ext cx="6464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Einfache </a:t>
            </a:r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14459A"/>
                </a:solidFill>
                <a:highlight>
                  <a:srgbClr val="BCD6F5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Textgleichungen</a:t>
            </a:r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– Lösungen</a:t>
            </a:r>
            <a:endParaRPr lang="en-US" sz="2600" dirty="0"/>
          </a:p>
        </p:txBody>
      </p:sp>
      <p:sp>
        <p:nvSpPr>
          <p:cNvPr id="9" name="Shape 5"/>
          <p:cNvSpPr/>
          <p:nvPr/>
        </p:nvSpPr>
        <p:spPr>
          <a:xfrm>
            <a:off x="548640" y="2560320"/>
            <a:ext cx="6464808" cy="420624"/>
          </a:xfrm>
          <a:prstGeom prst="roundRect">
            <a:avLst>
              <a:gd name="adj" fmla="val 326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40080" y="2606040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0080" y="2606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1097280" y="2560320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33 + x = 54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4663440" y="2560320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 = 21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3035808"/>
            <a:ext cx="6464808" cy="420624"/>
          </a:xfrm>
          <a:prstGeom prst="roundRect">
            <a:avLst>
              <a:gd name="adj" fmla="val 326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40080" y="3081528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40080" y="30815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1097280" y="3035808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33 − x = 17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4663440" y="3035808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 = 16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548640" y="3511296"/>
            <a:ext cx="6464808" cy="420624"/>
          </a:xfrm>
          <a:prstGeom prst="roundRect">
            <a:avLst>
              <a:gd name="adj" fmla="val 326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40080" y="3557016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0080" y="35570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1097280" y="3511296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 − 33 = 17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4663440" y="3511296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 = 50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548640" y="3986784"/>
            <a:ext cx="6464808" cy="420624"/>
          </a:xfrm>
          <a:prstGeom prst="roundRect">
            <a:avLst>
              <a:gd name="adj" fmla="val 326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40080" y="4032504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40080" y="40325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3"/>
          <p:cNvSpPr txBox="1"/>
          <p:nvPr/>
        </p:nvSpPr>
        <p:spPr>
          <a:xfrm>
            <a:off x="1097280" y="3986784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x = 48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4663440" y="398678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 = 24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548640" y="4462272"/>
            <a:ext cx="6464808" cy="420624"/>
          </a:xfrm>
          <a:prstGeom prst="roundRect">
            <a:avLst>
              <a:gd name="adj" fmla="val 326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640080" y="4507992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640080" y="45079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28"/>
          <p:cNvSpPr txBox="1"/>
          <p:nvPr/>
        </p:nvSpPr>
        <p:spPr>
          <a:xfrm>
            <a:off x="1097280" y="4462272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x = 81</a:t>
            </a:r>
            <a:endParaRPr lang="en-US" sz="1050" dirty="0"/>
          </a:p>
        </p:txBody>
      </p:sp>
      <p:sp>
        <p:nvSpPr>
          <p:cNvPr id="33" name="Text 29"/>
          <p:cNvSpPr txBox="1"/>
          <p:nvPr/>
        </p:nvSpPr>
        <p:spPr>
          <a:xfrm>
            <a:off x="4663440" y="446227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 = 27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548640" y="4937760"/>
            <a:ext cx="6464808" cy="420624"/>
          </a:xfrm>
          <a:prstGeom prst="roundRect">
            <a:avLst>
              <a:gd name="adj" fmla="val 326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640080" y="4983480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40080" y="4983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600" dirty="0"/>
          </a:p>
        </p:txBody>
      </p:sp>
      <p:sp>
        <p:nvSpPr>
          <p:cNvPr id="37" name="Text 33"/>
          <p:cNvSpPr txBox="1"/>
          <p:nvPr/>
        </p:nvSpPr>
        <p:spPr>
          <a:xfrm>
            <a:off x="1097280" y="4937760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x = 43 − 7</a:t>
            </a:r>
            <a:endParaRPr lang="en-US" sz="1050" dirty="0"/>
          </a:p>
        </p:txBody>
      </p:sp>
      <p:sp>
        <p:nvSpPr>
          <p:cNvPr id="38" name="Text 34"/>
          <p:cNvSpPr txBox="1"/>
          <p:nvPr/>
        </p:nvSpPr>
        <p:spPr>
          <a:xfrm>
            <a:off x="4663440" y="4937760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 = 18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548640" y="5413248"/>
            <a:ext cx="6464808" cy="420624"/>
          </a:xfrm>
          <a:prstGeom prst="roundRect">
            <a:avLst>
              <a:gd name="adj" fmla="val 326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640080" y="5458968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40080" y="5458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600" dirty="0"/>
          </a:p>
        </p:txBody>
      </p:sp>
      <p:sp>
        <p:nvSpPr>
          <p:cNvPr id="42" name="Text 38"/>
          <p:cNvSpPr txBox="1"/>
          <p:nvPr/>
        </p:nvSpPr>
        <p:spPr>
          <a:xfrm>
            <a:off x="1097280" y="5413248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x = 76 + 11</a:t>
            </a:r>
            <a:endParaRPr lang="en-US" sz="1050" dirty="0"/>
          </a:p>
        </p:txBody>
      </p:sp>
      <p:sp>
        <p:nvSpPr>
          <p:cNvPr id="43" name="Text 39"/>
          <p:cNvSpPr txBox="1"/>
          <p:nvPr/>
        </p:nvSpPr>
        <p:spPr>
          <a:xfrm>
            <a:off x="4663440" y="5413248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 = 29</a:t>
            </a:r>
            <a:endParaRPr lang="en-US" sz="1100" dirty="0"/>
          </a:p>
        </p:txBody>
      </p:sp>
      <p:sp>
        <p:nvSpPr>
          <p:cNvPr id="44" name="Shape 40"/>
          <p:cNvSpPr/>
          <p:nvPr/>
        </p:nvSpPr>
        <p:spPr>
          <a:xfrm>
            <a:off x="548640" y="5888736"/>
            <a:ext cx="6464808" cy="420624"/>
          </a:xfrm>
          <a:prstGeom prst="roundRect">
            <a:avLst>
              <a:gd name="adj" fmla="val 326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640080" y="5934456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640080" y="59344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600" dirty="0"/>
          </a:p>
        </p:txBody>
      </p:sp>
      <p:sp>
        <p:nvSpPr>
          <p:cNvPr id="47" name="Text 43"/>
          <p:cNvSpPr txBox="1"/>
          <p:nvPr/>
        </p:nvSpPr>
        <p:spPr>
          <a:xfrm>
            <a:off x="1097280" y="5888736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 · x − 3 · x = 56</a:t>
            </a:r>
            <a:endParaRPr lang="en-US" sz="1050" dirty="0"/>
          </a:p>
        </p:txBody>
      </p:sp>
      <p:sp>
        <p:nvSpPr>
          <p:cNvPr id="48" name="Text 44"/>
          <p:cNvSpPr txBox="1"/>
          <p:nvPr/>
        </p:nvSpPr>
        <p:spPr>
          <a:xfrm>
            <a:off x="4663440" y="5888736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 = 7</a:t>
            </a:r>
            <a:endParaRPr lang="en-US" sz="1100" dirty="0"/>
          </a:p>
        </p:txBody>
      </p:sp>
      <p:sp>
        <p:nvSpPr>
          <p:cNvPr id="49" name="Shape 45"/>
          <p:cNvSpPr/>
          <p:nvPr/>
        </p:nvSpPr>
        <p:spPr>
          <a:xfrm>
            <a:off x="548640" y="6364224"/>
            <a:ext cx="6464808" cy="420624"/>
          </a:xfrm>
          <a:prstGeom prst="roundRect">
            <a:avLst>
              <a:gd name="adj" fmla="val 326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40080" y="6409944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40080" y="6409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1600" dirty="0"/>
          </a:p>
        </p:txBody>
      </p:sp>
      <p:sp>
        <p:nvSpPr>
          <p:cNvPr id="52" name="Text 48"/>
          <p:cNvSpPr txBox="1"/>
          <p:nvPr/>
        </p:nvSpPr>
        <p:spPr>
          <a:xfrm>
            <a:off x="1097280" y="6364224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x − 9 = 27</a:t>
            </a:r>
            <a:endParaRPr lang="en-US" sz="1050" dirty="0"/>
          </a:p>
        </p:txBody>
      </p:sp>
      <p:sp>
        <p:nvSpPr>
          <p:cNvPr id="53" name="Text 49"/>
          <p:cNvSpPr txBox="1"/>
          <p:nvPr/>
        </p:nvSpPr>
        <p:spPr>
          <a:xfrm>
            <a:off x="4663440" y="636422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 = 12</a:t>
            </a:r>
            <a:endParaRPr lang="en-US" sz="1100" dirty="0"/>
          </a:p>
        </p:txBody>
      </p:sp>
      <p:sp>
        <p:nvSpPr>
          <p:cNvPr id="54" name="Shape 50"/>
          <p:cNvSpPr/>
          <p:nvPr/>
        </p:nvSpPr>
        <p:spPr>
          <a:xfrm>
            <a:off x="548640" y="6839712"/>
            <a:ext cx="6464808" cy="420624"/>
          </a:xfrm>
          <a:prstGeom prst="roundRect">
            <a:avLst>
              <a:gd name="adj" fmla="val 326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640080" y="6885432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40080" y="68854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1600" dirty="0"/>
          </a:p>
        </p:txBody>
      </p:sp>
      <p:sp>
        <p:nvSpPr>
          <p:cNvPr id="57" name="Text 53"/>
          <p:cNvSpPr txBox="1"/>
          <p:nvPr/>
        </p:nvSpPr>
        <p:spPr>
          <a:xfrm>
            <a:off x="1097280" y="6839712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 : 2 = 2 · x + 10 − 25</a:t>
            </a:r>
            <a:endParaRPr lang="en-US" sz="1050" dirty="0"/>
          </a:p>
        </p:txBody>
      </p:sp>
      <p:sp>
        <p:nvSpPr>
          <p:cNvPr id="58" name="Text 54"/>
          <p:cNvSpPr txBox="1"/>
          <p:nvPr/>
        </p:nvSpPr>
        <p:spPr>
          <a:xfrm>
            <a:off x="4663440" y="683971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 = 10</a:t>
            </a:r>
            <a:endParaRPr lang="en-US" sz="1100" dirty="0"/>
          </a:p>
        </p:txBody>
      </p:sp>
      <p:sp>
        <p:nvSpPr>
          <p:cNvPr id="59" name="Shape 55"/>
          <p:cNvSpPr/>
          <p:nvPr/>
        </p:nvSpPr>
        <p:spPr>
          <a:xfrm>
            <a:off x="548640" y="7315200"/>
            <a:ext cx="6464808" cy="420624"/>
          </a:xfrm>
          <a:prstGeom prst="roundRect">
            <a:avLst>
              <a:gd name="adj" fmla="val 326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640080" y="7360920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640080" y="7360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1600" dirty="0"/>
          </a:p>
        </p:txBody>
      </p:sp>
      <p:sp>
        <p:nvSpPr>
          <p:cNvPr id="62" name="Text 58"/>
          <p:cNvSpPr txBox="1"/>
          <p:nvPr/>
        </p:nvSpPr>
        <p:spPr>
          <a:xfrm>
            <a:off x="1097280" y="7315200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Roman x: x + (x + 8) = 32</a:t>
            </a:r>
            <a:endParaRPr lang="en-US" sz="1050" dirty="0"/>
          </a:p>
        </p:txBody>
      </p:sp>
      <p:sp>
        <p:nvSpPr>
          <p:cNvPr id="63" name="Text 59"/>
          <p:cNvSpPr txBox="1"/>
          <p:nvPr/>
        </p:nvSpPr>
        <p:spPr>
          <a:xfrm>
            <a:off x="4663440" y="7315200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Roman: 12 Jahre</a:t>
            </a:r>
            <a:endParaRPr lang="en-US" sz="1100" dirty="0"/>
          </a:p>
        </p:txBody>
      </p:sp>
      <p:sp>
        <p:nvSpPr>
          <p:cNvPr id="64" name="Shape 60"/>
          <p:cNvSpPr/>
          <p:nvPr/>
        </p:nvSpPr>
        <p:spPr>
          <a:xfrm>
            <a:off x="548640" y="7790688"/>
            <a:ext cx="6464808" cy="420624"/>
          </a:xfrm>
          <a:prstGeom prst="roundRect">
            <a:avLst>
              <a:gd name="adj" fmla="val 326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640080" y="7836408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640080" y="7836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1600" dirty="0"/>
          </a:p>
        </p:txBody>
      </p:sp>
      <p:sp>
        <p:nvSpPr>
          <p:cNvPr id="67" name="Text 63"/>
          <p:cNvSpPr txBox="1"/>
          <p:nvPr/>
        </p:nvSpPr>
        <p:spPr>
          <a:xfrm>
            <a:off x="1097280" y="7790688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Petra x: x + (x + 7) + (x + 5) = 42</a:t>
            </a:r>
            <a:endParaRPr lang="en-US" sz="1050" dirty="0"/>
          </a:p>
        </p:txBody>
      </p:sp>
      <p:sp>
        <p:nvSpPr>
          <p:cNvPr id="68" name="Text 64"/>
          <p:cNvSpPr txBox="1"/>
          <p:nvPr/>
        </p:nvSpPr>
        <p:spPr>
          <a:xfrm>
            <a:off x="4663440" y="7790688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Leon: 15 Jahre</a:t>
            </a:r>
            <a:endParaRPr lang="en-US" sz="1100" dirty="0"/>
          </a:p>
        </p:txBody>
      </p:sp>
      <p:sp>
        <p:nvSpPr>
          <p:cNvPr id="69" name="Shape 65"/>
          <p:cNvSpPr/>
          <p:nvPr/>
        </p:nvSpPr>
        <p:spPr>
          <a:xfrm>
            <a:off x="548640" y="8266176"/>
            <a:ext cx="6464808" cy="420624"/>
          </a:xfrm>
          <a:prstGeom prst="roundRect">
            <a:avLst>
              <a:gd name="adj" fmla="val 326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640080" y="8311896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640080" y="83118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1600" dirty="0"/>
          </a:p>
        </p:txBody>
      </p:sp>
      <p:sp>
        <p:nvSpPr>
          <p:cNvPr id="72" name="Text 68"/>
          <p:cNvSpPr txBox="1"/>
          <p:nvPr/>
        </p:nvSpPr>
        <p:spPr>
          <a:xfrm>
            <a:off x="1097280" y="8266176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Alina x: x + (x + 10) + (x + 4) = 32</a:t>
            </a:r>
            <a:endParaRPr lang="en-US" sz="1050" dirty="0"/>
          </a:p>
        </p:txBody>
      </p:sp>
      <p:sp>
        <p:nvSpPr>
          <p:cNvPr id="73" name="Text 69"/>
          <p:cNvSpPr txBox="1"/>
          <p:nvPr/>
        </p:nvSpPr>
        <p:spPr>
          <a:xfrm>
            <a:off x="4663440" y="8266176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Armin: 10 Jahre</a:t>
            </a:r>
            <a:endParaRPr lang="en-US" sz="1100" dirty="0"/>
          </a:p>
        </p:txBody>
      </p:sp>
      <p:sp>
        <p:nvSpPr>
          <p:cNvPr id="74" name="Shape 70"/>
          <p:cNvSpPr/>
          <p:nvPr/>
        </p:nvSpPr>
        <p:spPr>
          <a:xfrm>
            <a:off x="548640" y="8741664"/>
            <a:ext cx="6464808" cy="420624"/>
          </a:xfrm>
          <a:prstGeom prst="roundRect">
            <a:avLst>
              <a:gd name="adj" fmla="val 326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640080" y="8787384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76" name="Text 72"/>
          <p:cNvSpPr txBox="1"/>
          <p:nvPr/>
        </p:nvSpPr>
        <p:spPr>
          <a:xfrm>
            <a:off x="640080" y="8787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1600" dirty="0"/>
          </a:p>
        </p:txBody>
      </p:sp>
      <p:sp>
        <p:nvSpPr>
          <p:cNvPr id="77" name="Text 73"/>
          <p:cNvSpPr txBox="1"/>
          <p:nvPr/>
        </p:nvSpPr>
        <p:spPr>
          <a:xfrm>
            <a:off x="1097280" y="8741664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β = x: x + 4 · x = 90</a:t>
            </a:r>
            <a:endParaRPr lang="en-US" sz="1050" dirty="0"/>
          </a:p>
        </p:txBody>
      </p:sp>
      <p:sp>
        <p:nvSpPr>
          <p:cNvPr id="78" name="Text 74"/>
          <p:cNvSpPr txBox="1"/>
          <p:nvPr/>
        </p:nvSpPr>
        <p:spPr>
          <a:xfrm>
            <a:off x="4663440" y="874166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a) 90°  b) α = 72°</a:t>
            </a:r>
            <a:endParaRPr lang="en-US" sz="1100" dirty="0"/>
          </a:p>
        </p:txBody>
      </p:sp>
      <p:sp>
        <p:nvSpPr>
          <p:cNvPr id="79" name="Shape 75"/>
          <p:cNvSpPr/>
          <p:nvPr/>
        </p:nvSpPr>
        <p:spPr>
          <a:xfrm>
            <a:off x="548640" y="9217152"/>
            <a:ext cx="6464808" cy="420624"/>
          </a:xfrm>
          <a:prstGeom prst="roundRect">
            <a:avLst>
              <a:gd name="adj" fmla="val 326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640080" y="9262872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81" name="Text 77"/>
          <p:cNvSpPr txBox="1"/>
          <p:nvPr/>
        </p:nvSpPr>
        <p:spPr>
          <a:xfrm>
            <a:off x="640080" y="92628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1600" dirty="0"/>
          </a:p>
        </p:txBody>
      </p:sp>
      <p:sp>
        <p:nvSpPr>
          <p:cNvPr id="82" name="Text 78"/>
          <p:cNvSpPr txBox="1"/>
          <p:nvPr/>
        </p:nvSpPr>
        <p:spPr>
          <a:xfrm>
            <a:off x="1097280" y="9217152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Nicole x: x + (x + 7) + (x + 9) = 43</a:t>
            </a:r>
            <a:endParaRPr lang="en-US" sz="1050" dirty="0"/>
          </a:p>
        </p:txBody>
      </p:sp>
      <p:sp>
        <p:nvSpPr>
          <p:cNvPr id="83" name="Text 79"/>
          <p:cNvSpPr txBox="1"/>
          <p:nvPr/>
        </p:nvSpPr>
        <p:spPr>
          <a:xfrm>
            <a:off x="4663440" y="92171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Nicole: 9 Jahre</a:t>
            </a:r>
            <a:endParaRPr lang="en-US" sz="1100" dirty="0"/>
          </a:p>
        </p:txBody>
      </p:sp>
      <p:sp>
        <p:nvSpPr>
          <p:cNvPr id="84" name="Shape 80"/>
          <p:cNvSpPr/>
          <p:nvPr/>
        </p:nvSpPr>
        <p:spPr>
          <a:xfrm>
            <a:off x="548640" y="9692640"/>
            <a:ext cx="6464808" cy="420624"/>
          </a:xfrm>
          <a:prstGeom prst="roundRect">
            <a:avLst>
              <a:gd name="adj" fmla="val 326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>
            <a:off x="640080" y="9738360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86" name="Text 82"/>
          <p:cNvSpPr txBox="1"/>
          <p:nvPr/>
        </p:nvSpPr>
        <p:spPr>
          <a:xfrm>
            <a:off x="640080" y="9738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1600" dirty="0"/>
          </a:p>
        </p:txBody>
      </p:sp>
      <p:sp>
        <p:nvSpPr>
          <p:cNvPr id="87" name="Text 83"/>
          <p:cNvSpPr txBox="1"/>
          <p:nvPr/>
        </p:nvSpPr>
        <p:spPr>
          <a:xfrm>
            <a:off x="1097280" y="9692640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Elisabeth x: x + (x + 4) + (x + 2) = 39</a:t>
            </a:r>
            <a:endParaRPr lang="en-US" sz="1050" dirty="0"/>
          </a:p>
        </p:txBody>
      </p:sp>
      <p:sp>
        <p:nvSpPr>
          <p:cNvPr id="88" name="Text 84"/>
          <p:cNvSpPr txBox="1"/>
          <p:nvPr/>
        </p:nvSpPr>
        <p:spPr>
          <a:xfrm>
            <a:off x="4663440" y="9692640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Pia: 15 Jahre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Einfache Textgleichungen – Arbeitsblatt</dc:title>
  <dc:subject>PptxGenJS Presentation</dc:subject>
  <dc:creator>Armin Heske</dc:creator>
  <cp:lastModifiedBy>Armin Heske</cp:lastModifiedBy>
  <cp:revision>1</cp:revision>
  <dcterms:created xsi:type="dcterms:W3CDTF">2026-10-29T16:40:44Z</dcterms:created>
  <dcterms:modified xsi:type="dcterms:W3CDTF">2026-10-29T16:40:44Z</dcterms:modified>
</cp:coreProperties>
</file>