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CD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Lösungsblatt · Mathematik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169164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</a:t>
            </a:r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4459A"/>
                </a:solidFill>
                <a:highlight>
                  <a:srgbClr val="BCD6F5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Textgleichungen</a:t>
            </a:r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– Lösungen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48640" y="256032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260604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4008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097280" y="256032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+ x = 54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4663440" y="256032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40080" y="308152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0080" y="3081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97280" y="303580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33 − x = 17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30358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16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511296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355701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0080" y="3557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097280" y="351129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− 33 = 17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663440" y="3511296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50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986784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0080" y="403250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0080" y="4032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1097280" y="398678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x = 48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4663440" y="398678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24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48640" y="4462272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40080" y="450799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40080" y="4507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46227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= 81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4663440" y="446227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27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48640" y="493776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40080" y="498348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4008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" y="493776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x = 43 − 7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4663440" y="493776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18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548640" y="5413248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40080" y="545896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40080" y="5458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42" name="Text 37"/>
          <p:cNvSpPr txBox="1"/>
          <p:nvPr/>
        </p:nvSpPr>
        <p:spPr>
          <a:xfrm>
            <a:off x="1097280" y="541324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= 76 + 11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4663440" y="54132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29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548640" y="5888736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40080" y="593445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40080" y="5934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Text 42"/>
          <p:cNvSpPr txBox="1"/>
          <p:nvPr/>
        </p:nvSpPr>
        <p:spPr>
          <a:xfrm>
            <a:off x="1097280" y="588873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· x − 3 · x = 56</a:t>
            </a:r>
            <a:endParaRPr lang="en-US" sz="1050" dirty="0"/>
          </a:p>
        </p:txBody>
      </p:sp>
      <p:sp>
        <p:nvSpPr>
          <p:cNvPr id="48" name="Text 43"/>
          <p:cNvSpPr txBox="1"/>
          <p:nvPr/>
        </p:nvSpPr>
        <p:spPr>
          <a:xfrm>
            <a:off x="4663440" y="5888736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7</a:t>
            </a:r>
            <a:endParaRPr lang="en-US" sz="1100" dirty="0"/>
          </a:p>
        </p:txBody>
      </p:sp>
      <p:sp>
        <p:nvSpPr>
          <p:cNvPr id="49" name="Shape 44"/>
          <p:cNvSpPr/>
          <p:nvPr/>
        </p:nvSpPr>
        <p:spPr>
          <a:xfrm>
            <a:off x="548640" y="6364224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640994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6409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52" name="Text 47"/>
          <p:cNvSpPr txBox="1"/>
          <p:nvPr/>
        </p:nvSpPr>
        <p:spPr>
          <a:xfrm>
            <a:off x="1097280" y="636422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− 9 = 27</a:t>
            </a:r>
            <a:endParaRPr lang="en-US" sz="1050" dirty="0"/>
          </a:p>
        </p:txBody>
      </p:sp>
      <p:sp>
        <p:nvSpPr>
          <p:cNvPr id="53" name="Text 48"/>
          <p:cNvSpPr txBox="1"/>
          <p:nvPr/>
        </p:nvSpPr>
        <p:spPr>
          <a:xfrm>
            <a:off x="4663440" y="636422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12</a:t>
            </a:r>
            <a:endParaRPr lang="en-US" sz="1100" dirty="0"/>
          </a:p>
        </p:txBody>
      </p:sp>
      <p:sp>
        <p:nvSpPr>
          <p:cNvPr id="54" name="Shape 49"/>
          <p:cNvSpPr/>
          <p:nvPr/>
        </p:nvSpPr>
        <p:spPr>
          <a:xfrm>
            <a:off x="548640" y="6839712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640080" y="688543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40080" y="6885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7" name="Text 52"/>
          <p:cNvSpPr txBox="1"/>
          <p:nvPr/>
        </p:nvSpPr>
        <p:spPr>
          <a:xfrm>
            <a:off x="1097280" y="683971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: 2 = 2 · x + 10 − 25</a:t>
            </a:r>
            <a:endParaRPr lang="en-US" sz="1050" dirty="0"/>
          </a:p>
        </p:txBody>
      </p:sp>
      <p:sp>
        <p:nvSpPr>
          <p:cNvPr id="58" name="Text 53"/>
          <p:cNvSpPr txBox="1"/>
          <p:nvPr/>
        </p:nvSpPr>
        <p:spPr>
          <a:xfrm>
            <a:off x="4663440" y="6839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10</a:t>
            </a:r>
            <a:endParaRPr lang="en-US" sz="1100" dirty="0"/>
          </a:p>
        </p:txBody>
      </p:sp>
      <p:sp>
        <p:nvSpPr>
          <p:cNvPr id="59" name="Shape 54"/>
          <p:cNvSpPr/>
          <p:nvPr/>
        </p:nvSpPr>
        <p:spPr>
          <a:xfrm>
            <a:off x="548640" y="731520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640080" y="736092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640080" y="7360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sp>
        <p:nvSpPr>
          <p:cNvPr id="62" name="Text 57"/>
          <p:cNvSpPr txBox="1"/>
          <p:nvPr/>
        </p:nvSpPr>
        <p:spPr>
          <a:xfrm>
            <a:off x="1097280" y="731520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 x: x + (x + 8) = 32</a:t>
            </a:r>
            <a:endParaRPr lang="en-US" sz="1050" dirty="0"/>
          </a:p>
        </p:txBody>
      </p:sp>
      <p:sp>
        <p:nvSpPr>
          <p:cNvPr id="63" name="Text 58"/>
          <p:cNvSpPr txBox="1"/>
          <p:nvPr/>
        </p:nvSpPr>
        <p:spPr>
          <a:xfrm>
            <a:off x="4663440" y="7315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Roman: 12 Jahre</a:t>
            </a:r>
            <a:endParaRPr lang="en-US" sz="1100" dirty="0"/>
          </a:p>
        </p:txBody>
      </p:sp>
      <p:sp>
        <p:nvSpPr>
          <p:cNvPr id="64" name="Shape 59"/>
          <p:cNvSpPr/>
          <p:nvPr/>
        </p:nvSpPr>
        <p:spPr>
          <a:xfrm>
            <a:off x="548640" y="7790688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5" name="Shape 60"/>
          <p:cNvSpPr/>
          <p:nvPr/>
        </p:nvSpPr>
        <p:spPr>
          <a:xfrm>
            <a:off x="640080" y="783640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640080" y="7836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600" dirty="0"/>
          </a:p>
        </p:txBody>
      </p:sp>
      <p:sp>
        <p:nvSpPr>
          <p:cNvPr id="67" name="Text 62"/>
          <p:cNvSpPr txBox="1"/>
          <p:nvPr/>
        </p:nvSpPr>
        <p:spPr>
          <a:xfrm>
            <a:off x="1097280" y="779068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Petra x: x + (x + 7) + (x + 5) = 42</a:t>
            </a:r>
            <a:endParaRPr lang="en-US" sz="1050" dirty="0"/>
          </a:p>
        </p:txBody>
      </p:sp>
      <p:sp>
        <p:nvSpPr>
          <p:cNvPr id="68" name="Text 63"/>
          <p:cNvSpPr txBox="1"/>
          <p:nvPr/>
        </p:nvSpPr>
        <p:spPr>
          <a:xfrm>
            <a:off x="4663440" y="77906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Leon: 15 Jahre</a:t>
            </a:r>
            <a:endParaRPr lang="en-US" sz="1100" dirty="0"/>
          </a:p>
        </p:txBody>
      </p:sp>
      <p:sp>
        <p:nvSpPr>
          <p:cNvPr id="69" name="Shape 64"/>
          <p:cNvSpPr/>
          <p:nvPr/>
        </p:nvSpPr>
        <p:spPr>
          <a:xfrm>
            <a:off x="548640" y="8266176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70" name="Shape 65"/>
          <p:cNvSpPr/>
          <p:nvPr/>
        </p:nvSpPr>
        <p:spPr>
          <a:xfrm>
            <a:off x="640080" y="831189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640080" y="8311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600" dirty="0"/>
          </a:p>
        </p:txBody>
      </p:sp>
      <p:sp>
        <p:nvSpPr>
          <p:cNvPr id="72" name="Text 67"/>
          <p:cNvSpPr txBox="1"/>
          <p:nvPr/>
        </p:nvSpPr>
        <p:spPr>
          <a:xfrm>
            <a:off x="1097280" y="82661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Alina x: x + (x + 10) + (x + 4) = 32</a:t>
            </a:r>
            <a:endParaRPr lang="en-US" sz="1050" dirty="0"/>
          </a:p>
        </p:txBody>
      </p:sp>
      <p:sp>
        <p:nvSpPr>
          <p:cNvPr id="73" name="Text 68"/>
          <p:cNvSpPr txBox="1"/>
          <p:nvPr/>
        </p:nvSpPr>
        <p:spPr>
          <a:xfrm>
            <a:off x="4663440" y="8266176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Armin: 10 Jahre</a:t>
            </a:r>
            <a:endParaRPr lang="en-US" sz="1100" dirty="0"/>
          </a:p>
        </p:txBody>
      </p:sp>
      <p:sp>
        <p:nvSpPr>
          <p:cNvPr id="74" name="Shape 69"/>
          <p:cNvSpPr/>
          <p:nvPr/>
        </p:nvSpPr>
        <p:spPr>
          <a:xfrm>
            <a:off x="548640" y="8741664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640080" y="878738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6" name="Text 71"/>
          <p:cNvSpPr txBox="1"/>
          <p:nvPr/>
        </p:nvSpPr>
        <p:spPr>
          <a:xfrm>
            <a:off x="640080" y="8787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77" name="Text 72"/>
          <p:cNvSpPr txBox="1"/>
          <p:nvPr/>
        </p:nvSpPr>
        <p:spPr>
          <a:xfrm>
            <a:off x="1097280" y="874166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β = x: x + 4 · x = 90</a:t>
            </a:r>
            <a:endParaRPr lang="en-US" sz="1050" dirty="0"/>
          </a:p>
        </p:txBody>
      </p:sp>
      <p:sp>
        <p:nvSpPr>
          <p:cNvPr id="78" name="Text 73"/>
          <p:cNvSpPr txBox="1"/>
          <p:nvPr/>
        </p:nvSpPr>
        <p:spPr>
          <a:xfrm>
            <a:off x="4663440" y="87416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 90°  b) α = 72°</a:t>
            </a:r>
            <a:endParaRPr lang="en-US" sz="1100" dirty="0"/>
          </a:p>
        </p:txBody>
      </p:sp>
      <p:sp>
        <p:nvSpPr>
          <p:cNvPr id="79" name="Shape 74"/>
          <p:cNvSpPr/>
          <p:nvPr/>
        </p:nvSpPr>
        <p:spPr>
          <a:xfrm>
            <a:off x="548640" y="9217152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640080" y="926287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81" name="Text 76"/>
          <p:cNvSpPr txBox="1"/>
          <p:nvPr/>
        </p:nvSpPr>
        <p:spPr>
          <a:xfrm>
            <a:off x="640080" y="9262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600" dirty="0"/>
          </a:p>
        </p:txBody>
      </p:sp>
      <p:sp>
        <p:nvSpPr>
          <p:cNvPr id="82" name="Text 77"/>
          <p:cNvSpPr txBox="1"/>
          <p:nvPr/>
        </p:nvSpPr>
        <p:spPr>
          <a:xfrm>
            <a:off x="1097280" y="921715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Nicole x: x + (x + 7) + (x + 9) = 43</a:t>
            </a:r>
            <a:endParaRPr lang="en-US" sz="1050" dirty="0"/>
          </a:p>
        </p:txBody>
      </p:sp>
      <p:sp>
        <p:nvSpPr>
          <p:cNvPr id="83" name="Text 78"/>
          <p:cNvSpPr txBox="1"/>
          <p:nvPr/>
        </p:nvSpPr>
        <p:spPr>
          <a:xfrm>
            <a:off x="4663440" y="92171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Nicole: 9 Jahre</a:t>
            </a:r>
            <a:endParaRPr lang="en-US" sz="1100" dirty="0"/>
          </a:p>
        </p:txBody>
      </p:sp>
      <p:sp>
        <p:nvSpPr>
          <p:cNvPr id="84" name="Shape 79"/>
          <p:cNvSpPr/>
          <p:nvPr/>
        </p:nvSpPr>
        <p:spPr>
          <a:xfrm>
            <a:off x="548640" y="9692640"/>
            <a:ext cx="6464808" cy="420624"/>
          </a:xfrm>
          <a:prstGeom prst="roundRect">
            <a:avLst>
              <a:gd name="adj" fmla="val 326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640080" y="973836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86" name="Text 81"/>
          <p:cNvSpPr txBox="1"/>
          <p:nvPr/>
        </p:nvSpPr>
        <p:spPr>
          <a:xfrm>
            <a:off x="640080" y="9738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87" name="Text 82"/>
          <p:cNvSpPr txBox="1"/>
          <p:nvPr/>
        </p:nvSpPr>
        <p:spPr>
          <a:xfrm>
            <a:off x="1097280" y="96926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Elisabeth x: x + (x + 4) + (x + 2) = 39</a:t>
            </a:r>
            <a:endParaRPr lang="en-US" sz="1050" dirty="0"/>
          </a:p>
        </p:txBody>
      </p:sp>
      <p:sp>
        <p:nvSpPr>
          <p:cNvPr id="88" name="Text 83"/>
          <p:cNvSpPr txBox="1"/>
          <p:nvPr/>
        </p:nvSpPr>
        <p:spPr>
          <a:xfrm>
            <a:off x="4663440" y="969264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Pia: 15 Jahre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Einfache Textgleichungen – Arbeitsblatt</dc:title>
  <dc:subject>PptxGenJS Presentation</dc:subject>
  <dc:creator>Armin Heske</dc:creator>
  <cp:lastModifiedBy>Armin Heske</cp:lastModifiedBy>
  <cp:revision>1</cp:revision>
  <dcterms:created xsi:type="dcterms:W3CDTF">2026-10-29T16:41:51Z</dcterms:created>
  <dcterms:modified xsi:type="dcterms:W3CDTF">2026-10-29T16:41:51Z</dcterms:modified>
</cp:coreProperties>
</file>