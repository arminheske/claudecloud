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YouTube-Thumbnail 1280x720, alle Teile sind getrennte Ebenen.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CB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claudecloud/e6fd89b8-16f1-562a-9866-3e9dc57faca6/scratchpad/bg-p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ag-Fläche"/>
          <p:cNvSpPr/>
          <p:nvPr/>
        </p:nvSpPr>
        <p:spPr>
          <a:xfrm>
            <a:off x="571500" y="666750"/>
            <a:ext cx="1649164" cy="533400"/>
          </a:xfrm>
          <a:prstGeom prst="roundRect">
            <a:avLst>
              <a:gd name="adj" fmla="val 24000"/>
            </a:avLst>
          </a:prstGeom>
          <a:solidFill>
            <a:srgbClr val="F58AD2"/>
          </a:solidFill>
          <a:ln w="12700">
            <a:solidFill>
              <a:srgbClr val="F58AD2"/>
            </a:solidFill>
            <a:prstDash val="solid"/>
          </a:ln>
        </p:spPr>
      </p:sp>
      <p:sp>
        <p:nvSpPr>
          <p:cNvPr id="4" name="Tag"/>
          <p:cNvSpPr txBox="1"/>
          <p:nvPr/>
        </p:nvSpPr>
        <p:spPr>
          <a:xfrm>
            <a:off x="571500" y="666750"/>
            <a:ext cx="1649164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D16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geht's</a:t>
            </a:r>
            <a:endParaRPr lang="en-US" sz="1900" dirty="0"/>
          </a:p>
        </p:txBody>
      </p:sp>
      <p:sp>
        <p:nvSpPr>
          <p:cNvPr id="5" name="Titel 1"/>
          <p:cNvSpPr txBox="1"/>
          <p:nvPr/>
        </p:nvSpPr>
        <p:spPr>
          <a:xfrm>
            <a:off x="571500" y="1524000"/>
            <a:ext cx="6096000" cy="962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0" b="1" i="1" dirty="0">
                <a:solidFill>
                  <a:srgbClr val="3D16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PDF-IMPORT</a:t>
            </a:r>
            <a:endParaRPr lang="en-US" sz="6100" dirty="0"/>
          </a:p>
        </p:txBody>
      </p:sp>
      <p:sp>
        <p:nvSpPr>
          <p:cNvPr id="6" name="Titel 2"/>
          <p:cNvSpPr txBox="1"/>
          <p:nvPr/>
        </p:nvSpPr>
        <p:spPr>
          <a:xfrm>
            <a:off x="571500" y="2486025"/>
            <a:ext cx="6096000" cy="962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0" b="1" i="1" dirty="0">
                <a:solidFill>
                  <a:srgbClr val="3D16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DIE</a:t>
            </a:r>
            <a:endParaRPr lang="en-US" sz="6100" dirty="0"/>
          </a:p>
        </p:txBody>
      </p:sp>
      <p:sp>
        <p:nvSpPr>
          <p:cNvPr id="7" name="Marker-Balken"/>
          <p:cNvSpPr/>
          <p:nvPr/>
        </p:nvSpPr>
        <p:spPr>
          <a:xfrm>
            <a:off x="419100" y="3533775"/>
            <a:ext cx="4722316" cy="866775"/>
          </a:xfrm>
          <a:prstGeom prst="roundRect">
            <a:avLst>
              <a:gd name="adj" fmla="val 18989"/>
            </a:avLst>
          </a:prstGeom>
          <a:solidFill>
            <a:srgbClr val="F58AD2"/>
          </a:solidFill>
          <a:ln w="12700">
            <a:solidFill>
              <a:srgbClr val="F58AD2"/>
            </a:solidFill>
            <a:prstDash val="solid"/>
          </a:ln>
        </p:spPr>
      </p:sp>
      <p:sp>
        <p:nvSpPr>
          <p:cNvPr id="8" name="Titel 3"/>
          <p:cNvSpPr txBox="1"/>
          <p:nvPr/>
        </p:nvSpPr>
        <p:spPr>
          <a:xfrm>
            <a:off x="571500" y="3448050"/>
            <a:ext cx="6096000" cy="962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0" b="1" i="1" dirty="0">
                <a:solidFill>
                  <a:srgbClr val="3D16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LINGOBOX</a:t>
            </a:r>
            <a:endParaRPr lang="en-US" sz="6100" dirty="0"/>
          </a:p>
        </p:txBody>
      </p:sp>
      <p:sp>
        <p:nvSpPr>
          <p:cNvPr id="9" name="Chip 1"/>
          <p:cNvSpPr/>
          <p:nvPr/>
        </p:nvSpPr>
        <p:spPr>
          <a:xfrm>
            <a:off x="571500" y="4695825"/>
            <a:ext cx="2544514" cy="495300"/>
          </a:xfrm>
          <a:prstGeom prst="roundRect">
            <a:avLst>
              <a:gd name="adj" fmla="val 25846"/>
            </a:avLst>
          </a:prstGeom>
          <a:solidFill>
            <a:srgbClr val="3D1636"/>
          </a:solidFill>
          <a:ln w="12700">
            <a:solidFill>
              <a:srgbClr val="3D1636"/>
            </a:solidFill>
            <a:prstDash val="solid"/>
          </a:ln>
        </p:spPr>
      </p:sp>
      <p:sp>
        <p:nvSpPr>
          <p:cNvPr id="10" name="Chip-Text 1"/>
          <p:cNvSpPr txBox="1"/>
          <p:nvPr/>
        </p:nvSpPr>
        <p:spPr>
          <a:xfrm>
            <a:off x="571500" y="4695825"/>
            <a:ext cx="2544514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8A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Schritt für Schritt</a:t>
            </a:r>
            <a:endParaRPr lang="en-US" sz="1900" dirty="0"/>
          </a:p>
        </p:txBody>
      </p:sp>
      <p:sp>
        <p:nvSpPr>
          <p:cNvPr id="11" name="Chip 2"/>
          <p:cNvSpPr/>
          <p:nvPr/>
        </p:nvSpPr>
        <p:spPr>
          <a:xfrm>
            <a:off x="3230314" y="4695825"/>
            <a:ext cx="1572071" cy="495300"/>
          </a:xfrm>
          <a:prstGeom prst="roundRect">
            <a:avLst>
              <a:gd name="adj" fmla="val 25846"/>
            </a:avLst>
          </a:prstGeom>
          <a:solidFill>
            <a:srgbClr val="3D1636"/>
          </a:solidFill>
          <a:ln w="12700">
            <a:solidFill>
              <a:srgbClr val="3D1636"/>
            </a:solidFill>
            <a:prstDash val="solid"/>
          </a:ln>
        </p:spPr>
      </p:sp>
      <p:sp>
        <p:nvSpPr>
          <p:cNvPr id="12" name="Chip-Text 2"/>
          <p:cNvSpPr txBox="1"/>
          <p:nvPr/>
        </p:nvSpPr>
        <p:spPr>
          <a:xfrm>
            <a:off x="3230314" y="4695825"/>
            <a:ext cx="1572071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8A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kostenlos</a:t>
            </a:r>
            <a:endParaRPr lang="en-US" sz="1900" dirty="0"/>
          </a:p>
        </p:txBody>
      </p:sp>
      <p:sp>
        <p:nvSpPr>
          <p:cNvPr id="13" name="PDF-Seite"/>
          <p:cNvSpPr/>
          <p:nvPr/>
        </p:nvSpPr>
        <p:spPr>
          <a:xfrm>
            <a:off x="6096000" y="1333500"/>
            <a:ext cx="2238375" cy="3619500"/>
          </a:xfrm>
          <a:prstGeom prst="roundRect">
            <a:avLst>
              <a:gd name="adj" fmla="val 2451"/>
            </a:avLst>
          </a:prstGeom>
          <a:solidFill>
            <a:srgbClr val="FBF1F8"/>
          </a:solidFill>
          <a:ln w="19050">
            <a:solidFill>
              <a:srgbClr val="D3A0C6"/>
            </a:solidFill>
            <a:prstDash val="solid"/>
          </a:ln>
        </p:spPr>
      </p:sp>
      <p:sp>
        <p:nvSpPr>
          <p:cNvPr id="14" name="PDF-Badge"/>
          <p:cNvSpPr/>
          <p:nvPr/>
        </p:nvSpPr>
        <p:spPr>
          <a:xfrm>
            <a:off x="6267450" y="1504950"/>
            <a:ext cx="914400" cy="438150"/>
          </a:xfrm>
          <a:prstGeom prst="roundRect">
            <a:avLst>
              <a:gd name="adj" fmla="val 25043"/>
            </a:avLst>
          </a:prstGeom>
          <a:solidFill>
            <a:srgbClr val="3D1636"/>
          </a:solidFill>
          <a:ln w="12700">
            <a:solidFill>
              <a:srgbClr val="3D1636"/>
            </a:solidFill>
            <a:prstDash val="solid"/>
          </a:ln>
        </p:spPr>
      </p:sp>
      <p:sp>
        <p:nvSpPr>
          <p:cNvPr id="15" name="PDF-Badge-Text"/>
          <p:cNvSpPr txBox="1"/>
          <p:nvPr/>
        </p:nvSpPr>
        <p:spPr>
          <a:xfrm>
            <a:off x="6267450" y="1504950"/>
            <a:ext cx="9144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8A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PDF</a:t>
            </a:r>
            <a:endParaRPr lang="en-US" sz="1800" dirty="0"/>
          </a:p>
        </p:txBody>
      </p:sp>
      <p:sp>
        <p:nvSpPr>
          <p:cNvPr id="16" name="PDF-Wort 1"/>
          <p:cNvSpPr txBox="1"/>
          <p:nvPr/>
        </p:nvSpPr>
        <p:spPr>
          <a:xfrm>
            <a:off x="6267450" y="2190750"/>
            <a:ext cx="85725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10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Haus</a:t>
            </a:r>
            <a:endParaRPr lang="en-US" sz="1500" dirty="0"/>
          </a:p>
        </p:txBody>
      </p:sp>
      <p:sp>
        <p:nvSpPr>
          <p:cNvPr id="17" name="PDF-Strich 1"/>
          <p:cNvSpPr/>
          <p:nvPr/>
        </p:nvSpPr>
        <p:spPr>
          <a:xfrm>
            <a:off x="7162800" y="2362200"/>
            <a:ext cx="133350" cy="38100"/>
          </a:xfrm>
          <a:prstGeom prst="roundRect">
            <a:avLst>
              <a:gd name="adj" fmla="val 48000"/>
            </a:avLst>
          </a:prstGeom>
          <a:solidFill>
            <a:srgbClr val="D3A0C6"/>
          </a:solidFill>
          <a:ln w="12700">
            <a:solidFill>
              <a:srgbClr val="D3A0C6"/>
            </a:solidFill>
            <a:prstDash val="solid"/>
          </a:ln>
        </p:spPr>
      </p:sp>
      <p:sp>
        <p:nvSpPr>
          <p:cNvPr id="18" name="PDF-Übersetzung 1"/>
          <p:cNvSpPr txBox="1"/>
          <p:nvPr/>
        </p:nvSpPr>
        <p:spPr>
          <a:xfrm>
            <a:off x="7372350" y="2190750"/>
            <a:ext cx="9144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A1F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house</a:t>
            </a:r>
            <a:endParaRPr lang="en-US" sz="1500" dirty="0"/>
          </a:p>
        </p:txBody>
      </p:sp>
      <p:sp>
        <p:nvSpPr>
          <p:cNvPr id="19" name="PDF-Wort 2"/>
          <p:cNvSpPr txBox="1"/>
          <p:nvPr/>
        </p:nvSpPr>
        <p:spPr>
          <a:xfrm>
            <a:off x="6267450" y="2724150"/>
            <a:ext cx="85725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10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Hund</a:t>
            </a:r>
            <a:endParaRPr lang="en-US" sz="1500" dirty="0"/>
          </a:p>
        </p:txBody>
      </p:sp>
      <p:sp>
        <p:nvSpPr>
          <p:cNvPr id="20" name="PDF-Strich 2"/>
          <p:cNvSpPr/>
          <p:nvPr/>
        </p:nvSpPr>
        <p:spPr>
          <a:xfrm>
            <a:off x="7162800" y="2895600"/>
            <a:ext cx="133350" cy="38100"/>
          </a:xfrm>
          <a:prstGeom prst="roundRect">
            <a:avLst>
              <a:gd name="adj" fmla="val 48000"/>
            </a:avLst>
          </a:prstGeom>
          <a:solidFill>
            <a:srgbClr val="D3A0C6"/>
          </a:solidFill>
          <a:ln w="12700">
            <a:solidFill>
              <a:srgbClr val="D3A0C6"/>
            </a:solidFill>
            <a:prstDash val="solid"/>
          </a:ln>
        </p:spPr>
      </p:sp>
      <p:sp>
        <p:nvSpPr>
          <p:cNvPr id="21" name="PDF-Übersetzung 2"/>
          <p:cNvSpPr txBox="1"/>
          <p:nvPr/>
        </p:nvSpPr>
        <p:spPr>
          <a:xfrm>
            <a:off x="7372350" y="2724150"/>
            <a:ext cx="9144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A1F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dog</a:t>
            </a:r>
            <a:endParaRPr lang="en-US" sz="1500" dirty="0"/>
          </a:p>
        </p:txBody>
      </p:sp>
      <p:sp>
        <p:nvSpPr>
          <p:cNvPr id="22" name="PDF-Wort 3"/>
          <p:cNvSpPr txBox="1"/>
          <p:nvPr/>
        </p:nvSpPr>
        <p:spPr>
          <a:xfrm>
            <a:off x="6267450" y="3257550"/>
            <a:ext cx="85725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10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Buch</a:t>
            </a:r>
            <a:endParaRPr lang="en-US" sz="1500" dirty="0"/>
          </a:p>
        </p:txBody>
      </p:sp>
      <p:sp>
        <p:nvSpPr>
          <p:cNvPr id="23" name="PDF-Strich 3"/>
          <p:cNvSpPr/>
          <p:nvPr/>
        </p:nvSpPr>
        <p:spPr>
          <a:xfrm>
            <a:off x="7162800" y="3429000"/>
            <a:ext cx="133350" cy="38100"/>
          </a:xfrm>
          <a:prstGeom prst="roundRect">
            <a:avLst>
              <a:gd name="adj" fmla="val 48000"/>
            </a:avLst>
          </a:prstGeom>
          <a:solidFill>
            <a:srgbClr val="D3A0C6"/>
          </a:solidFill>
          <a:ln w="12700">
            <a:solidFill>
              <a:srgbClr val="D3A0C6"/>
            </a:solidFill>
            <a:prstDash val="solid"/>
          </a:ln>
        </p:spPr>
      </p:sp>
      <p:sp>
        <p:nvSpPr>
          <p:cNvPr id="24" name="PDF-Übersetzung 3"/>
          <p:cNvSpPr txBox="1"/>
          <p:nvPr/>
        </p:nvSpPr>
        <p:spPr>
          <a:xfrm>
            <a:off x="7372350" y="3257550"/>
            <a:ext cx="9144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A1F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book</a:t>
            </a:r>
            <a:endParaRPr lang="en-US" sz="1500" dirty="0"/>
          </a:p>
        </p:txBody>
      </p:sp>
      <p:sp>
        <p:nvSpPr>
          <p:cNvPr id="25" name="PDF-Wort 4"/>
          <p:cNvSpPr txBox="1"/>
          <p:nvPr/>
        </p:nvSpPr>
        <p:spPr>
          <a:xfrm>
            <a:off x="6267450" y="3790950"/>
            <a:ext cx="85725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10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Schule</a:t>
            </a:r>
            <a:endParaRPr lang="en-US" sz="1500" dirty="0"/>
          </a:p>
        </p:txBody>
      </p:sp>
      <p:sp>
        <p:nvSpPr>
          <p:cNvPr id="26" name="PDF-Strich 4"/>
          <p:cNvSpPr/>
          <p:nvPr/>
        </p:nvSpPr>
        <p:spPr>
          <a:xfrm>
            <a:off x="7162800" y="3962400"/>
            <a:ext cx="133350" cy="38100"/>
          </a:xfrm>
          <a:prstGeom prst="roundRect">
            <a:avLst>
              <a:gd name="adj" fmla="val 48000"/>
            </a:avLst>
          </a:prstGeom>
          <a:solidFill>
            <a:srgbClr val="D3A0C6"/>
          </a:solidFill>
          <a:ln w="12700">
            <a:solidFill>
              <a:srgbClr val="D3A0C6"/>
            </a:solidFill>
            <a:prstDash val="solid"/>
          </a:ln>
        </p:spPr>
      </p:sp>
      <p:sp>
        <p:nvSpPr>
          <p:cNvPr id="27" name="PDF-Übersetzung 4"/>
          <p:cNvSpPr txBox="1"/>
          <p:nvPr/>
        </p:nvSpPr>
        <p:spPr>
          <a:xfrm>
            <a:off x="7372350" y="3790950"/>
            <a:ext cx="9144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A1F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school</a:t>
            </a:r>
            <a:endParaRPr lang="en-US" sz="1500" dirty="0"/>
          </a:p>
        </p:txBody>
      </p:sp>
      <p:sp>
        <p:nvSpPr>
          <p:cNvPr id="28" name="PDF-Wort 5"/>
          <p:cNvSpPr txBox="1"/>
          <p:nvPr/>
        </p:nvSpPr>
        <p:spPr>
          <a:xfrm>
            <a:off x="6267450" y="4324350"/>
            <a:ext cx="85725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10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Freund</a:t>
            </a:r>
            <a:endParaRPr lang="en-US" sz="1500" dirty="0"/>
          </a:p>
        </p:txBody>
      </p:sp>
      <p:sp>
        <p:nvSpPr>
          <p:cNvPr id="29" name="PDF-Strich 5"/>
          <p:cNvSpPr/>
          <p:nvPr/>
        </p:nvSpPr>
        <p:spPr>
          <a:xfrm>
            <a:off x="7162800" y="4495800"/>
            <a:ext cx="133350" cy="38100"/>
          </a:xfrm>
          <a:prstGeom prst="roundRect">
            <a:avLst>
              <a:gd name="adj" fmla="val 48000"/>
            </a:avLst>
          </a:prstGeom>
          <a:solidFill>
            <a:srgbClr val="D3A0C6"/>
          </a:solidFill>
          <a:ln w="12700">
            <a:solidFill>
              <a:srgbClr val="D3A0C6"/>
            </a:solidFill>
            <a:prstDash val="solid"/>
          </a:ln>
        </p:spPr>
      </p:sp>
      <p:sp>
        <p:nvSpPr>
          <p:cNvPr id="30" name="PDF-Übersetzung 5"/>
          <p:cNvSpPr txBox="1"/>
          <p:nvPr/>
        </p:nvSpPr>
        <p:spPr>
          <a:xfrm>
            <a:off x="7372350" y="4324350"/>
            <a:ext cx="9144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A1F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friend</a:t>
            </a:r>
            <a:endParaRPr lang="en-US" sz="1500" dirty="0"/>
          </a:p>
        </p:txBody>
      </p:sp>
      <p:sp>
        <p:nvSpPr>
          <p:cNvPr id="31" name="Lingobox-Fenster"/>
          <p:cNvSpPr/>
          <p:nvPr/>
        </p:nvSpPr>
        <p:spPr>
          <a:xfrm>
            <a:off x="8810625" y="857250"/>
            <a:ext cx="3095625" cy="4667250"/>
          </a:xfrm>
          <a:prstGeom prst="roundRect">
            <a:avLst>
              <a:gd name="adj" fmla="val 2363"/>
            </a:avLst>
          </a:prstGeom>
          <a:solidFill>
            <a:srgbClr val="FBF1F8"/>
          </a:solidFill>
          <a:ln w="19050">
            <a:solidFill>
              <a:srgbClr val="D3A0C6"/>
            </a:solidFill>
            <a:prstDash val="solid"/>
          </a:ln>
        </p:spPr>
      </p:sp>
      <p:sp>
        <p:nvSpPr>
          <p:cNvPr id="32" name="Fenster-Kopf"/>
          <p:cNvSpPr/>
          <p:nvPr/>
        </p:nvSpPr>
        <p:spPr>
          <a:xfrm>
            <a:off x="8810625" y="857250"/>
            <a:ext cx="3095625" cy="609600"/>
          </a:xfrm>
          <a:prstGeom prst="roundRect">
            <a:avLst>
              <a:gd name="adj" fmla="val 12000"/>
            </a:avLst>
          </a:prstGeom>
          <a:solidFill>
            <a:srgbClr val="3D1636"/>
          </a:solidFill>
          <a:ln w="12700">
            <a:solidFill>
              <a:srgbClr val="3D1636"/>
            </a:solidFill>
            <a:prstDash val="solid"/>
          </a:ln>
        </p:spPr>
      </p:sp>
      <p:sp>
        <p:nvSpPr>
          <p:cNvPr id="33" name="Fenster-Kopf-Füllung"/>
          <p:cNvSpPr/>
          <p:nvPr/>
        </p:nvSpPr>
        <p:spPr>
          <a:xfrm>
            <a:off x="8810625" y="1200150"/>
            <a:ext cx="3095625" cy="266700"/>
          </a:xfrm>
          <a:prstGeom prst="roundRect">
            <a:avLst/>
          </a:prstGeom>
          <a:solidFill>
            <a:srgbClr val="3D1636"/>
          </a:solidFill>
          <a:ln w="12700">
            <a:solidFill>
              <a:srgbClr val="3D1636"/>
            </a:solidFill>
            <a:prstDash val="solid"/>
          </a:ln>
        </p:spPr>
      </p:sp>
      <p:sp>
        <p:nvSpPr>
          <p:cNvPr id="34" name="Fenster-Titel"/>
          <p:cNvSpPr txBox="1"/>
          <p:nvPr/>
        </p:nvSpPr>
        <p:spPr>
          <a:xfrm>
            <a:off x="9039225" y="857250"/>
            <a:ext cx="1905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58A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Lingobox</a:t>
            </a:r>
            <a:endParaRPr lang="en-US" sz="1900" dirty="0"/>
          </a:p>
        </p:txBody>
      </p:sp>
      <p:sp>
        <p:nvSpPr>
          <p:cNvPr id="35" name="Karte 1"/>
          <p:cNvSpPr/>
          <p:nvPr/>
        </p:nvSpPr>
        <p:spPr>
          <a:xfrm>
            <a:off x="9001125" y="1657350"/>
            <a:ext cx="2714625" cy="628650"/>
          </a:xfrm>
          <a:prstGeom prst="roundRect">
            <a:avLst>
              <a:gd name="adj" fmla="val 14545"/>
            </a:avLst>
          </a:prstGeom>
          <a:solidFill>
            <a:srgbClr val="F3DDEC"/>
          </a:solidFill>
          <a:ln w="14288">
            <a:solidFill>
              <a:srgbClr val="D3A0C6"/>
            </a:solidFill>
            <a:prstDash val="solid"/>
          </a:ln>
        </p:spPr>
      </p:sp>
      <p:sp>
        <p:nvSpPr>
          <p:cNvPr id="36" name="Karte 1 Wort"/>
          <p:cNvSpPr txBox="1"/>
          <p:nvPr/>
        </p:nvSpPr>
        <p:spPr>
          <a:xfrm>
            <a:off x="9172575" y="1657350"/>
            <a:ext cx="952500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10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Haus</a:t>
            </a:r>
            <a:endParaRPr lang="en-US" sz="1600" dirty="0"/>
          </a:p>
        </p:txBody>
      </p:sp>
      <p:sp>
        <p:nvSpPr>
          <p:cNvPr id="37" name="Karte 1 Übersetzung"/>
          <p:cNvSpPr txBox="1"/>
          <p:nvPr/>
        </p:nvSpPr>
        <p:spPr>
          <a:xfrm>
            <a:off x="10353675" y="1657350"/>
            <a:ext cx="1143000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A1F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house</a:t>
            </a:r>
            <a:endParaRPr lang="en-US" sz="1600" dirty="0"/>
          </a:p>
        </p:txBody>
      </p:sp>
      <p:sp>
        <p:nvSpPr>
          <p:cNvPr id="38" name="Karte 2"/>
          <p:cNvSpPr/>
          <p:nvPr/>
        </p:nvSpPr>
        <p:spPr>
          <a:xfrm>
            <a:off x="9001125" y="2419350"/>
            <a:ext cx="2714625" cy="628650"/>
          </a:xfrm>
          <a:prstGeom prst="roundRect">
            <a:avLst>
              <a:gd name="adj" fmla="val 14545"/>
            </a:avLst>
          </a:prstGeom>
          <a:solidFill>
            <a:srgbClr val="F3DDEC"/>
          </a:solidFill>
          <a:ln w="14288">
            <a:solidFill>
              <a:srgbClr val="D3A0C6"/>
            </a:solidFill>
            <a:prstDash val="solid"/>
          </a:ln>
        </p:spPr>
      </p:sp>
      <p:sp>
        <p:nvSpPr>
          <p:cNvPr id="39" name="Karte 2 Wort"/>
          <p:cNvSpPr txBox="1"/>
          <p:nvPr/>
        </p:nvSpPr>
        <p:spPr>
          <a:xfrm>
            <a:off x="9172575" y="2419350"/>
            <a:ext cx="952500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10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Hund</a:t>
            </a:r>
            <a:endParaRPr lang="en-US" sz="1600" dirty="0"/>
          </a:p>
        </p:txBody>
      </p:sp>
      <p:sp>
        <p:nvSpPr>
          <p:cNvPr id="40" name="Karte 2 Übersetzung"/>
          <p:cNvSpPr txBox="1"/>
          <p:nvPr/>
        </p:nvSpPr>
        <p:spPr>
          <a:xfrm>
            <a:off x="10353675" y="2419350"/>
            <a:ext cx="1143000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A1F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dog</a:t>
            </a:r>
            <a:endParaRPr lang="en-US" sz="1600" dirty="0"/>
          </a:p>
        </p:txBody>
      </p:sp>
      <p:sp>
        <p:nvSpPr>
          <p:cNvPr id="41" name="Karte 3"/>
          <p:cNvSpPr/>
          <p:nvPr/>
        </p:nvSpPr>
        <p:spPr>
          <a:xfrm>
            <a:off x="9001125" y="3181350"/>
            <a:ext cx="2714625" cy="628650"/>
          </a:xfrm>
          <a:prstGeom prst="roundRect">
            <a:avLst>
              <a:gd name="adj" fmla="val 14545"/>
            </a:avLst>
          </a:prstGeom>
          <a:solidFill>
            <a:srgbClr val="F3DDEC"/>
          </a:solidFill>
          <a:ln w="14288">
            <a:solidFill>
              <a:srgbClr val="D3A0C6"/>
            </a:solidFill>
            <a:prstDash val="solid"/>
          </a:ln>
        </p:spPr>
      </p:sp>
      <p:sp>
        <p:nvSpPr>
          <p:cNvPr id="42" name="Karte 3 Wort"/>
          <p:cNvSpPr txBox="1"/>
          <p:nvPr/>
        </p:nvSpPr>
        <p:spPr>
          <a:xfrm>
            <a:off x="9172575" y="3181350"/>
            <a:ext cx="952500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10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Buch</a:t>
            </a:r>
            <a:endParaRPr lang="en-US" sz="1600" dirty="0"/>
          </a:p>
        </p:txBody>
      </p:sp>
      <p:sp>
        <p:nvSpPr>
          <p:cNvPr id="43" name="Karte 3 Übersetzung"/>
          <p:cNvSpPr txBox="1"/>
          <p:nvPr/>
        </p:nvSpPr>
        <p:spPr>
          <a:xfrm>
            <a:off x="10353675" y="3181350"/>
            <a:ext cx="1143000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A1F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book</a:t>
            </a:r>
            <a:endParaRPr lang="en-US" sz="1600" dirty="0"/>
          </a:p>
        </p:txBody>
      </p:sp>
      <p:sp>
        <p:nvSpPr>
          <p:cNvPr id="44" name="Karte 4"/>
          <p:cNvSpPr/>
          <p:nvPr/>
        </p:nvSpPr>
        <p:spPr>
          <a:xfrm>
            <a:off x="9001125" y="3943350"/>
            <a:ext cx="2714625" cy="628650"/>
          </a:xfrm>
          <a:prstGeom prst="roundRect">
            <a:avLst>
              <a:gd name="adj" fmla="val 14545"/>
            </a:avLst>
          </a:prstGeom>
          <a:solidFill>
            <a:srgbClr val="F3DDEC"/>
          </a:solidFill>
          <a:ln w="14288">
            <a:solidFill>
              <a:srgbClr val="D3A0C6"/>
            </a:solidFill>
            <a:prstDash val="solid"/>
          </a:ln>
        </p:spPr>
      </p:sp>
      <p:sp>
        <p:nvSpPr>
          <p:cNvPr id="45" name="Karte 4 Wort"/>
          <p:cNvSpPr txBox="1"/>
          <p:nvPr/>
        </p:nvSpPr>
        <p:spPr>
          <a:xfrm>
            <a:off x="9172575" y="3943350"/>
            <a:ext cx="952500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10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Schule</a:t>
            </a:r>
            <a:endParaRPr lang="en-US" sz="1600" dirty="0"/>
          </a:p>
        </p:txBody>
      </p:sp>
      <p:sp>
        <p:nvSpPr>
          <p:cNvPr id="46" name="Karte 4 Übersetzung"/>
          <p:cNvSpPr txBox="1"/>
          <p:nvPr/>
        </p:nvSpPr>
        <p:spPr>
          <a:xfrm>
            <a:off x="10353675" y="3943350"/>
            <a:ext cx="1143000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A1F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school</a:t>
            </a:r>
            <a:endParaRPr lang="en-US" sz="1600" dirty="0"/>
          </a:p>
        </p:txBody>
      </p:sp>
      <p:sp>
        <p:nvSpPr>
          <p:cNvPr id="47" name="Neu-Marker"/>
          <p:cNvSpPr/>
          <p:nvPr/>
        </p:nvSpPr>
        <p:spPr>
          <a:xfrm>
            <a:off x="10668000" y="4972050"/>
            <a:ext cx="1085850" cy="361950"/>
          </a:xfrm>
          <a:prstGeom prst="roundRect">
            <a:avLst>
              <a:gd name="adj" fmla="val 25263"/>
            </a:avLst>
          </a:prstGeom>
          <a:solidFill>
            <a:srgbClr val="F58AD2"/>
          </a:solidFill>
          <a:ln w="12700">
            <a:solidFill>
              <a:srgbClr val="F58AD2"/>
            </a:solidFill>
            <a:prstDash val="solid"/>
          </a:ln>
        </p:spPr>
      </p:sp>
      <p:sp>
        <p:nvSpPr>
          <p:cNvPr id="48" name="Neu-Text"/>
          <p:cNvSpPr txBox="1"/>
          <p:nvPr/>
        </p:nvSpPr>
        <p:spPr>
          <a:xfrm>
            <a:off x="10668000" y="4972050"/>
            <a:ext cx="10858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16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importiert</a:t>
            </a:r>
            <a:endParaRPr lang="en-US" sz="1200" dirty="0"/>
          </a:p>
        </p:txBody>
      </p:sp>
      <p:sp>
        <p:nvSpPr>
          <p:cNvPr id="49" name="Pfeil-Kreis"/>
          <p:cNvSpPr/>
          <p:nvPr/>
        </p:nvSpPr>
        <p:spPr>
          <a:xfrm>
            <a:off x="7981950" y="2905125"/>
            <a:ext cx="914400" cy="914400"/>
          </a:xfrm>
          <a:prstGeom prst="ellipse">
            <a:avLst/>
          </a:prstGeom>
          <a:solidFill>
            <a:srgbClr val="F58AD2"/>
          </a:solidFill>
          <a:ln w="38100">
            <a:solidFill>
              <a:srgbClr val="3D1636"/>
            </a:solidFill>
            <a:prstDash val="solid"/>
          </a:ln>
        </p:spPr>
      </p:sp>
      <p:sp>
        <p:nvSpPr>
          <p:cNvPr id="50" name="Pfeil"/>
          <p:cNvSpPr/>
          <p:nvPr/>
        </p:nvSpPr>
        <p:spPr>
          <a:xfrm>
            <a:off x="8153400" y="3162300"/>
            <a:ext cx="571500" cy="381000"/>
          </a:xfrm>
          <a:prstGeom prst="rightArrow">
            <a:avLst/>
          </a:prstGeom>
          <a:solidFill>
            <a:srgbClr val="3D1636"/>
          </a:solidFill>
          <a:ln w="12700">
            <a:solidFill>
              <a:srgbClr val="3D1636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Thumbnail Lingobox PDF-Import</dc:title>
  <dc:subject>PptxGenJS Presentation</dc:subject>
  <dc:creator>PptxGenJS</dc:creator>
  <cp:lastModifiedBy>PptxGenJS</cp:lastModifiedBy>
  <cp:revision>1</cp:revision>
  <dcterms:created xsi:type="dcterms:W3CDTF">2026-10-23T14:33:16Z</dcterms:created>
  <dcterms:modified xsi:type="dcterms:W3CDTF">2026-10-23T14:33:16Z</dcterms:modified>
</cp:coreProperties>
</file>