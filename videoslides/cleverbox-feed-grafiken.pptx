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drei Grafiken nebeneinander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Einzelgrafik 1: Lenas Feed – gleiche Position wie in der Übersicht, für Animation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Einzelgrafik 2: Jonas’ Feed – gleiche Position wie in der Übersicht, für Animation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Einzelgrafik 3: Dein Feed – gleiche Position wie in der Übersicht, für Animation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591410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682850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801722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91002" y="1190549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927909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801722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1002" y="2662733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927909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01722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91002" y="4134917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7909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08530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Lenas Feed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202022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93462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12334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01614" y="1169518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8521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Elfmeter-Tricks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12334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01614" y="2641702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38521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12334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01614" y="4113886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8521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Highlights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019142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Jonas’ Feed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812634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904074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22946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59648" y="105384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8149133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Katzen?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22946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59648" y="252603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8149133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Minecraft?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22946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59648" y="399821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8149133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Kochen?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629754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591410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682850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801722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91002" y="1190549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927909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801722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1002" y="2662733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927909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01722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91002" y="4134917"/>
            <a:ext cx="420624" cy="378562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7909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08530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Lenas Feed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202022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293462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12334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01614" y="1169518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538521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Elfmeter-Tricks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12334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01614" y="2641702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38521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12334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01614" y="4113886"/>
            <a:ext cx="420624" cy="420624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538521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19142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Jonas’ Feed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812634" y="685800"/>
            <a:ext cx="1787652" cy="4942332"/>
          </a:xfrm>
          <a:prstGeom prst="roundRect">
            <a:avLst>
              <a:gd name="adj" fmla="val 15345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904074" y="777240"/>
            <a:ext cx="1604772" cy="4759452"/>
          </a:xfrm>
          <a:prstGeom prst="roundRect">
            <a:avLst>
              <a:gd name="adj" fmla="val 12536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22946" y="1001268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59648" y="105384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149133" y="1653235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22946" y="2473452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59648" y="252603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149133" y="3125419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22946" y="3945636"/>
            <a:ext cx="1367028" cy="1261872"/>
          </a:xfrm>
          <a:prstGeom prst="roundRect">
            <a:avLst>
              <a:gd name="adj" fmla="val 869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59648" y="399821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49133" y="4597603"/>
            <a:ext cx="1114654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Kochen?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29754" y="5811012"/>
            <a:ext cx="2153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verbox Gruen">
  <a:themeElements>
    <a:clrScheme name="Cleverbox Gruen">
      <a:dk1>
        <a:srgbClr val="0E1F0C"/>
      </a:dk1>
      <a:lt1>
        <a:srgbClr val="FBFFF4"/>
      </a:lt1>
      <a:dk2>
        <a:srgbClr val="12301A"/>
      </a:dk2>
      <a:lt2>
        <a:srgbClr val="EFFBDC"/>
      </a:lt2>
      <a:accent1>
        <a:srgbClr val="B1FF37"/>
      </a:accent1>
      <a:accent2>
        <a:srgbClr val="26720A"/>
      </a:accent2>
      <a:accent3>
        <a:srgbClr val="DDF3B8"/>
      </a:accent3>
      <a:accent4>
        <a:srgbClr val="5B6B50"/>
      </a:accent4>
      <a:accent5>
        <a:srgbClr val="FF7A45"/>
      </a:accent5>
      <a:accent6>
        <a:srgbClr val="B8D98A"/>
      </a:accent6>
      <a:hlink>
        <a:srgbClr val="26720A"/>
      </a:hlink>
      <a:folHlink>
        <a:srgbClr val="5B6B50"/>
      </a:folHlink>
    </a:clrScheme>
    <a:fontScheme name="Cleverbox Gruen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TikTok-Algorithmus – Erklärvideo Slides</dc:title>
  <dc:subject>PptxGenJS Presentation</dc:subject>
  <dc:creator>Cleverbox</dc:creator>
  <cp:lastModifiedBy>Cleverbox</cp:lastModifiedBy>
  <cp:revision>1</cp:revision>
  <dcterms:created xsi:type="dcterms:W3CDTF">2026-10-08T05:16:26Z</dcterms:created>
  <dcterms:modified xsi:type="dcterms:W3CDTF">2026-10-08T05:16:26Z</dcterms:modified>
</cp:coreProperties>
</file>