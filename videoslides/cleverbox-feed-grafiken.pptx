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drei Grafiken nebeneinander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Einzelgrafik 1: Lenas Feed – gleiche Position wie in der Übersicht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Einzelgrafik 2: Jonas’ Feed – gleiche Position wie in der Übersicht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Einzelgrafik 3: Dein Feed – gleiche Position wie in der Übersicht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1F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8008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8008" y="1508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7152" y="1920240"/>
            <a:ext cx="345643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98168" y="1563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00888" y="1965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8904" y="2093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6648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Lenas Feed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6608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Lenas Feed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46608" y="3200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6608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Tanzvideos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38248" y="32004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38248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Choreo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6608" y="37947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660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Duett-Tanz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660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Immer wieder Tanz.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58488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8488" y="1508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67632" y="1920240"/>
            <a:ext cx="345643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38648" y="1563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41368" y="1965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9384" y="2093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07128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Jonas’ Feed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87088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Jonas’ Feed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4587088" y="32004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87088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Fußball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004408" y="32004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04408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87088" y="3794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87088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Elfmeter-Tricks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58708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 nur Fußball.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98968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98968" y="1508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08112" y="1920240"/>
            <a:ext cx="345643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479128" y="1563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381848" y="1965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509864" y="2093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747608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427568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8427568" y="32004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27568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Katzen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9753448" y="32004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753448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Minecraft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8427568" y="37947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427568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Kochrezepte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842756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zeigt dir die App – und warum?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8008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8008" y="1508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7152" y="1920240"/>
            <a:ext cx="345643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98168" y="1563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00888" y="1965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8904" y="2093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6648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Lenas Feed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6608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Lenas Feed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46608" y="3200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6608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Tanzvideos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38248" y="32004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38248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Choreo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6608" y="37947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6608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Duett-Tanz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660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Immer wieder Tanz.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358488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358488" y="1508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367632" y="1920240"/>
            <a:ext cx="345643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38648" y="1563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41368" y="1965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9384" y="2093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07128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Jonas’ Feed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87088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Jonas’ Feed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587088" y="32004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7088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Fußball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04408" y="32004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04408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87088" y="3794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87088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Elfmeter-Tricks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8708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 nur Fußball.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8968" y="15087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198968" y="150876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08112" y="1920240"/>
            <a:ext cx="3456432" cy="457200"/>
          </a:xfrm>
          <a:prstGeom prst="rect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479128" y="1563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dich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381848" y="1965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09864" y="2093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DF3B8"/>
          </a:solidFill>
          <a:ln w="6350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47608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27568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Feed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427568" y="32004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27568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Katzen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753448" y="32004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53448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Minecraft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27568" y="37947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27568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Kochrezepte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42756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zeigt dir die App – und warum?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Gruen">
  <a:themeElements>
    <a:clrScheme name="Cleverbox Gruen">
      <a:dk1>
        <a:srgbClr val="0E1F0C"/>
      </a:dk1>
      <a:lt1>
        <a:srgbClr val="FBFFF4"/>
      </a:lt1>
      <a:dk2>
        <a:srgbClr val="12301A"/>
      </a:dk2>
      <a:lt2>
        <a:srgbClr val="EFFBDC"/>
      </a:lt2>
      <a:accent1>
        <a:srgbClr val="B1FF37"/>
      </a:accent1>
      <a:accent2>
        <a:srgbClr val="26720A"/>
      </a:accent2>
      <a:accent3>
        <a:srgbClr val="DDF3B8"/>
      </a:accent3>
      <a:accent4>
        <a:srgbClr val="5B6B50"/>
      </a:accent4>
      <a:accent5>
        <a:srgbClr val="FF7A45"/>
      </a:accent5>
      <a:accent6>
        <a:srgbClr val="B8D98A"/>
      </a:accent6>
      <a:hlink>
        <a:srgbClr val="26720A"/>
      </a:hlink>
      <a:folHlink>
        <a:srgbClr val="5B6B50"/>
      </a:folHlink>
    </a:clrScheme>
    <a:fontScheme name="Cleverbox Grue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TikTok-Algorithmus – Erklärvideo Slides</dc:title>
  <dc:subject>PptxGenJS Presentation</dc:subject>
  <dc:creator>Cleverbox</dc:creator>
  <cp:lastModifiedBy>Cleverbox</cp:lastModifiedBy>
  <cp:revision>1</cp:revision>
  <dcterms:created xsi:type="dcterms:W3CDTF">2026-10-08T05:18:03Z</dcterms:created>
  <dcterms:modified xsi:type="dcterms:W3CDTF">2026-10-08T05:18:03Z</dcterms:modified>
</cp:coreProperties>
</file>