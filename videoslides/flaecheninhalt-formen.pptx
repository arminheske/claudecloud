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Rechteck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Rechtwinkliges Dreieck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Parallelogramm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Trapez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Deltoid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Allgemeines Dreieck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"/>
          <p:cNvSpPr/>
          <p:nvPr/>
        </p:nvSpPr>
        <p:spPr>
          <a:xfrm>
            <a:off x="3048000" y="1905000"/>
            <a:ext cx="6096000" cy="3048000"/>
          </a:xfrm>
          <a:custGeom>
            <a:avLst/>
            <a:gdLst/>
            <a:ahLst/>
            <a:cxnLst/>
            <a:rect l="l" t="t" r="r" b="b"/>
            <a:pathLst>
              <a:path w="6096000" h="3048000">
                <a:moveTo>
                  <a:pt x="0" y="0"/>
                </a:moveTo>
                <a:lnTo>
                  <a:pt x="6096000" y="0"/>
                </a:lnTo>
                <a:lnTo>
                  <a:pt x="6096000" y="3048000"/>
                </a:lnTo>
                <a:lnTo>
                  <a:pt x="0" y="3048000"/>
                </a:lnTo>
                <a:close/>
              </a:path>
            </a:pathLst>
          </a:custGeom>
          <a:solidFill>
            <a:srgbClr val="8DBBF2"/>
          </a:solidFill>
          <a:ln w="76200">
            <a:solidFill>
              <a:srgbClr val="0F2A52"/>
            </a:solidFill>
            <a:prstDash val="solid"/>
          </a:ln>
        </p:spPr>
      </p:sp>
      <p:sp>
        <p:nvSpPr>
          <p:cNvPr id="4" name="Beschriftung 1"/>
          <p:cNvSpPr txBox="1"/>
          <p:nvPr/>
        </p:nvSpPr>
        <p:spPr>
          <a:xfrm>
            <a:off x="5638800" y="52197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3900" dirty="0"/>
          </a:p>
        </p:txBody>
      </p:sp>
      <p:sp>
        <p:nvSpPr>
          <p:cNvPr id="5" name="Beschriftung 2"/>
          <p:cNvSpPr txBox="1"/>
          <p:nvPr/>
        </p:nvSpPr>
        <p:spPr>
          <a:xfrm>
            <a:off x="9258300" y="30861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3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adrat"/>
          <p:cNvSpPr/>
          <p:nvPr/>
        </p:nvSpPr>
        <p:spPr>
          <a:xfrm>
            <a:off x="4191000" y="1524000"/>
            <a:ext cx="3810000" cy="3810000"/>
          </a:xfrm>
          <a:custGeom>
            <a:avLst/>
            <a:gdLst/>
            <a:ahLst/>
            <a:cxnLst/>
            <a:rect l="l" t="t" r="r" b="b"/>
            <a:pathLst>
              <a:path w="3810000" h="3810000">
                <a:moveTo>
                  <a:pt x="0" y="0"/>
                </a:moveTo>
                <a:lnTo>
                  <a:pt x="3810000" y="0"/>
                </a:lnTo>
                <a:lnTo>
                  <a:pt x="3810000" y="3810000"/>
                </a:lnTo>
                <a:lnTo>
                  <a:pt x="0" y="3810000"/>
                </a:lnTo>
                <a:close/>
              </a:path>
            </a:pathLst>
          </a:custGeom>
          <a:solidFill>
            <a:srgbClr val="8DBBF2"/>
          </a:solidFill>
          <a:ln w="76200">
            <a:solidFill>
              <a:srgbClr val="0F2A52"/>
            </a:solidFill>
            <a:prstDash val="solid"/>
          </a:ln>
        </p:spPr>
      </p:sp>
      <p:sp>
        <p:nvSpPr>
          <p:cNvPr id="4" name="Beschriftung 1"/>
          <p:cNvSpPr txBox="1"/>
          <p:nvPr/>
        </p:nvSpPr>
        <p:spPr>
          <a:xfrm>
            <a:off x="5638800" y="56007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3900" dirty="0"/>
          </a:p>
        </p:txBody>
      </p:sp>
      <p:sp>
        <p:nvSpPr>
          <p:cNvPr id="5" name="Beschriftung 2"/>
          <p:cNvSpPr txBox="1"/>
          <p:nvPr/>
        </p:nvSpPr>
        <p:spPr>
          <a:xfrm>
            <a:off x="8115300" y="30861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3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winkliges Dreieck"/>
          <p:cNvSpPr/>
          <p:nvPr/>
        </p:nvSpPr>
        <p:spPr>
          <a:xfrm>
            <a:off x="3048000" y="19050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6096000" h="3429000">
                <a:moveTo>
                  <a:pt x="0" y="3429000"/>
                </a:moveTo>
                <a:lnTo>
                  <a:pt x="6096000" y="3429000"/>
                </a:lnTo>
                <a:lnTo>
                  <a:pt x="0" y="0"/>
                </a:lnTo>
                <a:close/>
              </a:path>
            </a:pathLst>
          </a:custGeom>
          <a:solidFill>
            <a:srgbClr val="8DBBF2"/>
          </a:solidFill>
          <a:ln w="76200">
            <a:solidFill>
              <a:srgbClr val="0F2A52"/>
            </a:solidFill>
            <a:prstDash val="solid"/>
          </a:ln>
        </p:spPr>
      </p:sp>
      <p:sp>
        <p:nvSpPr>
          <p:cNvPr id="4" name="Rechter Winkel 1"/>
          <p:cNvSpPr/>
          <p:nvPr/>
        </p:nvSpPr>
        <p:spPr>
          <a:xfrm>
            <a:off x="3048000" y="4953000"/>
            <a:ext cx="381000" cy="381000"/>
          </a:xfrm>
          <a:prstGeom prst="rect">
            <a:avLst/>
          </a:prstGeom>
          <a:ln w="44450">
            <a:solidFill>
              <a:srgbClr val="14459A"/>
            </a:solidFill>
            <a:prstDash val="solid"/>
          </a:ln>
        </p:spPr>
      </p:sp>
      <p:sp>
        <p:nvSpPr>
          <p:cNvPr id="5" name="Beschriftung 1"/>
          <p:cNvSpPr txBox="1"/>
          <p:nvPr/>
        </p:nvSpPr>
        <p:spPr>
          <a:xfrm>
            <a:off x="5638800" y="56007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3900" dirty="0"/>
          </a:p>
        </p:txBody>
      </p:sp>
      <p:sp>
        <p:nvSpPr>
          <p:cNvPr id="6" name="Beschriftung 2"/>
          <p:cNvSpPr txBox="1"/>
          <p:nvPr/>
        </p:nvSpPr>
        <p:spPr>
          <a:xfrm>
            <a:off x="1981200" y="32766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3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lelogramm"/>
          <p:cNvSpPr/>
          <p:nvPr/>
        </p:nvSpPr>
        <p:spPr>
          <a:xfrm>
            <a:off x="2667000" y="1905000"/>
            <a:ext cx="6858000" cy="3048000"/>
          </a:xfrm>
          <a:custGeom>
            <a:avLst/>
            <a:gdLst/>
            <a:ahLst/>
            <a:cxnLst/>
            <a:rect l="l" t="t" r="r" b="b"/>
            <a:pathLst>
              <a:path w="6858000" h="3048000">
                <a:moveTo>
                  <a:pt x="0" y="3048000"/>
                </a:moveTo>
                <a:lnTo>
                  <a:pt x="5334000" y="3048000"/>
                </a:lnTo>
                <a:lnTo>
                  <a:pt x="6858000" y="0"/>
                </a:lnTo>
                <a:lnTo>
                  <a:pt x="1524000" y="0"/>
                </a:lnTo>
                <a:close/>
              </a:path>
            </a:pathLst>
          </a:custGeom>
          <a:solidFill>
            <a:srgbClr val="8DBBF2"/>
          </a:solidFill>
          <a:ln w="76200">
            <a:solidFill>
              <a:srgbClr val="0F2A52"/>
            </a:solidFill>
            <a:prstDash val="solid"/>
          </a:ln>
        </p:spPr>
      </p:sp>
      <p:sp>
        <p:nvSpPr>
          <p:cNvPr id="4" name="Hilfslinie 1"/>
          <p:cNvSpPr/>
          <p:nvPr/>
        </p:nvSpPr>
        <p:spPr>
          <a:xfrm>
            <a:off x="4191000" y="1905000"/>
            <a:ext cx="0" cy="3048000"/>
          </a:xfrm>
          <a:prstGeom prst="line">
            <a:avLst/>
          </a:prstGeom>
          <a:noFill/>
          <a:ln w="50800">
            <a:solidFill>
              <a:srgbClr val="14459A"/>
            </a:solidFill>
            <a:prstDash val="dash"/>
          </a:ln>
        </p:spPr>
      </p:sp>
      <p:sp>
        <p:nvSpPr>
          <p:cNvPr id="5" name="Rechter Winkel 1"/>
          <p:cNvSpPr/>
          <p:nvPr/>
        </p:nvSpPr>
        <p:spPr>
          <a:xfrm>
            <a:off x="4191000" y="4572000"/>
            <a:ext cx="381000" cy="381000"/>
          </a:xfrm>
          <a:prstGeom prst="rect">
            <a:avLst/>
          </a:prstGeom>
          <a:ln w="44450">
            <a:solidFill>
              <a:srgbClr val="14459A"/>
            </a:solidFill>
            <a:prstDash val="solid"/>
          </a:ln>
        </p:spPr>
      </p:sp>
      <p:sp>
        <p:nvSpPr>
          <p:cNvPr id="6" name="Beschriftung 1"/>
          <p:cNvSpPr txBox="1"/>
          <p:nvPr/>
        </p:nvSpPr>
        <p:spPr>
          <a:xfrm>
            <a:off x="4876800" y="52197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3900" dirty="0"/>
          </a:p>
        </p:txBody>
      </p:sp>
      <p:sp>
        <p:nvSpPr>
          <p:cNvPr id="7" name="Beschriftung 2"/>
          <p:cNvSpPr txBox="1"/>
          <p:nvPr/>
        </p:nvSpPr>
        <p:spPr>
          <a:xfrm>
            <a:off x="4114800" y="30861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</a:t>
            </a:r>
            <a:pPr algn="ctr" indent="0" marL="0">
              <a:buNone/>
            </a:pPr>
            <a:r>
              <a:rPr lang="en-US" sz="3900" b="1" baseline="-40000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3900" dirty="0"/>
          </a:p>
        </p:txBody>
      </p:sp>
      <p:sp>
        <p:nvSpPr>
          <p:cNvPr id="8" name="Beschriftung 3"/>
          <p:cNvSpPr txBox="1"/>
          <p:nvPr/>
        </p:nvSpPr>
        <p:spPr>
          <a:xfrm>
            <a:off x="2476500" y="30480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3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aute"/>
          <p:cNvSpPr/>
          <p:nvPr/>
        </p:nvSpPr>
        <p:spPr>
          <a:xfrm>
            <a:off x="2667000" y="1524000"/>
            <a:ext cx="6858000" cy="3810000"/>
          </a:xfrm>
          <a:custGeom>
            <a:avLst/>
            <a:gdLst/>
            <a:ahLst/>
            <a:cxnLst/>
            <a:rect l="l" t="t" r="r" b="b"/>
            <a:pathLst>
              <a:path w="6858000" h="3810000">
                <a:moveTo>
                  <a:pt x="0" y="1905000"/>
                </a:moveTo>
                <a:lnTo>
                  <a:pt x="3429000" y="0"/>
                </a:lnTo>
                <a:lnTo>
                  <a:pt x="6858000" y="1905000"/>
                </a:lnTo>
                <a:lnTo>
                  <a:pt x="3429000" y="3810000"/>
                </a:lnTo>
                <a:close/>
              </a:path>
            </a:pathLst>
          </a:custGeom>
          <a:solidFill>
            <a:srgbClr val="8DBBF2"/>
          </a:solidFill>
          <a:ln w="76200">
            <a:solidFill>
              <a:srgbClr val="0F2A52"/>
            </a:solidFill>
            <a:prstDash val="solid"/>
          </a:ln>
        </p:spPr>
      </p:sp>
      <p:sp>
        <p:nvSpPr>
          <p:cNvPr id="4" name="Hilfslinie 1"/>
          <p:cNvSpPr/>
          <p:nvPr/>
        </p:nvSpPr>
        <p:spPr>
          <a:xfrm>
            <a:off x="2667000" y="3429000"/>
            <a:ext cx="6858000" cy="0"/>
          </a:xfrm>
          <a:prstGeom prst="line">
            <a:avLst/>
          </a:prstGeom>
          <a:noFill/>
          <a:ln w="50800">
            <a:solidFill>
              <a:srgbClr val="14459A"/>
            </a:solidFill>
            <a:prstDash val="dash"/>
          </a:ln>
        </p:spPr>
      </p:sp>
      <p:sp>
        <p:nvSpPr>
          <p:cNvPr id="5" name="Hilfslinie 2"/>
          <p:cNvSpPr/>
          <p:nvPr/>
        </p:nvSpPr>
        <p:spPr>
          <a:xfrm>
            <a:off x="6096000" y="1524000"/>
            <a:ext cx="0" cy="3810000"/>
          </a:xfrm>
          <a:prstGeom prst="line">
            <a:avLst/>
          </a:prstGeom>
          <a:noFill/>
          <a:ln w="50800">
            <a:solidFill>
              <a:srgbClr val="14459A"/>
            </a:solidFill>
            <a:prstDash val="dash"/>
          </a:ln>
        </p:spPr>
      </p:sp>
      <p:sp>
        <p:nvSpPr>
          <p:cNvPr id="6" name="Rechter Winkel 1"/>
          <p:cNvSpPr/>
          <p:nvPr/>
        </p:nvSpPr>
        <p:spPr>
          <a:xfrm>
            <a:off x="6096000" y="3429000"/>
            <a:ext cx="381000" cy="381000"/>
          </a:xfrm>
          <a:prstGeom prst="rect">
            <a:avLst/>
          </a:prstGeom>
          <a:ln w="44450">
            <a:solidFill>
              <a:srgbClr val="14459A"/>
            </a:solidFill>
            <a:prstDash val="solid"/>
          </a:ln>
        </p:spPr>
      </p:sp>
      <p:sp>
        <p:nvSpPr>
          <p:cNvPr id="7" name="Beschriftung 1"/>
          <p:cNvSpPr txBox="1"/>
          <p:nvPr/>
        </p:nvSpPr>
        <p:spPr>
          <a:xfrm>
            <a:off x="7620000" y="28194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</a:t>
            </a:r>
            <a:endParaRPr lang="en-US" sz="3900" dirty="0"/>
          </a:p>
        </p:txBody>
      </p:sp>
      <p:sp>
        <p:nvSpPr>
          <p:cNvPr id="8" name="Beschriftung 2"/>
          <p:cNvSpPr txBox="1"/>
          <p:nvPr/>
        </p:nvSpPr>
        <p:spPr>
          <a:xfrm>
            <a:off x="5943600" y="19431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</a:t>
            </a:r>
            <a:endParaRPr lang="en-US" sz="3900" dirty="0"/>
          </a:p>
        </p:txBody>
      </p:sp>
      <p:sp>
        <p:nvSpPr>
          <p:cNvPr id="9" name="Beschriftung 3"/>
          <p:cNvSpPr txBox="1"/>
          <p:nvPr/>
        </p:nvSpPr>
        <p:spPr>
          <a:xfrm>
            <a:off x="7734300" y="18288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3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apez"/>
          <p:cNvSpPr/>
          <p:nvPr/>
        </p:nvSpPr>
        <p:spPr>
          <a:xfrm>
            <a:off x="2286000" y="1905000"/>
            <a:ext cx="7620000" cy="3429000"/>
          </a:xfrm>
          <a:custGeom>
            <a:avLst/>
            <a:gdLst/>
            <a:ahLst/>
            <a:cxnLst/>
            <a:rect l="l" t="t" r="r" b="b"/>
            <a:pathLst>
              <a:path w="7620000" h="3429000">
                <a:moveTo>
                  <a:pt x="0" y="3429000"/>
                </a:moveTo>
                <a:lnTo>
                  <a:pt x="7620000" y="3429000"/>
                </a:lnTo>
                <a:lnTo>
                  <a:pt x="5715000" y="0"/>
                </a:lnTo>
                <a:lnTo>
                  <a:pt x="1905000" y="0"/>
                </a:lnTo>
                <a:close/>
              </a:path>
            </a:pathLst>
          </a:custGeom>
          <a:solidFill>
            <a:srgbClr val="8DBBF2"/>
          </a:solidFill>
          <a:ln w="76200">
            <a:solidFill>
              <a:srgbClr val="0F2A52"/>
            </a:solidFill>
            <a:prstDash val="solid"/>
          </a:ln>
        </p:spPr>
      </p:sp>
      <p:sp>
        <p:nvSpPr>
          <p:cNvPr id="4" name="Hilfslinie 1"/>
          <p:cNvSpPr/>
          <p:nvPr/>
        </p:nvSpPr>
        <p:spPr>
          <a:xfrm>
            <a:off x="4191000" y="1905000"/>
            <a:ext cx="0" cy="3429000"/>
          </a:xfrm>
          <a:prstGeom prst="line">
            <a:avLst/>
          </a:prstGeom>
          <a:noFill/>
          <a:ln w="50800">
            <a:solidFill>
              <a:srgbClr val="14459A"/>
            </a:solidFill>
            <a:prstDash val="dash"/>
          </a:ln>
        </p:spPr>
      </p:sp>
      <p:sp>
        <p:nvSpPr>
          <p:cNvPr id="5" name="Rechter Winkel 1"/>
          <p:cNvSpPr/>
          <p:nvPr/>
        </p:nvSpPr>
        <p:spPr>
          <a:xfrm>
            <a:off x="4191000" y="4953000"/>
            <a:ext cx="381000" cy="381000"/>
          </a:xfrm>
          <a:prstGeom prst="rect">
            <a:avLst/>
          </a:prstGeom>
          <a:ln w="44450">
            <a:solidFill>
              <a:srgbClr val="14459A"/>
            </a:solidFill>
            <a:prstDash val="solid"/>
          </a:ln>
        </p:spPr>
      </p:sp>
      <p:sp>
        <p:nvSpPr>
          <p:cNvPr id="6" name="Beschriftung 1"/>
          <p:cNvSpPr txBox="1"/>
          <p:nvPr/>
        </p:nvSpPr>
        <p:spPr>
          <a:xfrm>
            <a:off x="5638800" y="56007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3900" dirty="0"/>
          </a:p>
        </p:txBody>
      </p:sp>
      <p:sp>
        <p:nvSpPr>
          <p:cNvPr id="7" name="Beschriftung 2"/>
          <p:cNvSpPr txBox="1"/>
          <p:nvPr/>
        </p:nvSpPr>
        <p:spPr>
          <a:xfrm>
            <a:off x="5638800" y="10668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3900" dirty="0"/>
          </a:p>
        </p:txBody>
      </p:sp>
      <p:sp>
        <p:nvSpPr>
          <p:cNvPr id="8" name="Beschriftung 3"/>
          <p:cNvSpPr txBox="1"/>
          <p:nvPr/>
        </p:nvSpPr>
        <p:spPr>
          <a:xfrm>
            <a:off x="3390900" y="32766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</a:t>
            </a:r>
            <a:endParaRPr lang="en-US" sz="3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ltoid"/>
          <p:cNvSpPr/>
          <p:nvPr/>
        </p:nvSpPr>
        <p:spPr>
          <a:xfrm>
            <a:off x="3429000" y="1143000"/>
            <a:ext cx="5334000" cy="4572000"/>
          </a:xfrm>
          <a:custGeom>
            <a:avLst/>
            <a:gdLst/>
            <a:ahLst/>
            <a:cxnLst/>
            <a:rect l="l" t="t" r="r" b="b"/>
            <a:pathLst>
              <a:path w="5334000" h="4572000">
                <a:moveTo>
                  <a:pt x="2667000" y="0"/>
                </a:moveTo>
                <a:lnTo>
                  <a:pt x="5334000" y="1524000"/>
                </a:lnTo>
                <a:lnTo>
                  <a:pt x="2667000" y="4572000"/>
                </a:lnTo>
                <a:lnTo>
                  <a:pt x="0" y="1524000"/>
                </a:lnTo>
                <a:close/>
              </a:path>
            </a:pathLst>
          </a:custGeom>
          <a:solidFill>
            <a:srgbClr val="8DBBF2"/>
          </a:solidFill>
          <a:ln w="76200">
            <a:solidFill>
              <a:srgbClr val="0F2A52"/>
            </a:solidFill>
            <a:prstDash val="solid"/>
          </a:ln>
        </p:spPr>
      </p:sp>
      <p:sp>
        <p:nvSpPr>
          <p:cNvPr id="4" name="Hilfslinie 1"/>
          <p:cNvSpPr/>
          <p:nvPr/>
        </p:nvSpPr>
        <p:spPr>
          <a:xfrm>
            <a:off x="6096000" y="1143000"/>
            <a:ext cx="0" cy="4572000"/>
          </a:xfrm>
          <a:prstGeom prst="line">
            <a:avLst/>
          </a:prstGeom>
          <a:noFill/>
          <a:ln w="50800">
            <a:solidFill>
              <a:srgbClr val="14459A"/>
            </a:solidFill>
            <a:prstDash val="dash"/>
          </a:ln>
        </p:spPr>
      </p:sp>
      <p:sp>
        <p:nvSpPr>
          <p:cNvPr id="5" name="Hilfslinie 2"/>
          <p:cNvSpPr/>
          <p:nvPr/>
        </p:nvSpPr>
        <p:spPr>
          <a:xfrm>
            <a:off x="3429000" y="2667000"/>
            <a:ext cx="5334000" cy="0"/>
          </a:xfrm>
          <a:prstGeom prst="line">
            <a:avLst/>
          </a:prstGeom>
          <a:noFill/>
          <a:ln w="50800">
            <a:solidFill>
              <a:srgbClr val="14459A"/>
            </a:solidFill>
            <a:prstDash val="dash"/>
          </a:ln>
        </p:spPr>
      </p:sp>
      <p:sp>
        <p:nvSpPr>
          <p:cNvPr id="6" name="Rechter Winkel 1"/>
          <p:cNvSpPr/>
          <p:nvPr/>
        </p:nvSpPr>
        <p:spPr>
          <a:xfrm>
            <a:off x="6096000" y="2667000"/>
            <a:ext cx="381000" cy="381000"/>
          </a:xfrm>
          <a:prstGeom prst="rect">
            <a:avLst/>
          </a:prstGeom>
          <a:ln w="44450">
            <a:solidFill>
              <a:srgbClr val="14459A"/>
            </a:solidFill>
            <a:prstDash val="solid"/>
          </a:ln>
        </p:spPr>
      </p:sp>
      <p:sp>
        <p:nvSpPr>
          <p:cNvPr id="7" name="Beschriftung 1"/>
          <p:cNvSpPr txBox="1"/>
          <p:nvPr/>
        </p:nvSpPr>
        <p:spPr>
          <a:xfrm>
            <a:off x="5943600" y="40767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</a:t>
            </a:r>
            <a:endParaRPr lang="en-US" sz="3900" dirty="0"/>
          </a:p>
        </p:txBody>
      </p:sp>
      <p:sp>
        <p:nvSpPr>
          <p:cNvPr id="8" name="Beschriftung 2"/>
          <p:cNvSpPr txBox="1"/>
          <p:nvPr/>
        </p:nvSpPr>
        <p:spPr>
          <a:xfrm>
            <a:off x="7162800" y="19812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</a:t>
            </a:r>
            <a:endParaRPr lang="en-US" sz="3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lgemeines Dreieck"/>
          <p:cNvSpPr/>
          <p:nvPr/>
        </p:nvSpPr>
        <p:spPr>
          <a:xfrm>
            <a:off x="2667000" y="1752600"/>
            <a:ext cx="6858000" cy="3581400"/>
          </a:xfrm>
          <a:custGeom>
            <a:avLst/>
            <a:gdLst/>
            <a:ahLst/>
            <a:cxnLst/>
            <a:rect l="l" t="t" r="r" b="b"/>
            <a:pathLst>
              <a:path w="6858000" h="3581400">
                <a:moveTo>
                  <a:pt x="0" y="3581400"/>
                </a:moveTo>
                <a:lnTo>
                  <a:pt x="6858000" y="3581400"/>
                </a:lnTo>
                <a:lnTo>
                  <a:pt x="3810000" y="0"/>
                </a:lnTo>
                <a:close/>
              </a:path>
            </a:pathLst>
          </a:custGeom>
          <a:solidFill>
            <a:srgbClr val="8DBBF2"/>
          </a:solidFill>
          <a:ln w="76200">
            <a:solidFill>
              <a:srgbClr val="0F2A52"/>
            </a:solidFill>
            <a:prstDash val="solid"/>
          </a:ln>
        </p:spPr>
      </p:sp>
      <p:sp>
        <p:nvSpPr>
          <p:cNvPr id="4" name="Hilfslinie 1"/>
          <p:cNvSpPr/>
          <p:nvPr/>
        </p:nvSpPr>
        <p:spPr>
          <a:xfrm>
            <a:off x="6477000" y="1752600"/>
            <a:ext cx="0" cy="3581400"/>
          </a:xfrm>
          <a:prstGeom prst="line">
            <a:avLst/>
          </a:prstGeom>
          <a:noFill/>
          <a:ln w="50800">
            <a:solidFill>
              <a:srgbClr val="14459A"/>
            </a:solidFill>
            <a:prstDash val="dash"/>
          </a:ln>
        </p:spPr>
      </p:sp>
      <p:sp>
        <p:nvSpPr>
          <p:cNvPr id="5" name="Rechter Winkel 1"/>
          <p:cNvSpPr/>
          <p:nvPr/>
        </p:nvSpPr>
        <p:spPr>
          <a:xfrm>
            <a:off x="6477000" y="4953000"/>
            <a:ext cx="381000" cy="381000"/>
          </a:xfrm>
          <a:prstGeom prst="rect">
            <a:avLst/>
          </a:prstGeom>
          <a:ln w="44450">
            <a:solidFill>
              <a:srgbClr val="14459A"/>
            </a:solidFill>
            <a:prstDash val="solid"/>
          </a:ln>
        </p:spPr>
      </p:sp>
      <p:sp>
        <p:nvSpPr>
          <p:cNvPr id="6" name="Beschriftung 1"/>
          <p:cNvSpPr txBox="1"/>
          <p:nvPr/>
        </p:nvSpPr>
        <p:spPr>
          <a:xfrm>
            <a:off x="5638800" y="56007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3900" dirty="0"/>
          </a:p>
        </p:txBody>
      </p:sp>
      <p:sp>
        <p:nvSpPr>
          <p:cNvPr id="7" name="Beschriftung 2"/>
          <p:cNvSpPr txBox="1"/>
          <p:nvPr/>
        </p:nvSpPr>
        <p:spPr>
          <a:xfrm>
            <a:off x="5676900" y="33147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</a:t>
            </a:r>
            <a:pPr algn="ctr" indent="0" marL="0">
              <a:buNone/>
            </a:pPr>
            <a:r>
              <a:rPr lang="en-US" sz="3900" b="1" baseline="-40000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3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Flächeninhalt – Formen</dc:title>
  <dc:subject>PptxGenJS Presentation</dc:subject>
  <dc:creator>PptxGenJS</dc:creator>
  <cp:lastModifiedBy>PptxGenJS</cp:lastModifiedBy>
  <cp:revision>1</cp:revision>
  <dcterms:created xsi:type="dcterms:W3CDTF">2026-10-22T13:16:48Z</dcterms:created>
  <dcterms:modified xsi:type="dcterms:W3CDTF">2026-10-22T13:16:48Z</dcterms:modified>
</cp:coreProperties>
</file>