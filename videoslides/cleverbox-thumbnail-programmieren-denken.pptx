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YouTube-Thumbnail 1280x720, alle Teile sind getrennte Ebenen.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8F6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claudecloud/e6fd89b8-16f1-562a-9866-3e9dc57faca6/scratchpad/bg-d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el 1"/>
          <p:cNvSpPr txBox="1"/>
          <p:nvPr/>
        </p:nvSpPr>
        <p:spPr>
          <a:xfrm>
            <a:off x="476250" y="247650"/>
            <a:ext cx="11430000" cy="1047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800" b="1" i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LERNST DU RICHTIG</a:t>
            </a:r>
            <a:endParaRPr lang="en-US" sz="6800" dirty="0"/>
          </a:p>
        </p:txBody>
      </p:sp>
      <p:sp>
        <p:nvSpPr>
          <p:cNvPr id="4" name="Marker-Balken"/>
          <p:cNvSpPr/>
          <p:nvPr/>
        </p:nvSpPr>
        <p:spPr>
          <a:xfrm>
            <a:off x="323850" y="1343025"/>
            <a:ext cx="10958959" cy="1200150"/>
          </a:xfrm>
          <a:prstGeom prst="roundRect">
            <a:avLst>
              <a:gd name="adj" fmla="val 13714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5" name="Titel 2"/>
          <p:cNvSpPr txBox="1"/>
          <p:nvPr/>
        </p:nvSpPr>
        <p:spPr>
          <a:xfrm>
            <a:off x="476250" y="1257300"/>
            <a:ext cx="11430000" cy="1314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400" b="1" i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PROGRAMMIEREN</a:t>
            </a:r>
            <a:endParaRPr lang="en-US" sz="8400" dirty="0"/>
          </a:p>
        </p:txBody>
      </p:sp>
      <p:sp>
        <p:nvSpPr>
          <p:cNvPr id="6" name="Unterzeile-Fläche"/>
          <p:cNvSpPr/>
          <p:nvPr/>
        </p:nvSpPr>
        <p:spPr>
          <a:xfrm>
            <a:off x="476250" y="2781300"/>
            <a:ext cx="6746379" cy="914400"/>
          </a:xfrm>
          <a:prstGeom prst="roundRect">
            <a:avLst>
              <a:gd name="adj" fmla="val 14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Unterzeile"/>
          <p:cNvSpPr txBox="1"/>
          <p:nvPr/>
        </p:nvSpPr>
        <p:spPr>
          <a:xfrm>
            <a:off x="742950" y="2781300"/>
            <a:ext cx="6479679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100" b="1" i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DENKEN VOR SYNTAX</a:t>
            </a:r>
            <a:endParaRPr lang="en-US" sz="4100" dirty="0"/>
          </a:p>
        </p:txBody>
      </p:sp>
      <p:sp>
        <p:nvSpPr>
          <p:cNvPr id="8" name="Chip Karel the Robot"/>
          <p:cNvSpPr/>
          <p:nvPr/>
        </p:nvSpPr>
        <p:spPr>
          <a:xfrm>
            <a:off x="476250" y="3943350"/>
            <a:ext cx="2622054" cy="590550"/>
          </a:xfrm>
          <a:prstGeom prst="roundRect">
            <a:avLst>
              <a:gd name="adj" fmla="val 21677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9" name="Chip-Text Karel the Robot"/>
          <p:cNvSpPr txBox="1"/>
          <p:nvPr/>
        </p:nvSpPr>
        <p:spPr>
          <a:xfrm>
            <a:off x="476250" y="3943350"/>
            <a:ext cx="2622054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Karel the Robot</a:t>
            </a:r>
            <a:endParaRPr lang="en-US" sz="2200" dirty="0"/>
          </a:p>
        </p:txBody>
      </p:sp>
      <p:sp>
        <p:nvSpPr>
          <p:cNvPr id="10" name="Chip 21 Level"/>
          <p:cNvSpPr/>
          <p:nvPr/>
        </p:nvSpPr>
        <p:spPr>
          <a:xfrm>
            <a:off x="3231654" y="3943350"/>
            <a:ext cx="1528316" cy="590550"/>
          </a:xfrm>
          <a:prstGeom prst="roundRect">
            <a:avLst>
              <a:gd name="adj" fmla="val 21677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1" name="Chip-Text 21 Level"/>
          <p:cNvSpPr txBox="1"/>
          <p:nvPr/>
        </p:nvSpPr>
        <p:spPr>
          <a:xfrm>
            <a:off x="3231654" y="3943350"/>
            <a:ext cx="1528316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Level</a:t>
            </a:r>
            <a:endParaRPr lang="en-US" sz="2200" dirty="0"/>
          </a:p>
        </p:txBody>
      </p:sp>
      <p:sp>
        <p:nvSpPr>
          <p:cNvPr id="12" name="Chip ohne Anmeldung"/>
          <p:cNvSpPr/>
          <p:nvPr/>
        </p:nvSpPr>
        <p:spPr>
          <a:xfrm>
            <a:off x="476250" y="4686300"/>
            <a:ext cx="2886968" cy="590550"/>
          </a:xfrm>
          <a:prstGeom prst="roundRect">
            <a:avLst>
              <a:gd name="adj" fmla="val 21677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Chip-Text ohne Anmeldung"/>
          <p:cNvSpPr txBox="1"/>
          <p:nvPr/>
        </p:nvSpPr>
        <p:spPr>
          <a:xfrm>
            <a:off x="476250" y="4686300"/>
            <a:ext cx="2886968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ohne Anmeldung</a:t>
            </a:r>
            <a:endParaRPr lang="en-US" sz="2200" dirty="0"/>
          </a:p>
        </p:txBody>
      </p:sp>
      <p:sp>
        <p:nvSpPr>
          <p:cNvPr id="14" name="Chip kostenlos"/>
          <p:cNvSpPr/>
          <p:nvPr/>
        </p:nvSpPr>
        <p:spPr>
          <a:xfrm>
            <a:off x="3496568" y="4686300"/>
            <a:ext cx="1790700" cy="590550"/>
          </a:xfrm>
          <a:prstGeom prst="roundRect">
            <a:avLst>
              <a:gd name="adj" fmla="val 21677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5" name="Chip-Text kostenlos"/>
          <p:cNvSpPr txBox="1"/>
          <p:nvPr/>
        </p:nvSpPr>
        <p:spPr>
          <a:xfrm>
            <a:off x="3496568" y="4686300"/>
            <a:ext cx="179070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kostenlos</a:t>
            </a:r>
            <a:endParaRPr lang="en-US" sz="2200" dirty="0"/>
          </a:p>
        </p:txBody>
      </p:sp>
      <p:sp>
        <p:nvSpPr>
          <p:cNvPr id="16" name="Fenster"/>
          <p:cNvSpPr/>
          <p:nvPr/>
        </p:nvSpPr>
        <p:spPr>
          <a:xfrm>
            <a:off x="7581900" y="2695575"/>
            <a:ext cx="4229100" cy="3876675"/>
          </a:xfrm>
          <a:prstGeom prst="roundRect">
            <a:avLst>
              <a:gd name="adj" fmla="val 1651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17" name="Fenster-Kopf"/>
          <p:cNvSpPr/>
          <p:nvPr/>
        </p:nvSpPr>
        <p:spPr>
          <a:xfrm>
            <a:off x="7581900" y="2695575"/>
            <a:ext cx="4229100" cy="394716"/>
          </a:xfrm>
          <a:prstGeom prst="roundRect">
            <a:avLst>
              <a:gd name="adj" fmla="val 16216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8" name="Fenster-Kopf-Füllung"/>
          <p:cNvSpPr/>
          <p:nvPr/>
        </p:nvSpPr>
        <p:spPr>
          <a:xfrm>
            <a:off x="7581900" y="2907030"/>
            <a:ext cx="4229100" cy="183261"/>
          </a:xfrm>
          <a:prstGeom prst="roundRec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9" name="Fensterpunkt 1"/>
          <p:cNvSpPr/>
          <p:nvPr/>
        </p:nvSpPr>
        <p:spPr>
          <a:xfrm>
            <a:off x="7736967" y="2836545"/>
            <a:ext cx="112776" cy="112776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0" name="Fensterpunkt 2"/>
          <p:cNvSpPr/>
          <p:nvPr/>
        </p:nvSpPr>
        <p:spPr>
          <a:xfrm>
            <a:off x="7920228" y="2836545"/>
            <a:ext cx="112776" cy="112776"/>
          </a:xfrm>
          <a:prstGeom prst="ellipse">
            <a:avLst/>
          </a:prstGeom>
          <a:solidFill>
            <a:srgbClr val="6FCF3C"/>
          </a:solidFill>
          <a:ln w="12700">
            <a:solidFill>
              <a:srgbClr val="6FCF3C"/>
            </a:solidFill>
            <a:prstDash val="solid"/>
          </a:ln>
        </p:spPr>
      </p:sp>
      <p:sp>
        <p:nvSpPr>
          <p:cNvPr id="21" name="Fensterpunkt 3"/>
          <p:cNvSpPr/>
          <p:nvPr/>
        </p:nvSpPr>
        <p:spPr>
          <a:xfrm>
            <a:off x="8103489" y="2836545"/>
            <a:ext cx="112776" cy="112776"/>
          </a:xfrm>
          <a:prstGeom prst="ellipse">
            <a:avLst/>
          </a:prstGeom>
          <a:solidFill>
            <a:srgbClr val="B8D98A"/>
          </a:solidFill>
          <a:ln w="12700">
            <a:solidFill>
              <a:srgbClr val="B8D98A"/>
            </a:solidFill>
            <a:prstDash val="solid"/>
          </a:ln>
        </p:spPr>
      </p:sp>
      <p:sp>
        <p:nvSpPr>
          <p:cNvPr id="22" name="Fenster-Titel"/>
          <p:cNvSpPr txBox="1"/>
          <p:nvPr/>
        </p:nvSpPr>
        <p:spPr>
          <a:xfrm>
            <a:off x="8498205" y="2695575"/>
            <a:ext cx="2960370" cy="3947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Programmieren</a:t>
            </a:r>
            <a:endParaRPr lang="en-US" sz="1100" dirty="0"/>
          </a:p>
        </p:txBody>
      </p:sp>
      <p:sp>
        <p:nvSpPr>
          <p:cNvPr id="23" name="Block Wiederhole 1"/>
          <p:cNvSpPr/>
          <p:nvPr/>
        </p:nvSpPr>
        <p:spPr>
          <a:xfrm>
            <a:off x="7751064" y="3203067"/>
            <a:ext cx="1663446" cy="789432"/>
          </a:xfrm>
          <a:prstGeom prst="roundRect">
            <a:avLst>
              <a:gd name="adj" fmla="val 139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4" name="Block Wiederhole 1 Text"/>
          <p:cNvSpPr txBox="1"/>
          <p:nvPr/>
        </p:nvSpPr>
        <p:spPr>
          <a:xfrm>
            <a:off x="7849743" y="3217164"/>
            <a:ext cx="14097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Wiederhole 3 mal</a:t>
            </a:r>
            <a:endParaRPr lang="en-US" sz="1000" dirty="0"/>
          </a:p>
        </p:txBody>
      </p:sp>
      <p:sp>
        <p:nvSpPr>
          <p:cNvPr id="25" name="Block Schritt 1"/>
          <p:cNvSpPr/>
          <p:nvPr/>
        </p:nvSpPr>
        <p:spPr>
          <a:xfrm>
            <a:off x="7892034" y="3513201"/>
            <a:ext cx="1381506" cy="366522"/>
          </a:xfrm>
          <a:prstGeom prst="roundRect">
            <a:avLst>
              <a:gd name="adj" fmla="val 24948"/>
            </a:avLst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6" name="Block Schritt 1 Text"/>
          <p:cNvSpPr txBox="1"/>
          <p:nvPr/>
        </p:nvSpPr>
        <p:spPr>
          <a:xfrm>
            <a:off x="7990713" y="3513201"/>
            <a:ext cx="1240536" cy="3665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Schritt vorwärts</a:t>
            </a:r>
            <a:endParaRPr lang="en-US" sz="900" dirty="0"/>
          </a:p>
        </p:txBody>
      </p:sp>
      <p:sp>
        <p:nvSpPr>
          <p:cNvPr id="27" name="Block Links"/>
          <p:cNvSpPr/>
          <p:nvPr/>
        </p:nvSpPr>
        <p:spPr>
          <a:xfrm>
            <a:off x="7751064" y="4077081"/>
            <a:ext cx="1663446" cy="366522"/>
          </a:xfrm>
          <a:prstGeom prst="roundRect">
            <a:avLst>
              <a:gd name="adj" fmla="val 24948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8" name="Block Links Text"/>
          <p:cNvSpPr txBox="1"/>
          <p:nvPr/>
        </p:nvSpPr>
        <p:spPr>
          <a:xfrm>
            <a:off x="7849743" y="4077081"/>
            <a:ext cx="1522476" cy="3665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Links drehen</a:t>
            </a:r>
            <a:endParaRPr lang="en-US" sz="900" dirty="0"/>
          </a:p>
        </p:txBody>
      </p:sp>
      <p:sp>
        <p:nvSpPr>
          <p:cNvPr id="29" name="Block Wiederhole 2"/>
          <p:cNvSpPr/>
          <p:nvPr/>
        </p:nvSpPr>
        <p:spPr>
          <a:xfrm>
            <a:off x="7751064" y="4528185"/>
            <a:ext cx="1663446" cy="789432"/>
          </a:xfrm>
          <a:prstGeom prst="roundRect">
            <a:avLst>
              <a:gd name="adj" fmla="val 139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0" name="Block Wiederhole 2 Text"/>
          <p:cNvSpPr txBox="1"/>
          <p:nvPr/>
        </p:nvSpPr>
        <p:spPr>
          <a:xfrm>
            <a:off x="7849743" y="4542282"/>
            <a:ext cx="14097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Wiederhole 3 mal</a:t>
            </a:r>
            <a:endParaRPr lang="en-US" sz="1000" dirty="0"/>
          </a:p>
        </p:txBody>
      </p:sp>
      <p:sp>
        <p:nvSpPr>
          <p:cNvPr id="31" name="Block Schritt 2"/>
          <p:cNvSpPr/>
          <p:nvPr/>
        </p:nvSpPr>
        <p:spPr>
          <a:xfrm>
            <a:off x="7892034" y="4838319"/>
            <a:ext cx="1381506" cy="366522"/>
          </a:xfrm>
          <a:prstGeom prst="roundRect">
            <a:avLst>
              <a:gd name="adj" fmla="val 24948"/>
            </a:avLst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32" name="Block Schritt 2 Text"/>
          <p:cNvSpPr txBox="1"/>
          <p:nvPr/>
        </p:nvSpPr>
        <p:spPr>
          <a:xfrm>
            <a:off x="7990713" y="4838319"/>
            <a:ext cx="1240536" cy="3665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Schritt vorwärts</a:t>
            </a:r>
            <a:endParaRPr lang="en-US" sz="900" dirty="0"/>
          </a:p>
        </p:txBody>
      </p:sp>
      <p:sp>
        <p:nvSpPr>
          <p:cNvPr id="33" name="Feld 1-1"/>
          <p:cNvSpPr/>
          <p:nvPr/>
        </p:nvSpPr>
        <p:spPr>
          <a:xfrm>
            <a:off x="9640062" y="3259455"/>
            <a:ext cx="535686" cy="535686"/>
          </a:xfrm>
          <a:prstGeom prst="roundRect">
            <a:avLst/>
          </a:prstGeom>
          <a:solidFill>
            <a:srgbClr val="FBFFF4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34" name="Feld 1-2"/>
          <p:cNvSpPr/>
          <p:nvPr/>
        </p:nvSpPr>
        <p:spPr>
          <a:xfrm>
            <a:off x="10175748" y="3259455"/>
            <a:ext cx="535686" cy="535686"/>
          </a:xfrm>
          <a:prstGeom prst="roundRect">
            <a:avLst/>
          </a:prstGeom>
          <a:solidFill>
            <a:srgbClr val="DDF3B8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35" name="Feld 1-3"/>
          <p:cNvSpPr/>
          <p:nvPr/>
        </p:nvSpPr>
        <p:spPr>
          <a:xfrm>
            <a:off x="10711434" y="3259455"/>
            <a:ext cx="535686" cy="535686"/>
          </a:xfrm>
          <a:prstGeom prst="roundRect">
            <a:avLst/>
          </a:prstGeom>
          <a:solidFill>
            <a:srgbClr val="FBFFF4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36" name="Feld 1-4"/>
          <p:cNvSpPr/>
          <p:nvPr/>
        </p:nvSpPr>
        <p:spPr>
          <a:xfrm>
            <a:off x="11247120" y="3259455"/>
            <a:ext cx="535686" cy="535686"/>
          </a:xfrm>
          <a:prstGeom prst="roundRect">
            <a:avLst/>
          </a:prstGeom>
          <a:solidFill>
            <a:srgbClr val="DDF3B8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37" name="Feld 2-1"/>
          <p:cNvSpPr/>
          <p:nvPr/>
        </p:nvSpPr>
        <p:spPr>
          <a:xfrm>
            <a:off x="9640062" y="3795141"/>
            <a:ext cx="535686" cy="535686"/>
          </a:xfrm>
          <a:prstGeom prst="roundRect">
            <a:avLst/>
          </a:prstGeom>
          <a:solidFill>
            <a:srgbClr val="DDF3B8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38" name="Feld 2-2"/>
          <p:cNvSpPr/>
          <p:nvPr/>
        </p:nvSpPr>
        <p:spPr>
          <a:xfrm>
            <a:off x="10175748" y="3795141"/>
            <a:ext cx="535686" cy="535686"/>
          </a:xfrm>
          <a:prstGeom prst="roundRect">
            <a:avLst/>
          </a:prstGeom>
          <a:solidFill>
            <a:srgbClr val="FBFFF4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39" name="Feld 2-3"/>
          <p:cNvSpPr/>
          <p:nvPr/>
        </p:nvSpPr>
        <p:spPr>
          <a:xfrm>
            <a:off x="10711434" y="3795141"/>
            <a:ext cx="535686" cy="535686"/>
          </a:xfrm>
          <a:prstGeom prst="roundRect">
            <a:avLst/>
          </a:prstGeom>
          <a:solidFill>
            <a:srgbClr val="DDF3B8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40" name="Feld 2-4"/>
          <p:cNvSpPr/>
          <p:nvPr/>
        </p:nvSpPr>
        <p:spPr>
          <a:xfrm>
            <a:off x="11247120" y="3795141"/>
            <a:ext cx="535686" cy="535686"/>
          </a:xfrm>
          <a:prstGeom prst="roundRect">
            <a:avLst/>
          </a:prstGeom>
          <a:solidFill>
            <a:srgbClr val="FBFFF4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41" name="Feld 3-1"/>
          <p:cNvSpPr/>
          <p:nvPr/>
        </p:nvSpPr>
        <p:spPr>
          <a:xfrm>
            <a:off x="9640062" y="4330827"/>
            <a:ext cx="535686" cy="535686"/>
          </a:xfrm>
          <a:prstGeom prst="roundRect">
            <a:avLst/>
          </a:prstGeom>
          <a:solidFill>
            <a:srgbClr val="FBFFF4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42" name="Feld 3-2"/>
          <p:cNvSpPr/>
          <p:nvPr/>
        </p:nvSpPr>
        <p:spPr>
          <a:xfrm>
            <a:off x="10175748" y="4330827"/>
            <a:ext cx="535686" cy="535686"/>
          </a:xfrm>
          <a:prstGeom prst="roundRect">
            <a:avLst/>
          </a:prstGeom>
          <a:solidFill>
            <a:srgbClr val="DDF3B8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43" name="Feld 3-3"/>
          <p:cNvSpPr/>
          <p:nvPr/>
        </p:nvSpPr>
        <p:spPr>
          <a:xfrm>
            <a:off x="10711434" y="4330827"/>
            <a:ext cx="535686" cy="535686"/>
          </a:xfrm>
          <a:prstGeom prst="roundRect">
            <a:avLst/>
          </a:prstGeom>
          <a:solidFill>
            <a:srgbClr val="FBFFF4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44" name="Feld 3-4"/>
          <p:cNvSpPr/>
          <p:nvPr/>
        </p:nvSpPr>
        <p:spPr>
          <a:xfrm>
            <a:off x="11247120" y="4330827"/>
            <a:ext cx="535686" cy="535686"/>
          </a:xfrm>
          <a:prstGeom prst="roundRect">
            <a:avLst/>
          </a:prstGeom>
          <a:solidFill>
            <a:srgbClr val="DDF3B8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45" name="Feld 4-1"/>
          <p:cNvSpPr/>
          <p:nvPr/>
        </p:nvSpPr>
        <p:spPr>
          <a:xfrm>
            <a:off x="9640062" y="4866513"/>
            <a:ext cx="535686" cy="535686"/>
          </a:xfrm>
          <a:prstGeom prst="roundRect">
            <a:avLst/>
          </a:prstGeom>
          <a:solidFill>
            <a:srgbClr val="DDF3B8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46" name="Feld 4-2"/>
          <p:cNvSpPr/>
          <p:nvPr/>
        </p:nvSpPr>
        <p:spPr>
          <a:xfrm>
            <a:off x="10175748" y="4866513"/>
            <a:ext cx="535686" cy="535686"/>
          </a:xfrm>
          <a:prstGeom prst="roundRect">
            <a:avLst/>
          </a:prstGeom>
          <a:solidFill>
            <a:srgbClr val="FBFFF4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47" name="Feld 4-3"/>
          <p:cNvSpPr/>
          <p:nvPr/>
        </p:nvSpPr>
        <p:spPr>
          <a:xfrm>
            <a:off x="10711434" y="4866513"/>
            <a:ext cx="535686" cy="535686"/>
          </a:xfrm>
          <a:prstGeom prst="roundRect">
            <a:avLst/>
          </a:prstGeom>
          <a:solidFill>
            <a:srgbClr val="DDF3B8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48" name="Feld 4-4"/>
          <p:cNvSpPr/>
          <p:nvPr/>
        </p:nvSpPr>
        <p:spPr>
          <a:xfrm>
            <a:off x="11247120" y="4866513"/>
            <a:ext cx="535686" cy="535686"/>
          </a:xfrm>
          <a:prstGeom prst="roundRect">
            <a:avLst/>
          </a:prstGeom>
          <a:solidFill>
            <a:srgbClr val="FBFFF4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49" name="Weg 1"/>
          <p:cNvSpPr/>
          <p:nvPr/>
        </p:nvSpPr>
        <p:spPr>
          <a:xfrm>
            <a:off x="11465623" y="4549331"/>
            <a:ext cx="98679" cy="98679"/>
          </a:xfrm>
          <a:prstGeom prst="ellipse">
            <a:avLst/>
          </a:prstGeom>
          <a:solidFill>
            <a:srgbClr val="B1FF37"/>
          </a:solidFill>
          <a:ln w="19050">
            <a:solidFill>
              <a:srgbClr val="26720A"/>
            </a:solidFill>
            <a:prstDash val="solid"/>
          </a:ln>
        </p:spPr>
      </p:sp>
      <p:sp>
        <p:nvSpPr>
          <p:cNvPr id="50" name="Weg 2"/>
          <p:cNvSpPr/>
          <p:nvPr/>
        </p:nvSpPr>
        <p:spPr>
          <a:xfrm>
            <a:off x="11465623" y="4013645"/>
            <a:ext cx="98679" cy="98679"/>
          </a:xfrm>
          <a:prstGeom prst="ellipse">
            <a:avLst/>
          </a:prstGeom>
          <a:solidFill>
            <a:srgbClr val="B1FF37"/>
          </a:solidFill>
          <a:ln w="19050">
            <a:solidFill>
              <a:srgbClr val="26720A"/>
            </a:solidFill>
            <a:prstDash val="solid"/>
          </a:ln>
        </p:spPr>
      </p:sp>
      <p:sp>
        <p:nvSpPr>
          <p:cNvPr id="51" name="Weg 3"/>
          <p:cNvSpPr/>
          <p:nvPr/>
        </p:nvSpPr>
        <p:spPr>
          <a:xfrm>
            <a:off x="11465623" y="3477958"/>
            <a:ext cx="98679" cy="98679"/>
          </a:xfrm>
          <a:prstGeom prst="ellipse">
            <a:avLst/>
          </a:prstGeom>
          <a:solidFill>
            <a:srgbClr val="B1FF37"/>
          </a:solidFill>
          <a:ln w="19050">
            <a:solidFill>
              <a:srgbClr val="26720A"/>
            </a:solidFill>
            <a:prstDash val="solid"/>
          </a:ln>
        </p:spPr>
      </p:sp>
      <p:sp>
        <p:nvSpPr>
          <p:cNvPr id="52" name="Weg 4"/>
          <p:cNvSpPr/>
          <p:nvPr/>
        </p:nvSpPr>
        <p:spPr>
          <a:xfrm>
            <a:off x="10929937" y="3477958"/>
            <a:ext cx="98679" cy="98679"/>
          </a:xfrm>
          <a:prstGeom prst="ellipse">
            <a:avLst/>
          </a:prstGeom>
          <a:solidFill>
            <a:srgbClr val="B1FF37"/>
          </a:solidFill>
          <a:ln w="19050">
            <a:solidFill>
              <a:srgbClr val="26720A"/>
            </a:solidFill>
            <a:prstDash val="solid"/>
          </a:ln>
        </p:spPr>
      </p:sp>
      <p:sp>
        <p:nvSpPr>
          <p:cNvPr id="53" name="Weg 5"/>
          <p:cNvSpPr/>
          <p:nvPr/>
        </p:nvSpPr>
        <p:spPr>
          <a:xfrm>
            <a:off x="10394251" y="3477958"/>
            <a:ext cx="98679" cy="98679"/>
          </a:xfrm>
          <a:prstGeom prst="ellipse">
            <a:avLst/>
          </a:prstGeom>
          <a:solidFill>
            <a:srgbClr val="B1FF37"/>
          </a:solidFill>
          <a:ln w="19050">
            <a:solidFill>
              <a:srgbClr val="26720A"/>
            </a:solidFill>
            <a:prstDash val="solid"/>
          </a:ln>
        </p:spPr>
      </p:sp>
      <p:sp>
        <p:nvSpPr>
          <p:cNvPr id="54" name="Roboter Körper"/>
          <p:cNvSpPr/>
          <p:nvPr/>
        </p:nvSpPr>
        <p:spPr>
          <a:xfrm>
            <a:off x="11331702" y="4965192"/>
            <a:ext cx="366522" cy="296037"/>
          </a:xfrm>
          <a:prstGeom prst="roundRect">
            <a:avLst>
              <a:gd name="adj" fmla="val 37066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55" name="Roboter Auge 1"/>
          <p:cNvSpPr/>
          <p:nvPr/>
        </p:nvSpPr>
        <p:spPr>
          <a:xfrm>
            <a:off x="11409236" y="5035677"/>
            <a:ext cx="70485" cy="70485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56" name="Roboter Auge 2"/>
          <p:cNvSpPr/>
          <p:nvPr/>
        </p:nvSpPr>
        <p:spPr>
          <a:xfrm>
            <a:off x="11550206" y="5035677"/>
            <a:ext cx="70485" cy="70485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57" name="Antenne Punkt"/>
          <p:cNvSpPr/>
          <p:nvPr/>
        </p:nvSpPr>
        <p:spPr>
          <a:xfrm>
            <a:off x="11479721" y="4894707"/>
            <a:ext cx="70485" cy="70485"/>
          </a:xfrm>
          <a:prstGeom prst="ellipse">
            <a:avLst/>
          </a:prstGeom>
          <a:solidFill>
            <a:srgbClr val="B1FF37"/>
          </a:solidFill>
          <a:ln w="19050">
            <a:solidFill>
              <a:srgbClr val="12301A"/>
            </a:solidFill>
            <a:prstDash val="solid"/>
          </a:ln>
        </p:spPr>
      </p:sp>
      <p:sp>
        <p:nvSpPr>
          <p:cNvPr id="58" name="Fahnenmast"/>
          <p:cNvSpPr/>
          <p:nvPr/>
        </p:nvSpPr>
        <p:spPr>
          <a:xfrm>
            <a:off x="9795129" y="3329940"/>
            <a:ext cx="35243" cy="394716"/>
          </a:xfrm>
          <a:prstGeom prst="roundRec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59" name="Fahne"/>
          <p:cNvSpPr/>
          <p:nvPr/>
        </p:nvSpPr>
        <p:spPr>
          <a:xfrm rot="5400000">
            <a:off x="9830372" y="3329940"/>
            <a:ext cx="239649" cy="169164"/>
          </a:xfrm>
          <a:prstGeom prst="triangl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0" name="Start-Knopf"/>
          <p:cNvSpPr/>
          <p:nvPr/>
        </p:nvSpPr>
        <p:spPr>
          <a:xfrm>
            <a:off x="9640062" y="5796915"/>
            <a:ext cx="2142744" cy="422910"/>
          </a:xfrm>
          <a:prstGeom prst="roundRect">
            <a:avLst>
              <a:gd name="adj" fmla="val 30270"/>
            </a:avLst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61" name="Start-Knopf-Text"/>
          <p:cNvSpPr txBox="1"/>
          <p:nvPr/>
        </p:nvSpPr>
        <p:spPr>
          <a:xfrm>
            <a:off x="9640062" y="5796915"/>
            <a:ext cx="2142744" cy="4229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</a:t>
            </a:r>
            <a:endParaRPr lang="en-US" sz="1400" dirty="0"/>
          </a:p>
        </p:txBody>
      </p:sp>
      <p:sp>
        <p:nvSpPr>
          <p:cNvPr id="62" name="Hinweis"/>
          <p:cNvSpPr/>
          <p:nvPr/>
        </p:nvSpPr>
        <p:spPr>
          <a:xfrm>
            <a:off x="7751064" y="5796915"/>
            <a:ext cx="1663446" cy="422910"/>
          </a:xfrm>
          <a:prstGeom prst="roundRect">
            <a:avLst>
              <a:gd name="adj" fmla="val 25946"/>
            </a:avLst>
          </a:prstGeom>
          <a:solidFill>
            <a:srgbClr val="DDF3B8"/>
          </a:solidFill>
          <a:ln w="14288">
            <a:solidFill>
              <a:srgbClr val="B8D98A"/>
            </a:solidFill>
            <a:prstDash val="solid"/>
          </a:ln>
        </p:spPr>
      </p:sp>
      <p:sp>
        <p:nvSpPr>
          <p:cNvPr id="63" name="Hinweis-Text"/>
          <p:cNvSpPr txBox="1"/>
          <p:nvPr/>
        </p:nvSpPr>
        <p:spPr>
          <a:xfrm>
            <a:off x="7751064" y="5796915"/>
            <a:ext cx="1663446" cy="4229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Blöcke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Thumbnail Denken vor Syntax</dc:title>
  <dc:subject>PptxGenJS Presentation</dc:subject>
  <dc:creator>PptxGenJS</dc:creator>
  <cp:lastModifiedBy>PptxGenJS</cp:lastModifiedBy>
  <cp:revision>1</cp:revision>
  <dcterms:created xsi:type="dcterms:W3CDTF">2026-11-01T21:26:56Z</dcterms:created>
  <dcterms:modified xsi:type="dcterms:W3CDTF">2026-11-01T21:26:56Z</dcterms:modified>
</cp:coreProperties>
</file>