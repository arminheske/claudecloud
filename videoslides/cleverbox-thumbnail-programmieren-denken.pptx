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1280x720,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d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ag-Fläche"/>
          <p:cNvSpPr/>
          <p:nvPr/>
        </p:nvSpPr>
        <p:spPr>
          <a:xfrm>
            <a:off x="571500" y="666750"/>
            <a:ext cx="3327053" cy="533400"/>
          </a:xfrm>
          <a:prstGeom prst="roundRect">
            <a:avLst>
              <a:gd name="adj" fmla="val 24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4" name="Tag"/>
          <p:cNvSpPr txBox="1"/>
          <p:nvPr/>
        </p:nvSpPr>
        <p:spPr>
          <a:xfrm>
            <a:off x="571500" y="666750"/>
            <a:ext cx="332705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Programmieren lernen</a:t>
            </a:r>
            <a:endParaRPr lang="en-US" sz="1900" dirty="0"/>
          </a:p>
        </p:txBody>
      </p:sp>
      <p:sp>
        <p:nvSpPr>
          <p:cNvPr id="5" name="Titel 1"/>
          <p:cNvSpPr txBox="1"/>
          <p:nvPr/>
        </p:nvSpPr>
        <p:spPr>
          <a:xfrm>
            <a:off x="571500" y="1428750"/>
            <a:ext cx="6096000" cy="1304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DENKEN</a:t>
            </a:r>
            <a:endParaRPr lang="en-US" sz="8200" dirty="0"/>
          </a:p>
        </p:txBody>
      </p:sp>
      <p:sp>
        <p:nvSpPr>
          <p:cNvPr id="6" name="Titel 2"/>
          <p:cNvSpPr txBox="1"/>
          <p:nvPr/>
        </p:nvSpPr>
        <p:spPr>
          <a:xfrm>
            <a:off x="571500" y="2733675"/>
            <a:ext cx="6096000" cy="1304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</a:t>
            </a:r>
            <a:endParaRPr lang="en-US" sz="8200" dirty="0"/>
          </a:p>
        </p:txBody>
      </p:sp>
      <p:sp>
        <p:nvSpPr>
          <p:cNvPr id="7" name="Marker-Balken"/>
          <p:cNvSpPr/>
          <p:nvPr/>
        </p:nvSpPr>
        <p:spPr>
          <a:xfrm>
            <a:off x="419100" y="4152900"/>
            <a:ext cx="5207347" cy="1171575"/>
          </a:xfrm>
          <a:prstGeom prst="roundRect">
            <a:avLst>
              <a:gd name="adj" fmla="val 14049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itel 3"/>
          <p:cNvSpPr txBox="1"/>
          <p:nvPr/>
        </p:nvSpPr>
        <p:spPr>
          <a:xfrm>
            <a:off x="571500" y="4038600"/>
            <a:ext cx="6096000" cy="1304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</a:t>
            </a:r>
            <a:endParaRPr lang="en-US" sz="8200" dirty="0"/>
          </a:p>
        </p:txBody>
      </p:sp>
      <p:sp>
        <p:nvSpPr>
          <p:cNvPr id="9" name="Chip 1"/>
          <p:cNvSpPr/>
          <p:nvPr/>
        </p:nvSpPr>
        <p:spPr>
          <a:xfrm>
            <a:off x="571500" y="5591175"/>
            <a:ext cx="2299097" cy="495300"/>
          </a:xfrm>
          <a:prstGeom prst="roundRect">
            <a:avLst>
              <a:gd name="adj" fmla="val 25846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Chip-Text 1"/>
          <p:cNvSpPr txBox="1"/>
          <p:nvPr/>
        </p:nvSpPr>
        <p:spPr>
          <a:xfrm>
            <a:off x="571500" y="5591175"/>
            <a:ext cx="2299097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Karel the Robot</a:t>
            </a:r>
            <a:endParaRPr lang="en-US" sz="1900" dirty="0"/>
          </a:p>
        </p:txBody>
      </p:sp>
      <p:sp>
        <p:nvSpPr>
          <p:cNvPr id="11" name="Chip 2"/>
          <p:cNvSpPr/>
          <p:nvPr/>
        </p:nvSpPr>
        <p:spPr>
          <a:xfrm>
            <a:off x="2984897" y="5591175"/>
            <a:ext cx="1572071" cy="495300"/>
          </a:xfrm>
          <a:prstGeom prst="roundRect">
            <a:avLst>
              <a:gd name="adj" fmla="val 25846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Chip-Text 2"/>
          <p:cNvSpPr txBox="1"/>
          <p:nvPr/>
        </p:nvSpPr>
        <p:spPr>
          <a:xfrm>
            <a:off x="2984897" y="5591175"/>
            <a:ext cx="1572071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</a:t>
            </a:r>
            <a:endParaRPr lang="en-US" sz="1900" dirty="0"/>
          </a:p>
        </p:txBody>
      </p:sp>
      <p:sp>
        <p:nvSpPr>
          <p:cNvPr id="13" name="Fenster"/>
          <p:cNvSpPr/>
          <p:nvPr/>
        </p:nvSpPr>
        <p:spPr>
          <a:xfrm>
            <a:off x="6096000" y="762000"/>
            <a:ext cx="5715000" cy="5238750"/>
          </a:xfrm>
          <a:prstGeom prst="roundRect">
            <a:avLst>
              <a:gd name="adj" fmla="val 1222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14" name="Fenster-Kopf"/>
          <p:cNvSpPr/>
          <p:nvPr/>
        </p:nvSpPr>
        <p:spPr>
          <a:xfrm>
            <a:off x="6096000" y="762000"/>
            <a:ext cx="5715000" cy="533400"/>
          </a:xfrm>
          <a:prstGeom prst="roundRect">
            <a:avLst>
              <a:gd name="adj" fmla="val 12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5" name="Fenster-Kopf-Füllung"/>
          <p:cNvSpPr/>
          <p:nvPr/>
        </p:nvSpPr>
        <p:spPr>
          <a:xfrm>
            <a:off x="6096000" y="1047750"/>
            <a:ext cx="5715000" cy="247650"/>
          </a:xfrm>
          <a:prstGeom prst="round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6" name="Fensterpunkt 1"/>
          <p:cNvSpPr/>
          <p:nvPr/>
        </p:nvSpPr>
        <p:spPr>
          <a:xfrm>
            <a:off x="6305550" y="952500"/>
            <a:ext cx="152400" cy="1524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Fensterpunkt 2"/>
          <p:cNvSpPr/>
          <p:nvPr/>
        </p:nvSpPr>
        <p:spPr>
          <a:xfrm>
            <a:off x="6553200" y="952500"/>
            <a:ext cx="152400" cy="152400"/>
          </a:xfrm>
          <a:prstGeom prst="ellipse">
            <a:avLst/>
          </a:prstGeom>
          <a:solidFill>
            <a:srgbClr val="6FCF3C"/>
          </a:solidFill>
          <a:ln w="12700">
            <a:solidFill>
              <a:srgbClr val="6FCF3C"/>
            </a:solidFill>
            <a:prstDash val="solid"/>
          </a:ln>
        </p:spPr>
      </p:sp>
      <p:sp>
        <p:nvSpPr>
          <p:cNvPr id="18" name="Fensterpunkt 3"/>
          <p:cNvSpPr/>
          <p:nvPr/>
        </p:nvSpPr>
        <p:spPr>
          <a:xfrm>
            <a:off x="6800850" y="952500"/>
            <a:ext cx="152400" cy="152400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9" name="Fenster-Titel"/>
          <p:cNvSpPr txBox="1"/>
          <p:nvPr/>
        </p:nvSpPr>
        <p:spPr>
          <a:xfrm>
            <a:off x="7334250" y="762000"/>
            <a:ext cx="40005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Programmieren</a:t>
            </a:r>
            <a:endParaRPr lang="en-US" sz="1500" dirty="0"/>
          </a:p>
        </p:txBody>
      </p:sp>
      <p:sp>
        <p:nvSpPr>
          <p:cNvPr id="20" name="Spalte-Titel"/>
          <p:cNvSpPr txBox="1"/>
          <p:nvPr/>
        </p:nvSpPr>
        <p:spPr>
          <a:xfrm>
            <a:off x="6324600" y="1390650"/>
            <a:ext cx="21907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Dein Programm</a:t>
            </a:r>
            <a:endParaRPr lang="en-US" sz="1200" dirty="0"/>
          </a:p>
        </p:txBody>
      </p:sp>
      <p:sp>
        <p:nvSpPr>
          <p:cNvPr id="21" name="Block Wiederhole 1"/>
          <p:cNvSpPr/>
          <p:nvPr/>
        </p:nvSpPr>
        <p:spPr>
          <a:xfrm>
            <a:off x="6324600" y="1752600"/>
            <a:ext cx="2247900" cy="1066800"/>
          </a:xfrm>
          <a:prstGeom prst="roundRect">
            <a:avLst>
              <a:gd name="adj" fmla="val 10286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2" name="Block Wiederhole 1 Text"/>
          <p:cNvSpPr txBox="1"/>
          <p:nvPr/>
        </p:nvSpPr>
        <p:spPr>
          <a:xfrm>
            <a:off x="6457950" y="177165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Wiederhole 3 mal</a:t>
            </a:r>
            <a:endParaRPr lang="en-US" sz="1400" dirty="0"/>
          </a:p>
        </p:txBody>
      </p:sp>
      <p:sp>
        <p:nvSpPr>
          <p:cNvPr id="23" name="Block Schritt 1"/>
          <p:cNvSpPr/>
          <p:nvPr/>
        </p:nvSpPr>
        <p:spPr>
          <a:xfrm>
            <a:off x="6515100" y="2171700"/>
            <a:ext cx="1866900" cy="495300"/>
          </a:xfrm>
          <a:prstGeom prst="roundRect">
            <a:avLst>
              <a:gd name="adj" fmla="val 18462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24" name="Block Schritt 1 Text"/>
          <p:cNvSpPr txBox="1"/>
          <p:nvPr/>
        </p:nvSpPr>
        <p:spPr>
          <a:xfrm>
            <a:off x="6648450" y="2171700"/>
            <a:ext cx="161925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Schritt vorwärts</a:t>
            </a:r>
            <a:endParaRPr lang="en-US" sz="1200" dirty="0"/>
          </a:p>
        </p:txBody>
      </p:sp>
      <p:sp>
        <p:nvSpPr>
          <p:cNvPr id="25" name="Block Links"/>
          <p:cNvSpPr/>
          <p:nvPr/>
        </p:nvSpPr>
        <p:spPr>
          <a:xfrm>
            <a:off x="6324600" y="2933700"/>
            <a:ext cx="2247900" cy="495300"/>
          </a:xfrm>
          <a:prstGeom prst="roundRect">
            <a:avLst>
              <a:gd name="adj" fmla="val 18462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6" name="Block Links Text"/>
          <p:cNvSpPr txBox="1"/>
          <p:nvPr/>
        </p:nvSpPr>
        <p:spPr>
          <a:xfrm>
            <a:off x="6457950" y="2933700"/>
            <a:ext cx="190500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Links drehen</a:t>
            </a:r>
            <a:endParaRPr lang="en-US" sz="1200" dirty="0"/>
          </a:p>
        </p:txBody>
      </p:sp>
      <p:sp>
        <p:nvSpPr>
          <p:cNvPr id="27" name="Block Wiederhole 2"/>
          <p:cNvSpPr/>
          <p:nvPr/>
        </p:nvSpPr>
        <p:spPr>
          <a:xfrm>
            <a:off x="6324600" y="3543300"/>
            <a:ext cx="2247900" cy="1066800"/>
          </a:xfrm>
          <a:prstGeom prst="roundRect">
            <a:avLst>
              <a:gd name="adj" fmla="val 10286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8" name="Block Wiederhole 2 Text"/>
          <p:cNvSpPr txBox="1"/>
          <p:nvPr/>
        </p:nvSpPr>
        <p:spPr>
          <a:xfrm>
            <a:off x="6457950" y="356235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Wiederhole 3 mal</a:t>
            </a:r>
            <a:endParaRPr lang="en-US" sz="1400" dirty="0"/>
          </a:p>
        </p:txBody>
      </p:sp>
      <p:sp>
        <p:nvSpPr>
          <p:cNvPr id="29" name="Block Schritt 2"/>
          <p:cNvSpPr/>
          <p:nvPr/>
        </p:nvSpPr>
        <p:spPr>
          <a:xfrm>
            <a:off x="6515100" y="3962400"/>
            <a:ext cx="1866900" cy="495300"/>
          </a:xfrm>
          <a:prstGeom prst="roundRect">
            <a:avLst>
              <a:gd name="adj" fmla="val 18462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30" name="Block Schritt 2 Text"/>
          <p:cNvSpPr txBox="1"/>
          <p:nvPr/>
        </p:nvSpPr>
        <p:spPr>
          <a:xfrm>
            <a:off x="6648450" y="3962400"/>
            <a:ext cx="161925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Schritt vorwärts</a:t>
            </a:r>
            <a:endParaRPr lang="en-US" sz="1200" dirty="0"/>
          </a:p>
        </p:txBody>
      </p:sp>
      <p:sp>
        <p:nvSpPr>
          <p:cNvPr id="31" name="Feld 1-1"/>
          <p:cNvSpPr/>
          <p:nvPr/>
        </p:nvSpPr>
        <p:spPr>
          <a:xfrm>
            <a:off x="8877300" y="18288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2" name="Feld 1-2"/>
          <p:cNvSpPr/>
          <p:nvPr/>
        </p:nvSpPr>
        <p:spPr>
          <a:xfrm>
            <a:off x="9601200" y="18288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3" name="Feld 1-3"/>
          <p:cNvSpPr/>
          <p:nvPr/>
        </p:nvSpPr>
        <p:spPr>
          <a:xfrm>
            <a:off x="10325100" y="18288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4" name="Feld 1-4"/>
          <p:cNvSpPr/>
          <p:nvPr/>
        </p:nvSpPr>
        <p:spPr>
          <a:xfrm>
            <a:off x="11049000" y="18288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5" name="Feld 2-1"/>
          <p:cNvSpPr/>
          <p:nvPr/>
        </p:nvSpPr>
        <p:spPr>
          <a:xfrm>
            <a:off x="8877300" y="25527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6" name="Feld 2-2"/>
          <p:cNvSpPr/>
          <p:nvPr/>
        </p:nvSpPr>
        <p:spPr>
          <a:xfrm>
            <a:off x="9601200" y="25527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7" name="Feld 2-3"/>
          <p:cNvSpPr/>
          <p:nvPr/>
        </p:nvSpPr>
        <p:spPr>
          <a:xfrm>
            <a:off x="10325100" y="25527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8" name="Feld 2-4"/>
          <p:cNvSpPr/>
          <p:nvPr/>
        </p:nvSpPr>
        <p:spPr>
          <a:xfrm>
            <a:off x="11049000" y="25527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39" name="Feld 3-1"/>
          <p:cNvSpPr/>
          <p:nvPr/>
        </p:nvSpPr>
        <p:spPr>
          <a:xfrm>
            <a:off x="8877300" y="32766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0" name="Feld 3-2"/>
          <p:cNvSpPr/>
          <p:nvPr/>
        </p:nvSpPr>
        <p:spPr>
          <a:xfrm>
            <a:off x="9601200" y="32766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1" name="Feld 3-3"/>
          <p:cNvSpPr/>
          <p:nvPr/>
        </p:nvSpPr>
        <p:spPr>
          <a:xfrm>
            <a:off x="10325100" y="32766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2" name="Feld 3-4"/>
          <p:cNvSpPr/>
          <p:nvPr/>
        </p:nvSpPr>
        <p:spPr>
          <a:xfrm>
            <a:off x="11049000" y="32766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3" name="Feld 4-1"/>
          <p:cNvSpPr/>
          <p:nvPr/>
        </p:nvSpPr>
        <p:spPr>
          <a:xfrm>
            <a:off x="8877300" y="40005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4" name="Feld 4-2"/>
          <p:cNvSpPr/>
          <p:nvPr/>
        </p:nvSpPr>
        <p:spPr>
          <a:xfrm>
            <a:off x="9601200" y="40005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5" name="Feld 4-3"/>
          <p:cNvSpPr/>
          <p:nvPr/>
        </p:nvSpPr>
        <p:spPr>
          <a:xfrm>
            <a:off x="10325100" y="4000500"/>
            <a:ext cx="723900" cy="723900"/>
          </a:xfrm>
          <a:prstGeom prst="roundRect">
            <a:avLst/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6" name="Feld 4-4"/>
          <p:cNvSpPr/>
          <p:nvPr/>
        </p:nvSpPr>
        <p:spPr>
          <a:xfrm>
            <a:off x="11049000" y="4000500"/>
            <a:ext cx="723900" cy="723900"/>
          </a:xfrm>
          <a:prstGeom prst="roundRect">
            <a:avLst/>
          </a:prstGeom>
          <a:solidFill>
            <a:srgbClr val="FBFFF4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47" name="Weg 1"/>
          <p:cNvSpPr/>
          <p:nvPr/>
        </p:nvSpPr>
        <p:spPr>
          <a:xfrm>
            <a:off x="11344275" y="3571875"/>
            <a:ext cx="133350" cy="133350"/>
          </a:xfrm>
          <a:prstGeom prst="ellipse">
            <a:avLst/>
          </a:prstGeom>
          <a:solidFill>
            <a:srgbClr val="B1FF37"/>
          </a:solidFill>
          <a:ln w="19050">
            <a:solidFill>
              <a:srgbClr val="26720A"/>
            </a:solidFill>
            <a:prstDash val="solid"/>
          </a:ln>
        </p:spPr>
      </p:sp>
      <p:sp>
        <p:nvSpPr>
          <p:cNvPr id="48" name="Weg 2"/>
          <p:cNvSpPr/>
          <p:nvPr/>
        </p:nvSpPr>
        <p:spPr>
          <a:xfrm>
            <a:off x="11344275" y="2847975"/>
            <a:ext cx="133350" cy="133350"/>
          </a:xfrm>
          <a:prstGeom prst="ellipse">
            <a:avLst/>
          </a:prstGeom>
          <a:solidFill>
            <a:srgbClr val="B1FF37"/>
          </a:solidFill>
          <a:ln w="19050">
            <a:solidFill>
              <a:srgbClr val="26720A"/>
            </a:solidFill>
            <a:prstDash val="solid"/>
          </a:ln>
        </p:spPr>
      </p:sp>
      <p:sp>
        <p:nvSpPr>
          <p:cNvPr id="49" name="Weg 3"/>
          <p:cNvSpPr/>
          <p:nvPr/>
        </p:nvSpPr>
        <p:spPr>
          <a:xfrm>
            <a:off x="11344275" y="2124075"/>
            <a:ext cx="133350" cy="133350"/>
          </a:xfrm>
          <a:prstGeom prst="ellipse">
            <a:avLst/>
          </a:prstGeom>
          <a:solidFill>
            <a:srgbClr val="B1FF37"/>
          </a:solidFill>
          <a:ln w="19050">
            <a:solidFill>
              <a:srgbClr val="26720A"/>
            </a:solidFill>
            <a:prstDash val="solid"/>
          </a:ln>
        </p:spPr>
      </p:sp>
      <p:sp>
        <p:nvSpPr>
          <p:cNvPr id="50" name="Weg 4"/>
          <p:cNvSpPr/>
          <p:nvPr/>
        </p:nvSpPr>
        <p:spPr>
          <a:xfrm>
            <a:off x="10620375" y="2124075"/>
            <a:ext cx="133350" cy="133350"/>
          </a:xfrm>
          <a:prstGeom prst="ellipse">
            <a:avLst/>
          </a:prstGeom>
          <a:solidFill>
            <a:srgbClr val="B1FF37"/>
          </a:solidFill>
          <a:ln w="19050">
            <a:solidFill>
              <a:srgbClr val="26720A"/>
            </a:solidFill>
            <a:prstDash val="solid"/>
          </a:ln>
        </p:spPr>
      </p:sp>
      <p:sp>
        <p:nvSpPr>
          <p:cNvPr id="51" name="Weg 5"/>
          <p:cNvSpPr/>
          <p:nvPr/>
        </p:nvSpPr>
        <p:spPr>
          <a:xfrm>
            <a:off x="9896475" y="2124075"/>
            <a:ext cx="133350" cy="133350"/>
          </a:xfrm>
          <a:prstGeom prst="ellipse">
            <a:avLst/>
          </a:prstGeom>
          <a:solidFill>
            <a:srgbClr val="B1FF37"/>
          </a:solidFill>
          <a:ln w="19050">
            <a:solidFill>
              <a:srgbClr val="26720A"/>
            </a:solidFill>
            <a:prstDash val="solid"/>
          </a:ln>
        </p:spPr>
      </p:sp>
      <p:sp>
        <p:nvSpPr>
          <p:cNvPr id="52" name="Roboter Körper"/>
          <p:cNvSpPr/>
          <p:nvPr/>
        </p:nvSpPr>
        <p:spPr>
          <a:xfrm>
            <a:off x="11163300" y="4133850"/>
            <a:ext cx="495300" cy="400050"/>
          </a:xfrm>
          <a:prstGeom prst="roundRect">
            <a:avLst>
              <a:gd name="adj" fmla="val 36571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53" name="Roboter Auge 1"/>
          <p:cNvSpPr/>
          <p:nvPr/>
        </p:nvSpPr>
        <p:spPr>
          <a:xfrm>
            <a:off x="11268075" y="4229100"/>
            <a:ext cx="95250" cy="9525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4" name="Roboter Auge 2"/>
          <p:cNvSpPr/>
          <p:nvPr/>
        </p:nvSpPr>
        <p:spPr>
          <a:xfrm>
            <a:off x="11458575" y="4229100"/>
            <a:ext cx="95250" cy="9525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5" name="Antenne Punkt"/>
          <p:cNvSpPr/>
          <p:nvPr/>
        </p:nvSpPr>
        <p:spPr>
          <a:xfrm>
            <a:off x="11363325" y="4038600"/>
            <a:ext cx="95250" cy="95250"/>
          </a:xfrm>
          <a:prstGeom prst="ellipse">
            <a:avLst/>
          </a:prstGeom>
          <a:solidFill>
            <a:srgbClr val="B1FF37"/>
          </a:solidFill>
          <a:ln w="19050">
            <a:solidFill>
              <a:srgbClr val="12301A"/>
            </a:solidFill>
            <a:prstDash val="solid"/>
          </a:ln>
        </p:spPr>
      </p:sp>
      <p:sp>
        <p:nvSpPr>
          <p:cNvPr id="56" name="Fahnenmast"/>
          <p:cNvSpPr/>
          <p:nvPr/>
        </p:nvSpPr>
        <p:spPr>
          <a:xfrm>
            <a:off x="9086850" y="1924050"/>
            <a:ext cx="47625" cy="533400"/>
          </a:xfrm>
          <a:prstGeom prst="round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57" name="Fahne"/>
          <p:cNvSpPr/>
          <p:nvPr/>
        </p:nvSpPr>
        <p:spPr>
          <a:xfrm rot="5400000">
            <a:off x="9134475" y="1924050"/>
            <a:ext cx="323850" cy="228600"/>
          </a:xfrm>
          <a:prstGeom prst="triangl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8" name="Start-Knopf"/>
          <p:cNvSpPr/>
          <p:nvPr/>
        </p:nvSpPr>
        <p:spPr>
          <a:xfrm>
            <a:off x="8877300" y="4857750"/>
            <a:ext cx="2895600" cy="609600"/>
          </a:xfrm>
          <a:prstGeom prst="roundRect">
            <a:avLst>
              <a:gd name="adj" fmla="val 21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59" name="Start-Knopf-Text"/>
          <p:cNvSpPr txBox="1"/>
          <p:nvPr/>
        </p:nvSpPr>
        <p:spPr>
          <a:xfrm>
            <a:off x="8877300" y="4857750"/>
            <a:ext cx="28956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</a:t>
            </a:r>
            <a:endParaRPr lang="en-US" sz="1900" dirty="0"/>
          </a:p>
        </p:txBody>
      </p:sp>
      <p:sp>
        <p:nvSpPr>
          <p:cNvPr id="60" name="Hinweis"/>
          <p:cNvSpPr/>
          <p:nvPr/>
        </p:nvSpPr>
        <p:spPr>
          <a:xfrm>
            <a:off x="6324600" y="4857750"/>
            <a:ext cx="2247900" cy="609600"/>
          </a:xfrm>
          <a:prstGeom prst="roundRect">
            <a:avLst>
              <a:gd name="adj" fmla="val 18000"/>
            </a:avLst>
          </a:prstGeom>
          <a:solidFill>
            <a:srgbClr val="DDF3B8"/>
          </a:solidFill>
          <a:ln w="14288">
            <a:solidFill>
              <a:srgbClr val="B8D98A"/>
            </a:solidFill>
            <a:prstDash val="solid"/>
          </a:ln>
        </p:spPr>
      </p:sp>
      <p:sp>
        <p:nvSpPr>
          <p:cNvPr id="61" name="Hinweis-Text"/>
          <p:cNvSpPr txBox="1"/>
          <p:nvPr/>
        </p:nvSpPr>
        <p:spPr>
          <a:xfrm>
            <a:off x="6324600" y="4857750"/>
            <a:ext cx="22479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Blöcke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Denken vor Syntax</dc:title>
  <dc:subject>PptxGenJS Presentation</dc:subject>
  <dc:creator>PptxGenJS</dc:creator>
  <cp:lastModifiedBy>PptxGenJS</cp:lastModifiedBy>
  <cp:revision>1</cp:revision>
  <dcterms:created xsi:type="dcterms:W3CDTF">2026-11-01T21:25:34Z</dcterms:created>
  <dcterms:modified xsi:type="dcterms:W3CDTF">2026-11-01T21:25:34Z</dcterms:modified>
</cp:coreProperties>
</file>