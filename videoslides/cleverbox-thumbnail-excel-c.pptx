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alle Teile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6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ag-Fläche"/>
          <p:cNvSpPr/>
          <p:nvPr/>
        </p:nvSpPr>
        <p:spPr>
          <a:xfrm>
            <a:off x="571500" y="571500"/>
            <a:ext cx="2381250" cy="533400"/>
          </a:xfrm>
          <a:prstGeom prst="roundRect">
            <a:avLst>
              <a:gd name="adj" fmla="val 24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4" name="Tag"/>
          <p:cNvSpPr txBox="1"/>
          <p:nvPr/>
        </p:nvSpPr>
        <p:spPr>
          <a:xfrm>
            <a:off x="571500" y="571500"/>
            <a:ext cx="238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für Schritt</a:t>
            </a:r>
            <a:endParaRPr lang="en-US" sz="1800" dirty="0"/>
          </a:p>
        </p:txBody>
      </p:sp>
      <p:sp>
        <p:nvSpPr>
          <p:cNvPr id="5" name="Titel EXCEL"/>
          <p:cNvSpPr txBox="1"/>
          <p:nvPr/>
        </p:nvSpPr>
        <p:spPr>
          <a:xfrm>
            <a:off x="571500" y="1190625"/>
            <a:ext cx="609600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0" b="1" i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EXCEL</a:t>
            </a:r>
            <a:endParaRPr lang="en-US" sz="11800" dirty="0"/>
          </a:p>
        </p:txBody>
      </p:sp>
      <p:sp>
        <p:nvSpPr>
          <p:cNvPr id="6" name="Titel-Balken"/>
          <p:cNvSpPr/>
          <p:nvPr/>
        </p:nvSpPr>
        <p:spPr>
          <a:xfrm>
            <a:off x="571500" y="3190875"/>
            <a:ext cx="5057477" cy="952500"/>
          </a:xfrm>
          <a:prstGeom prst="roundRect">
            <a:avLst>
              <a:gd name="adj" fmla="val 1536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Titel GRUNDKURS"/>
          <p:cNvSpPr txBox="1"/>
          <p:nvPr/>
        </p:nvSpPr>
        <p:spPr>
          <a:xfrm>
            <a:off x="742950" y="3190875"/>
            <a:ext cx="500032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300" b="1" i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GRUNDKURS</a:t>
            </a:r>
            <a:endParaRPr lang="en-US" sz="5300" dirty="0"/>
          </a:p>
        </p:txBody>
      </p:sp>
      <p:sp>
        <p:nvSpPr>
          <p:cNvPr id="8" name="Leitsatz 1"/>
          <p:cNvSpPr txBox="1"/>
          <p:nvPr/>
        </p:nvSpPr>
        <p:spPr>
          <a:xfrm>
            <a:off x="571500" y="445770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Von der ersten Zelle</a:t>
            </a:r>
            <a:endParaRPr lang="en-US" sz="2700" dirty="0"/>
          </a:p>
        </p:txBody>
      </p:sp>
      <p:sp>
        <p:nvSpPr>
          <p:cNvPr id="9" name="Leitsatz 2"/>
          <p:cNvSpPr txBox="1"/>
          <p:nvPr/>
        </p:nvSpPr>
        <p:spPr>
          <a:xfrm>
            <a:off x="571500" y="49339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 zum Diagramm</a:t>
            </a:r>
            <a:endParaRPr lang="en-US" sz="2700" dirty="0"/>
          </a:p>
        </p:txBody>
      </p:sp>
      <p:sp>
        <p:nvSpPr>
          <p:cNvPr id="10" name="Schritt 1"/>
          <p:cNvSpPr/>
          <p:nvPr/>
        </p:nvSpPr>
        <p:spPr>
          <a:xfrm>
            <a:off x="571500" y="5715000"/>
            <a:ext cx="833735" cy="457200"/>
          </a:xfrm>
          <a:prstGeom prst="roundRect">
            <a:avLst>
              <a:gd name="adj" fmla="val 24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1" name="Schritt-Text 1"/>
          <p:cNvSpPr txBox="1"/>
          <p:nvPr/>
        </p:nvSpPr>
        <p:spPr>
          <a:xfrm>
            <a:off x="571500" y="5715000"/>
            <a:ext cx="833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Zelle</a:t>
            </a:r>
            <a:endParaRPr lang="en-US" sz="1600" dirty="0"/>
          </a:p>
        </p:txBody>
      </p:sp>
      <p:sp>
        <p:nvSpPr>
          <p:cNvPr id="12" name="Pfeil 1"/>
          <p:cNvSpPr/>
          <p:nvPr/>
        </p:nvSpPr>
        <p:spPr>
          <a:xfrm>
            <a:off x="1481435" y="5829300"/>
            <a:ext cx="400050" cy="228600"/>
          </a:xfrm>
          <a:prstGeom prst="rightArrow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Schritt 2"/>
          <p:cNvSpPr/>
          <p:nvPr/>
        </p:nvSpPr>
        <p:spPr>
          <a:xfrm>
            <a:off x="1957685" y="5715000"/>
            <a:ext cx="1055191" cy="457200"/>
          </a:xfrm>
          <a:prstGeom prst="roundRect">
            <a:avLst>
              <a:gd name="adj" fmla="val 24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4" name="Schritt-Text 2"/>
          <p:cNvSpPr txBox="1"/>
          <p:nvPr/>
        </p:nvSpPr>
        <p:spPr>
          <a:xfrm>
            <a:off x="1957685" y="5715000"/>
            <a:ext cx="10551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Formel</a:t>
            </a:r>
            <a:endParaRPr lang="en-US" sz="1600" dirty="0"/>
          </a:p>
        </p:txBody>
      </p:sp>
      <p:sp>
        <p:nvSpPr>
          <p:cNvPr id="15" name="Pfeil 2"/>
          <p:cNvSpPr/>
          <p:nvPr/>
        </p:nvSpPr>
        <p:spPr>
          <a:xfrm>
            <a:off x="3089077" y="5829300"/>
            <a:ext cx="400050" cy="228600"/>
          </a:xfrm>
          <a:prstGeom prst="rightArrow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6" name="Schritt 3"/>
          <p:cNvSpPr/>
          <p:nvPr/>
        </p:nvSpPr>
        <p:spPr>
          <a:xfrm>
            <a:off x="3565327" y="5715000"/>
            <a:ext cx="1430089" cy="457200"/>
          </a:xfrm>
          <a:prstGeom prst="roundRect">
            <a:avLst>
              <a:gd name="adj" fmla="val 24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7" name="Schritt-Text 3"/>
          <p:cNvSpPr txBox="1"/>
          <p:nvPr/>
        </p:nvSpPr>
        <p:spPr>
          <a:xfrm>
            <a:off x="3565327" y="5715000"/>
            <a:ext cx="1430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Diagramm</a:t>
            </a:r>
            <a:endParaRPr lang="en-US" sz="1600" dirty="0"/>
          </a:p>
        </p:txBody>
      </p:sp>
      <p:sp>
        <p:nvSpPr>
          <p:cNvPr id="18" name="Fenster"/>
          <p:cNvSpPr/>
          <p:nvPr/>
        </p:nvSpPr>
        <p:spPr>
          <a:xfrm>
            <a:off x="6572250" y="666750"/>
            <a:ext cx="5143500" cy="5524500"/>
          </a:xfrm>
          <a:prstGeom prst="roundRect">
            <a:avLst>
              <a:gd name="adj" fmla="val 2133"/>
            </a:avLst>
          </a:prstGeom>
          <a:solidFill>
            <a:srgbClr val="FBFFF4"/>
          </a:solidFill>
          <a:ln w="19050">
            <a:solidFill>
              <a:srgbClr val="B8D98A"/>
            </a:solidFill>
            <a:prstDash val="solid"/>
          </a:ln>
        </p:spPr>
      </p:sp>
      <p:sp>
        <p:nvSpPr>
          <p:cNvPr id="19" name="Fenster-Kopf"/>
          <p:cNvSpPr/>
          <p:nvPr/>
        </p:nvSpPr>
        <p:spPr>
          <a:xfrm>
            <a:off x="6572250" y="666750"/>
            <a:ext cx="5143500" cy="609600"/>
          </a:xfrm>
          <a:prstGeom prst="roundRect">
            <a:avLst>
              <a:gd name="adj" fmla="val 18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72250" y="1047750"/>
            <a:ext cx="5143500" cy="22860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1" name="Fensterpunkt 1"/>
          <p:cNvSpPr/>
          <p:nvPr/>
        </p:nvSpPr>
        <p:spPr>
          <a:xfrm>
            <a:off x="6743700" y="895350"/>
            <a:ext cx="152400" cy="15240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2" name="Fensterpunkt 2"/>
          <p:cNvSpPr/>
          <p:nvPr/>
        </p:nvSpPr>
        <p:spPr>
          <a:xfrm>
            <a:off x="6991350" y="895350"/>
            <a:ext cx="152400" cy="152400"/>
          </a:xfrm>
          <a:prstGeom prst="ellipse">
            <a:avLst/>
          </a:prstGeom>
          <a:solidFill>
            <a:srgbClr val="5FC83C"/>
          </a:solidFill>
          <a:ln w="12700">
            <a:solidFill>
              <a:srgbClr val="5FC83C"/>
            </a:solidFill>
            <a:prstDash val="solid"/>
          </a:ln>
        </p:spPr>
      </p:sp>
      <p:sp>
        <p:nvSpPr>
          <p:cNvPr id="23" name="Fensterpunkt 3"/>
          <p:cNvSpPr/>
          <p:nvPr/>
        </p:nvSpPr>
        <p:spPr>
          <a:xfrm>
            <a:off x="7239000" y="895350"/>
            <a:ext cx="152400" cy="152400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4" name="Dateiname"/>
          <p:cNvSpPr txBox="1"/>
          <p:nvPr/>
        </p:nvSpPr>
        <p:spPr>
          <a:xfrm>
            <a:off x="7620000" y="7429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Mappe1.xlsx</a:t>
            </a:r>
            <a:endParaRPr lang="en-US" sz="1500" dirty="0"/>
          </a:p>
        </p:txBody>
      </p:sp>
      <p:sp>
        <p:nvSpPr>
          <p:cNvPr id="25" name="Formelleiste"/>
          <p:cNvSpPr/>
          <p:nvPr/>
        </p:nvSpPr>
        <p:spPr>
          <a:xfrm>
            <a:off x="6762750" y="1409700"/>
            <a:ext cx="4762500" cy="457200"/>
          </a:xfrm>
          <a:prstGeom prst="roundRect">
            <a:avLst>
              <a:gd name="adj" fmla="val 12000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6" name="Formel"/>
          <p:cNvSpPr txBox="1"/>
          <p:nvPr/>
        </p:nvSpPr>
        <p:spPr>
          <a:xfrm>
            <a:off x="6896100" y="14097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fx   =SUMME(B2:B4)</a:t>
            </a:r>
            <a:endParaRPr lang="en-US" sz="1500" dirty="0"/>
          </a:p>
        </p:txBody>
      </p:sp>
      <p:sp>
        <p:nvSpPr>
          <p:cNvPr id="27" name="Zelle 1"/>
          <p:cNvSpPr/>
          <p:nvPr/>
        </p:nvSpPr>
        <p:spPr>
          <a:xfrm>
            <a:off x="6762750" y="2038350"/>
            <a:ext cx="666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8" name="Zelle 2"/>
          <p:cNvSpPr/>
          <p:nvPr/>
        </p:nvSpPr>
        <p:spPr>
          <a:xfrm>
            <a:off x="742950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9" name="Zelltext 2"/>
          <p:cNvSpPr txBox="1"/>
          <p:nvPr/>
        </p:nvSpPr>
        <p:spPr>
          <a:xfrm>
            <a:off x="756285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</a:t>
            </a:r>
            <a:endParaRPr lang="en-US" sz="1600" dirty="0"/>
          </a:p>
        </p:txBody>
      </p:sp>
      <p:sp>
        <p:nvSpPr>
          <p:cNvPr id="30" name="Zelle 3"/>
          <p:cNvSpPr/>
          <p:nvPr/>
        </p:nvSpPr>
        <p:spPr>
          <a:xfrm>
            <a:off x="8858250" y="2038350"/>
            <a:ext cx="14287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1" name="Zelltext 3"/>
          <p:cNvSpPr txBox="1"/>
          <p:nvPr/>
        </p:nvSpPr>
        <p:spPr>
          <a:xfrm>
            <a:off x="8991600" y="20383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</a:t>
            </a:r>
            <a:endParaRPr lang="en-US" sz="1600" dirty="0"/>
          </a:p>
        </p:txBody>
      </p:sp>
      <p:sp>
        <p:nvSpPr>
          <p:cNvPr id="32" name="Zelle 4"/>
          <p:cNvSpPr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solidFill>
            <a:srgbClr val="12301A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3" name="Zelltext 4"/>
          <p:cNvSpPr txBox="1"/>
          <p:nvPr/>
        </p:nvSpPr>
        <p:spPr>
          <a:xfrm>
            <a:off x="10287000" y="20383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Zelle 5"/>
          <p:cNvSpPr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5" name="Zelltext 5"/>
          <p:cNvSpPr txBox="1"/>
          <p:nvPr/>
        </p:nvSpPr>
        <p:spPr>
          <a:xfrm>
            <a:off x="6762750" y="26289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Zelle 6"/>
          <p:cNvSpPr/>
          <p:nvPr/>
        </p:nvSpPr>
        <p:spPr>
          <a:xfrm>
            <a:off x="742950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7" name="Zelltext 6"/>
          <p:cNvSpPr txBox="1"/>
          <p:nvPr/>
        </p:nvSpPr>
        <p:spPr>
          <a:xfrm>
            <a:off x="756285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Artikel</a:t>
            </a:r>
            <a:endParaRPr lang="en-US" sz="1600" dirty="0"/>
          </a:p>
        </p:txBody>
      </p:sp>
      <p:sp>
        <p:nvSpPr>
          <p:cNvPr id="38" name="Zelle 7"/>
          <p:cNvSpPr/>
          <p:nvPr/>
        </p:nvSpPr>
        <p:spPr>
          <a:xfrm>
            <a:off x="8858250" y="2628900"/>
            <a:ext cx="1428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39" name="Zelltext 7"/>
          <p:cNvSpPr txBox="1"/>
          <p:nvPr/>
        </p:nvSpPr>
        <p:spPr>
          <a:xfrm>
            <a:off x="8991600" y="26289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Preis</a:t>
            </a:r>
            <a:endParaRPr lang="en-US" sz="1600" dirty="0"/>
          </a:p>
        </p:txBody>
      </p:sp>
      <p:sp>
        <p:nvSpPr>
          <p:cNvPr id="40" name="Zelle 8"/>
          <p:cNvSpPr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1" name="Zelltext 8"/>
          <p:cNvSpPr txBox="1"/>
          <p:nvPr/>
        </p:nvSpPr>
        <p:spPr>
          <a:xfrm>
            <a:off x="10287000" y="26289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</a:t>
            </a:r>
            <a:endParaRPr lang="en-US" sz="1600" dirty="0"/>
          </a:p>
        </p:txBody>
      </p:sp>
      <p:sp>
        <p:nvSpPr>
          <p:cNvPr id="42" name="Zelle 9"/>
          <p:cNvSpPr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3" name="Zelltext 9"/>
          <p:cNvSpPr txBox="1"/>
          <p:nvPr/>
        </p:nvSpPr>
        <p:spPr>
          <a:xfrm>
            <a:off x="6762750" y="32194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Zelle 10"/>
          <p:cNvSpPr/>
          <p:nvPr/>
        </p:nvSpPr>
        <p:spPr>
          <a:xfrm>
            <a:off x="742950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5" name="Zelltext 10"/>
          <p:cNvSpPr txBox="1"/>
          <p:nvPr/>
        </p:nvSpPr>
        <p:spPr>
          <a:xfrm>
            <a:off x="756285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Heft</a:t>
            </a:r>
            <a:endParaRPr lang="en-US" sz="1600" dirty="0"/>
          </a:p>
        </p:txBody>
      </p:sp>
      <p:sp>
        <p:nvSpPr>
          <p:cNvPr id="46" name="Zelle 11"/>
          <p:cNvSpPr/>
          <p:nvPr/>
        </p:nvSpPr>
        <p:spPr>
          <a:xfrm>
            <a:off x="8858250" y="32194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7" name="Zelltext 11"/>
          <p:cNvSpPr txBox="1"/>
          <p:nvPr/>
        </p:nvSpPr>
        <p:spPr>
          <a:xfrm>
            <a:off x="8991600" y="32194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2,50</a:t>
            </a:r>
            <a:endParaRPr lang="en-US" sz="1600" dirty="0"/>
          </a:p>
        </p:txBody>
      </p:sp>
      <p:sp>
        <p:nvSpPr>
          <p:cNvPr id="48" name="Zelle 12"/>
          <p:cNvSpPr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49" name="Zelltext 12"/>
          <p:cNvSpPr txBox="1"/>
          <p:nvPr/>
        </p:nvSpPr>
        <p:spPr>
          <a:xfrm>
            <a:off x="10287000" y="32194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Zelle 13"/>
          <p:cNvSpPr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1" name="Zelltext 13"/>
          <p:cNvSpPr txBox="1"/>
          <p:nvPr/>
        </p:nvSpPr>
        <p:spPr>
          <a:xfrm>
            <a:off x="6762750" y="38100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Zelle 14"/>
          <p:cNvSpPr/>
          <p:nvPr/>
        </p:nvSpPr>
        <p:spPr>
          <a:xfrm>
            <a:off x="742950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3" name="Zelltext 14"/>
          <p:cNvSpPr txBox="1"/>
          <p:nvPr/>
        </p:nvSpPr>
        <p:spPr>
          <a:xfrm>
            <a:off x="756285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Stift</a:t>
            </a:r>
            <a:endParaRPr lang="en-US" sz="1600" dirty="0"/>
          </a:p>
        </p:txBody>
      </p:sp>
      <p:sp>
        <p:nvSpPr>
          <p:cNvPr id="54" name="Zelle 15"/>
          <p:cNvSpPr/>
          <p:nvPr/>
        </p:nvSpPr>
        <p:spPr>
          <a:xfrm>
            <a:off x="8858250" y="38100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5" name="Zelltext 15"/>
          <p:cNvSpPr txBox="1"/>
          <p:nvPr/>
        </p:nvSpPr>
        <p:spPr>
          <a:xfrm>
            <a:off x="8991600" y="38100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1,20</a:t>
            </a:r>
            <a:endParaRPr lang="en-US" sz="1600" dirty="0"/>
          </a:p>
        </p:txBody>
      </p:sp>
      <p:sp>
        <p:nvSpPr>
          <p:cNvPr id="56" name="Zelle 16"/>
          <p:cNvSpPr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7" name="Zelltext 16"/>
          <p:cNvSpPr txBox="1"/>
          <p:nvPr/>
        </p:nvSpPr>
        <p:spPr>
          <a:xfrm>
            <a:off x="10287000" y="38100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600" dirty="0"/>
          </a:p>
        </p:txBody>
      </p:sp>
      <p:sp>
        <p:nvSpPr>
          <p:cNvPr id="58" name="Zelle 17"/>
          <p:cNvSpPr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59" name="Zelltext 17"/>
          <p:cNvSpPr txBox="1"/>
          <p:nvPr/>
        </p:nvSpPr>
        <p:spPr>
          <a:xfrm>
            <a:off x="6762750" y="440055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Zelle 18"/>
          <p:cNvSpPr/>
          <p:nvPr/>
        </p:nvSpPr>
        <p:spPr>
          <a:xfrm>
            <a:off x="742950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1" name="Zelltext 18"/>
          <p:cNvSpPr txBox="1"/>
          <p:nvPr/>
        </p:nvSpPr>
        <p:spPr>
          <a:xfrm>
            <a:off x="756285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</a:t>
            </a:r>
            <a:endParaRPr lang="en-US" sz="1600" dirty="0"/>
          </a:p>
        </p:txBody>
      </p:sp>
      <p:sp>
        <p:nvSpPr>
          <p:cNvPr id="62" name="Zelle 19"/>
          <p:cNvSpPr/>
          <p:nvPr/>
        </p:nvSpPr>
        <p:spPr>
          <a:xfrm>
            <a:off x="8858250" y="440055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3" name="Zelltext 19"/>
          <p:cNvSpPr txBox="1"/>
          <p:nvPr/>
        </p:nvSpPr>
        <p:spPr>
          <a:xfrm>
            <a:off x="8991600" y="440055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3,80</a:t>
            </a:r>
            <a:endParaRPr lang="en-US" sz="1600" dirty="0"/>
          </a:p>
        </p:txBody>
      </p:sp>
      <p:sp>
        <p:nvSpPr>
          <p:cNvPr id="64" name="Zelle 20"/>
          <p:cNvSpPr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5" name="Zelltext 20"/>
          <p:cNvSpPr txBox="1"/>
          <p:nvPr/>
        </p:nvSpPr>
        <p:spPr>
          <a:xfrm>
            <a:off x="10287000" y="440055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Zelle 21"/>
          <p:cNvSpPr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solidFill>
            <a:srgbClr val="DDF3B8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7" name="Zelltext 21"/>
          <p:cNvSpPr txBox="1"/>
          <p:nvPr/>
        </p:nvSpPr>
        <p:spPr>
          <a:xfrm>
            <a:off x="6762750" y="4991100"/>
            <a:ext cx="666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68" name="Zelle 22"/>
          <p:cNvSpPr/>
          <p:nvPr/>
        </p:nvSpPr>
        <p:spPr>
          <a:xfrm>
            <a:off x="7429500" y="4991100"/>
            <a:ext cx="14287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9" name="Zelltext 22"/>
          <p:cNvSpPr txBox="1"/>
          <p:nvPr/>
        </p:nvSpPr>
        <p:spPr>
          <a:xfrm>
            <a:off x="756285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Summe</a:t>
            </a:r>
            <a:endParaRPr lang="en-US" sz="1600" dirty="0"/>
          </a:p>
        </p:txBody>
      </p:sp>
      <p:sp>
        <p:nvSpPr>
          <p:cNvPr id="70" name="Zelle 23"/>
          <p:cNvSpPr/>
          <p:nvPr/>
        </p:nvSpPr>
        <p:spPr>
          <a:xfrm>
            <a:off x="8858250" y="4991100"/>
            <a:ext cx="1428750" cy="590550"/>
          </a:xfrm>
          <a:prstGeom prst="rect">
            <a:avLst/>
          </a:prstGeom>
          <a:solidFill>
            <a:srgbClr val="B1FF37"/>
          </a:solidFill>
          <a:ln w="38100">
            <a:solidFill>
              <a:srgbClr val="26720A"/>
            </a:solidFill>
            <a:prstDash val="solid"/>
          </a:ln>
        </p:spPr>
      </p:sp>
      <p:sp>
        <p:nvSpPr>
          <p:cNvPr id="71" name="Zelltext 23"/>
          <p:cNvSpPr txBox="1"/>
          <p:nvPr/>
        </p:nvSpPr>
        <p:spPr>
          <a:xfrm>
            <a:off x="8991600" y="4991100"/>
            <a:ext cx="1295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7,50 €</a:t>
            </a:r>
            <a:endParaRPr lang="en-US" sz="1600" dirty="0"/>
          </a:p>
        </p:txBody>
      </p:sp>
      <p:sp>
        <p:nvSpPr>
          <p:cNvPr id="72" name="Zelle 24"/>
          <p:cNvSpPr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3" name="Zelltext 24"/>
          <p:cNvSpPr txBox="1"/>
          <p:nvPr/>
        </p:nvSpPr>
        <p:spPr>
          <a:xfrm>
            <a:off x="10287000" y="4991100"/>
            <a:ext cx="1238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600" dirty="0"/>
          </a:p>
        </p:txBody>
      </p:sp>
      <p:sp>
        <p:nvSpPr>
          <p:cNvPr id="74" name="Summenzeichen-Kreis"/>
          <p:cNvSpPr/>
          <p:nvPr/>
        </p:nvSpPr>
        <p:spPr>
          <a:xfrm>
            <a:off x="5667375" y="5048250"/>
            <a:ext cx="1143000" cy="1143000"/>
          </a:xfrm>
          <a:prstGeom prst="ellipse">
            <a:avLst/>
          </a:prstGeom>
          <a:solidFill>
            <a:srgbClr val="B1FF37"/>
          </a:solidFill>
          <a:ln w="44450">
            <a:solidFill>
              <a:srgbClr val="12301A"/>
            </a:solidFill>
            <a:prstDash val="solid"/>
          </a:ln>
        </p:spPr>
      </p:sp>
      <p:sp>
        <p:nvSpPr>
          <p:cNvPr id="75" name="Summenzeichen"/>
          <p:cNvSpPr txBox="1"/>
          <p:nvPr/>
        </p:nvSpPr>
        <p:spPr>
          <a:xfrm>
            <a:off x="5667375" y="5048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Σ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Excel Grundkurs C</dc:title>
  <dc:subject>PptxGenJS Presentation</dc:subject>
  <dc:creator>PptxGenJS</dc:creator>
  <cp:lastModifiedBy>PptxGenJS</cp:lastModifiedBy>
  <cp:revision>1</cp:revision>
  <dcterms:created xsi:type="dcterms:W3CDTF">2026-10-17T15:24:48Z</dcterms:created>
  <dcterms:modified xsi:type="dcterms:W3CDTF">2026-10-17T15:24:48Z</dcterms:modified>
</cp:coreProperties>
</file>