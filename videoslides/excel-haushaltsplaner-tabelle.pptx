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Excel-Tabelle Haushaltsplaner im Cleverbox-Farbprofil: Zellen H3:H7 und B8:H8 sind leer (Gesamtsummen) und hellblau hinterlegt.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arte"/>
          <p:cNvSpPr/>
          <p:nvPr/>
        </p:nvSpPr>
        <p:spPr>
          <a:xfrm>
            <a:off x="571500" y="609600"/>
            <a:ext cx="11017250" cy="5638800"/>
          </a:xfrm>
          <a:prstGeom prst="roundRect">
            <a:avLst>
              <a:gd name="adj" fmla="val 2919"/>
            </a:avLst>
          </a:prstGeom>
          <a:solidFill>
            <a:srgbClr val="FAFAFA"/>
          </a:solidFill>
          <a:ln w="19050">
            <a:solidFill>
              <a:srgbClr val="D3D8EE"/>
            </a:solidFill>
            <a:prstDash val="solid"/>
          </a:ln>
        </p:spPr>
      </p:sp>
      <p:sp>
        <p:nvSpPr>
          <p:cNvPr id="3" name="Spaltenkopf leer"/>
          <p:cNvSpPr/>
          <p:nvPr/>
        </p:nvSpPr>
        <p:spPr>
          <a:xfrm>
            <a:off x="793750" y="800100"/>
            <a:ext cx="444500" cy="584200"/>
          </a:xfrm>
          <a:prstGeom prst="rect">
            <a:avLst/>
          </a:prstGeom>
          <a:solidFill>
            <a:srgbClr val="36448A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4" name="Spaltenkopf A"/>
          <p:cNvSpPr/>
          <p:nvPr/>
        </p:nvSpPr>
        <p:spPr>
          <a:xfrm>
            <a:off x="1238250" y="800100"/>
            <a:ext cx="1841500" cy="584200"/>
          </a:xfrm>
          <a:prstGeom prst="rect">
            <a:avLst/>
          </a:prstGeom>
          <a:solidFill>
            <a:srgbClr val="36448A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5" name="Spaltenkopf A Text"/>
          <p:cNvSpPr txBox="1"/>
          <p:nvPr/>
        </p:nvSpPr>
        <p:spPr>
          <a:xfrm>
            <a:off x="1377950" y="800100"/>
            <a:ext cx="1651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C0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1400" dirty="0"/>
          </a:p>
        </p:txBody>
      </p:sp>
      <p:sp>
        <p:nvSpPr>
          <p:cNvPr id="6" name="Spaltenkopf B"/>
          <p:cNvSpPr/>
          <p:nvPr/>
        </p:nvSpPr>
        <p:spPr>
          <a:xfrm>
            <a:off x="3079750" y="800100"/>
            <a:ext cx="1079500" cy="584200"/>
          </a:xfrm>
          <a:prstGeom prst="rect">
            <a:avLst/>
          </a:prstGeom>
          <a:solidFill>
            <a:srgbClr val="36448A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7" name="Spaltenkopf B Text"/>
          <p:cNvSpPr txBox="1"/>
          <p:nvPr/>
        </p:nvSpPr>
        <p:spPr>
          <a:xfrm>
            <a:off x="3219450" y="8001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C0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</a:t>
            </a:r>
            <a:endParaRPr lang="en-US" sz="1400" dirty="0"/>
          </a:p>
        </p:txBody>
      </p:sp>
      <p:sp>
        <p:nvSpPr>
          <p:cNvPr id="8" name="Spaltenkopf C"/>
          <p:cNvSpPr/>
          <p:nvPr/>
        </p:nvSpPr>
        <p:spPr>
          <a:xfrm>
            <a:off x="4159250" y="800100"/>
            <a:ext cx="1079500" cy="584200"/>
          </a:xfrm>
          <a:prstGeom prst="rect">
            <a:avLst/>
          </a:prstGeom>
          <a:solidFill>
            <a:srgbClr val="36448A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9" name="Spaltenkopf C Text"/>
          <p:cNvSpPr txBox="1"/>
          <p:nvPr/>
        </p:nvSpPr>
        <p:spPr>
          <a:xfrm>
            <a:off x="4298950" y="8001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C0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</a:t>
            </a:r>
            <a:endParaRPr lang="en-US" sz="1400" dirty="0"/>
          </a:p>
        </p:txBody>
      </p:sp>
      <p:sp>
        <p:nvSpPr>
          <p:cNvPr id="10" name="Spaltenkopf D"/>
          <p:cNvSpPr/>
          <p:nvPr/>
        </p:nvSpPr>
        <p:spPr>
          <a:xfrm>
            <a:off x="5238750" y="800100"/>
            <a:ext cx="1079500" cy="584200"/>
          </a:xfrm>
          <a:prstGeom prst="rect">
            <a:avLst/>
          </a:prstGeom>
          <a:solidFill>
            <a:srgbClr val="36448A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11" name="Spaltenkopf D Text"/>
          <p:cNvSpPr txBox="1"/>
          <p:nvPr/>
        </p:nvSpPr>
        <p:spPr>
          <a:xfrm>
            <a:off x="5378450" y="8001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C0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</a:t>
            </a:r>
            <a:endParaRPr lang="en-US" sz="1400" dirty="0"/>
          </a:p>
        </p:txBody>
      </p:sp>
      <p:sp>
        <p:nvSpPr>
          <p:cNvPr id="12" name="Spaltenkopf E"/>
          <p:cNvSpPr/>
          <p:nvPr/>
        </p:nvSpPr>
        <p:spPr>
          <a:xfrm>
            <a:off x="6318250" y="800100"/>
            <a:ext cx="1079500" cy="584200"/>
          </a:xfrm>
          <a:prstGeom prst="rect">
            <a:avLst/>
          </a:prstGeom>
          <a:solidFill>
            <a:srgbClr val="36448A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13" name="Spaltenkopf E Text"/>
          <p:cNvSpPr txBox="1"/>
          <p:nvPr/>
        </p:nvSpPr>
        <p:spPr>
          <a:xfrm>
            <a:off x="6457950" y="8001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C0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</a:t>
            </a:r>
            <a:endParaRPr lang="en-US" sz="1400" dirty="0"/>
          </a:p>
        </p:txBody>
      </p:sp>
      <p:sp>
        <p:nvSpPr>
          <p:cNvPr id="14" name="Spaltenkopf F"/>
          <p:cNvSpPr/>
          <p:nvPr/>
        </p:nvSpPr>
        <p:spPr>
          <a:xfrm>
            <a:off x="7397750" y="800100"/>
            <a:ext cx="1079500" cy="584200"/>
          </a:xfrm>
          <a:prstGeom prst="rect">
            <a:avLst/>
          </a:prstGeom>
          <a:solidFill>
            <a:srgbClr val="36448A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15" name="Spaltenkopf F Text"/>
          <p:cNvSpPr txBox="1"/>
          <p:nvPr/>
        </p:nvSpPr>
        <p:spPr>
          <a:xfrm>
            <a:off x="7537450" y="8001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C0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</a:t>
            </a:r>
            <a:endParaRPr lang="en-US" sz="1400" dirty="0"/>
          </a:p>
        </p:txBody>
      </p:sp>
      <p:sp>
        <p:nvSpPr>
          <p:cNvPr id="16" name="Spaltenkopf G"/>
          <p:cNvSpPr/>
          <p:nvPr/>
        </p:nvSpPr>
        <p:spPr>
          <a:xfrm>
            <a:off x="8477250" y="800100"/>
            <a:ext cx="1079500" cy="584200"/>
          </a:xfrm>
          <a:prstGeom prst="rect">
            <a:avLst/>
          </a:prstGeom>
          <a:solidFill>
            <a:srgbClr val="36448A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17" name="Spaltenkopf G Text"/>
          <p:cNvSpPr txBox="1"/>
          <p:nvPr/>
        </p:nvSpPr>
        <p:spPr>
          <a:xfrm>
            <a:off x="8616950" y="8001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C0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</a:t>
            </a:r>
            <a:endParaRPr lang="en-US" sz="1400" dirty="0"/>
          </a:p>
        </p:txBody>
      </p:sp>
      <p:sp>
        <p:nvSpPr>
          <p:cNvPr id="18" name="Spaltenkopf H"/>
          <p:cNvSpPr/>
          <p:nvPr/>
        </p:nvSpPr>
        <p:spPr>
          <a:xfrm>
            <a:off x="9556750" y="800100"/>
            <a:ext cx="1809750" cy="584200"/>
          </a:xfrm>
          <a:prstGeom prst="rect">
            <a:avLst/>
          </a:prstGeom>
          <a:solidFill>
            <a:srgbClr val="36448A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19" name="Spaltenkopf H Text"/>
          <p:cNvSpPr txBox="1"/>
          <p:nvPr/>
        </p:nvSpPr>
        <p:spPr>
          <a:xfrm>
            <a:off x="9696450" y="800100"/>
            <a:ext cx="161925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C0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</a:t>
            </a:r>
            <a:endParaRPr lang="en-US" sz="1400" dirty="0"/>
          </a:p>
        </p:txBody>
      </p:sp>
      <p:sp>
        <p:nvSpPr>
          <p:cNvPr id="20" name="Zelle 1-0"/>
          <p:cNvSpPr/>
          <p:nvPr/>
        </p:nvSpPr>
        <p:spPr>
          <a:xfrm>
            <a:off x="793750" y="1384300"/>
            <a:ext cx="444500" cy="584200"/>
          </a:xfrm>
          <a:prstGeom prst="rect">
            <a:avLst/>
          </a:prstGeom>
          <a:solidFill>
            <a:srgbClr val="D3D8EE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21" name="Zelle 1-0 Text"/>
          <p:cNvSpPr txBox="1"/>
          <p:nvPr/>
        </p:nvSpPr>
        <p:spPr>
          <a:xfrm>
            <a:off x="933450" y="1384300"/>
            <a:ext cx="254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4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Zelle 1-1"/>
          <p:cNvSpPr/>
          <p:nvPr/>
        </p:nvSpPr>
        <p:spPr>
          <a:xfrm>
            <a:off x="1238250" y="1384300"/>
            <a:ext cx="1012825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23" name="Zelle 1-1 Text"/>
          <p:cNvSpPr txBox="1"/>
          <p:nvPr/>
        </p:nvSpPr>
        <p:spPr>
          <a:xfrm>
            <a:off x="1377950" y="1384300"/>
            <a:ext cx="993775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Haushaltsplaner (verbunden A1:C1, Größe 24)</a:t>
            </a:r>
            <a:endParaRPr lang="en-US" sz="1400" dirty="0"/>
          </a:p>
        </p:txBody>
      </p:sp>
      <p:sp>
        <p:nvSpPr>
          <p:cNvPr id="24" name="Zelle 2-0"/>
          <p:cNvSpPr/>
          <p:nvPr/>
        </p:nvSpPr>
        <p:spPr>
          <a:xfrm>
            <a:off x="793750" y="1968500"/>
            <a:ext cx="444500" cy="584200"/>
          </a:xfrm>
          <a:prstGeom prst="rect">
            <a:avLst/>
          </a:prstGeom>
          <a:solidFill>
            <a:srgbClr val="D3D8EE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25" name="Zelle 2-0 Text"/>
          <p:cNvSpPr txBox="1"/>
          <p:nvPr/>
        </p:nvSpPr>
        <p:spPr>
          <a:xfrm>
            <a:off x="933450" y="1968500"/>
            <a:ext cx="254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4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Zelle 2-1"/>
          <p:cNvSpPr/>
          <p:nvPr/>
        </p:nvSpPr>
        <p:spPr>
          <a:xfrm>
            <a:off x="1238250" y="1968500"/>
            <a:ext cx="1841500" cy="584200"/>
          </a:xfrm>
          <a:prstGeom prst="rect">
            <a:avLst/>
          </a:prstGeom>
          <a:solidFill>
            <a:srgbClr val="E3E7F6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27" name="Zelle 2-1 Text"/>
          <p:cNvSpPr txBox="1"/>
          <p:nvPr/>
        </p:nvSpPr>
        <p:spPr>
          <a:xfrm>
            <a:off x="1377950" y="1968500"/>
            <a:ext cx="1651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4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Kosten</a:t>
            </a:r>
            <a:endParaRPr lang="en-US" sz="1400" dirty="0"/>
          </a:p>
        </p:txBody>
      </p:sp>
      <p:sp>
        <p:nvSpPr>
          <p:cNvPr id="28" name="Zelle 2-2"/>
          <p:cNvSpPr/>
          <p:nvPr/>
        </p:nvSpPr>
        <p:spPr>
          <a:xfrm>
            <a:off x="3079750" y="1968500"/>
            <a:ext cx="1079500" cy="584200"/>
          </a:xfrm>
          <a:prstGeom prst="rect">
            <a:avLst/>
          </a:prstGeom>
          <a:solidFill>
            <a:srgbClr val="E3E7F6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29" name="Zelle 2-2 Text"/>
          <p:cNvSpPr txBox="1"/>
          <p:nvPr/>
        </p:nvSpPr>
        <p:spPr>
          <a:xfrm>
            <a:off x="3219450" y="19685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4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Jänner</a:t>
            </a:r>
            <a:endParaRPr lang="en-US" sz="1400" dirty="0"/>
          </a:p>
        </p:txBody>
      </p:sp>
      <p:sp>
        <p:nvSpPr>
          <p:cNvPr id="30" name="Zelle 2-3"/>
          <p:cNvSpPr/>
          <p:nvPr/>
        </p:nvSpPr>
        <p:spPr>
          <a:xfrm>
            <a:off x="4159250" y="1968500"/>
            <a:ext cx="1079500" cy="584200"/>
          </a:xfrm>
          <a:prstGeom prst="rect">
            <a:avLst/>
          </a:prstGeom>
          <a:solidFill>
            <a:srgbClr val="E3E7F6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31" name="Zelle 2-3 Text"/>
          <p:cNvSpPr txBox="1"/>
          <p:nvPr/>
        </p:nvSpPr>
        <p:spPr>
          <a:xfrm>
            <a:off x="4298950" y="19685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4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Februar</a:t>
            </a:r>
            <a:endParaRPr lang="en-US" sz="1400" dirty="0"/>
          </a:p>
        </p:txBody>
      </p:sp>
      <p:sp>
        <p:nvSpPr>
          <p:cNvPr id="32" name="Zelle 2-4"/>
          <p:cNvSpPr/>
          <p:nvPr/>
        </p:nvSpPr>
        <p:spPr>
          <a:xfrm>
            <a:off x="5238750" y="1968500"/>
            <a:ext cx="1079500" cy="584200"/>
          </a:xfrm>
          <a:prstGeom prst="rect">
            <a:avLst/>
          </a:prstGeom>
          <a:solidFill>
            <a:srgbClr val="E3E7F6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33" name="Zelle 2-4 Text"/>
          <p:cNvSpPr txBox="1"/>
          <p:nvPr/>
        </p:nvSpPr>
        <p:spPr>
          <a:xfrm>
            <a:off x="5378450" y="19685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4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März</a:t>
            </a:r>
            <a:endParaRPr lang="en-US" sz="1400" dirty="0"/>
          </a:p>
        </p:txBody>
      </p:sp>
      <p:sp>
        <p:nvSpPr>
          <p:cNvPr id="34" name="Zelle 2-5"/>
          <p:cNvSpPr/>
          <p:nvPr/>
        </p:nvSpPr>
        <p:spPr>
          <a:xfrm>
            <a:off x="6318250" y="1968500"/>
            <a:ext cx="1079500" cy="584200"/>
          </a:xfrm>
          <a:prstGeom prst="rect">
            <a:avLst/>
          </a:prstGeom>
          <a:solidFill>
            <a:srgbClr val="E3E7F6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35" name="Zelle 2-5 Text"/>
          <p:cNvSpPr txBox="1"/>
          <p:nvPr/>
        </p:nvSpPr>
        <p:spPr>
          <a:xfrm>
            <a:off x="6457950" y="19685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4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April</a:t>
            </a:r>
            <a:endParaRPr lang="en-US" sz="1400" dirty="0"/>
          </a:p>
        </p:txBody>
      </p:sp>
      <p:sp>
        <p:nvSpPr>
          <p:cNvPr id="36" name="Zelle 2-6"/>
          <p:cNvSpPr/>
          <p:nvPr/>
        </p:nvSpPr>
        <p:spPr>
          <a:xfrm>
            <a:off x="7397750" y="1968500"/>
            <a:ext cx="1079500" cy="584200"/>
          </a:xfrm>
          <a:prstGeom prst="rect">
            <a:avLst/>
          </a:prstGeom>
          <a:solidFill>
            <a:srgbClr val="E3E7F6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37" name="Zelle 2-6 Text"/>
          <p:cNvSpPr txBox="1"/>
          <p:nvPr/>
        </p:nvSpPr>
        <p:spPr>
          <a:xfrm>
            <a:off x="7537450" y="19685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4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Mai</a:t>
            </a:r>
            <a:endParaRPr lang="en-US" sz="1400" dirty="0"/>
          </a:p>
        </p:txBody>
      </p:sp>
      <p:sp>
        <p:nvSpPr>
          <p:cNvPr id="38" name="Zelle 2-7"/>
          <p:cNvSpPr/>
          <p:nvPr/>
        </p:nvSpPr>
        <p:spPr>
          <a:xfrm>
            <a:off x="8477250" y="1968500"/>
            <a:ext cx="1079500" cy="584200"/>
          </a:xfrm>
          <a:prstGeom prst="rect">
            <a:avLst/>
          </a:prstGeom>
          <a:solidFill>
            <a:srgbClr val="E3E7F6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39" name="Zelle 2-7 Text"/>
          <p:cNvSpPr txBox="1"/>
          <p:nvPr/>
        </p:nvSpPr>
        <p:spPr>
          <a:xfrm>
            <a:off x="8616950" y="19685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4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Juni</a:t>
            </a:r>
            <a:endParaRPr lang="en-US" sz="1400" dirty="0"/>
          </a:p>
        </p:txBody>
      </p:sp>
      <p:sp>
        <p:nvSpPr>
          <p:cNvPr id="40" name="Zelle 2-8"/>
          <p:cNvSpPr/>
          <p:nvPr/>
        </p:nvSpPr>
        <p:spPr>
          <a:xfrm>
            <a:off x="9556750" y="1968500"/>
            <a:ext cx="1809750" cy="584200"/>
          </a:xfrm>
          <a:prstGeom prst="rect">
            <a:avLst/>
          </a:prstGeom>
          <a:solidFill>
            <a:srgbClr val="E3E7F6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41" name="Zelle 2-8 Text"/>
          <p:cNvSpPr txBox="1"/>
          <p:nvPr/>
        </p:nvSpPr>
        <p:spPr>
          <a:xfrm>
            <a:off x="9696450" y="1968500"/>
            <a:ext cx="161925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4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Gesamtsumme</a:t>
            </a:r>
            <a:endParaRPr lang="en-US" sz="1400" dirty="0"/>
          </a:p>
        </p:txBody>
      </p:sp>
      <p:sp>
        <p:nvSpPr>
          <p:cNvPr id="42" name="Zelle 3-0"/>
          <p:cNvSpPr/>
          <p:nvPr/>
        </p:nvSpPr>
        <p:spPr>
          <a:xfrm>
            <a:off x="793750" y="2552700"/>
            <a:ext cx="444500" cy="584200"/>
          </a:xfrm>
          <a:prstGeom prst="rect">
            <a:avLst/>
          </a:prstGeom>
          <a:solidFill>
            <a:srgbClr val="D3D8EE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43" name="Zelle 3-0 Text"/>
          <p:cNvSpPr txBox="1"/>
          <p:nvPr/>
        </p:nvSpPr>
        <p:spPr>
          <a:xfrm>
            <a:off x="933450" y="2552700"/>
            <a:ext cx="254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4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44" name="Zelle 3-1"/>
          <p:cNvSpPr/>
          <p:nvPr/>
        </p:nvSpPr>
        <p:spPr>
          <a:xfrm>
            <a:off x="1238250" y="2552700"/>
            <a:ext cx="1841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45" name="Zelle 3-1 Text"/>
          <p:cNvSpPr txBox="1"/>
          <p:nvPr/>
        </p:nvSpPr>
        <p:spPr>
          <a:xfrm>
            <a:off x="1377950" y="2552700"/>
            <a:ext cx="1651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Miete</a:t>
            </a:r>
            <a:endParaRPr lang="en-US" sz="1400" dirty="0"/>
          </a:p>
        </p:txBody>
      </p:sp>
      <p:sp>
        <p:nvSpPr>
          <p:cNvPr id="46" name="Zelle 3-2"/>
          <p:cNvSpPr/>
          <p:nvPr/>
        </p:nvSpPr>
        <p:spPr>
          <a:xfrm>
            <a:off x="3079750" y="2552700"/>
            <a:ext cx="1079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47" name="Zelle 3-2 Text"/>
          <p:cNvSpPr txBox="1"/>
          <p:nvPr/>
        </p:nvSpPr>
        <p:spPr>
          <a:xfrm>
            <a:off x="3219450" y="25527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700 €</a:t>
            </a:r>
            <a:endParaRPr lang="en-US" sz="1400" dirty="0"/>
          </a:p>
        </p:txBody>
      </p:sp>
      <p:sp>
        <p:nvSpPr>
          <p:cNvPr id="48" name="Zelle 3-3"/>
          <p:cNvSpPr/>
          <p:nvPr/>
        </p:nvSpPr>
        <p:spPr>
          <a:xfrm>
            <a:off x="4159250" y="2552700"/>
            <a:ext cx="1079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49" name="Zelle 3-3 Text"/>
          <p:cNvSpPr txBox="1"/>
          <p:nvPr/>
        </p:nvSpPr>
        <p:spPr>
          <a:xfrm>
            <a:off x="4298950" y="25527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700 €</a:t>
            </a:r>
            <a:endParaRPr lang="en-US" sz="1400" dirty="0"/>
          </a:p>
        </p:txBody>
      </p:sp>
      <p:sp>
        <p:nvSpPr>
          <p:cNvPr id="50" name="Zelle 3-4"/>
          <p:cNvSpPr/>
          <p:nvPr/>
        </p:nvSpPr>
        <p:spPr>
          <a:xfrm>
            <a:off x="5238750" y="2552700"/>
            <a:ext cx="1079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51" name="Zelle 3-4 Text"/>
          <p:cNvSpPr txBox="1"/>
          <p:nvPr/>
        </p:nvSpPr>
        <p:spPr>
          <a:xfrm>
            <a:off x="5378450" y="25527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700 €</a:t>
            </a:r>
            <a:endParaRPr lang="en-US" sz="1400" dirty="0"/>
          </a:p>
        </p:txBody>
      </p:sp>
      <p:sp>
        <p:nvSpPr>
          <p:cNvPr id="52" name="Zelle 3-5"/>
          <p:cNvSpPr/>
          <p:nvPr/>
        </p:nvSpPr>
        <p:spPr>
          <a:xfrm>
            <a:off x="6318250" y="2552700"/>
            <a:ext cx="1079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53" name="Zelle 3-5 Text"/>
          <p:cNvSpPr txBox="1"/>
          <p:nvPr/>
        </p:nvSpPr>
        <p:spPr>
          <a:xfrm>
            <a:off x="6457950" y="25527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700 €</a:t>
            </a:r>
            <a:endParaRPr lang="en-US" sz="1400" dirty="0"/>
          </a:p>
        </p:txBody>
      </p:sp>
      <p:sp>
        <p:nvSpPr>
          <p:cNvPr id="54" name="Zelle 3-6"/>
          <p:cNvSpPr/>
          <p:nvPr/>
        </p:nvSpPr>
        <p:spPr>
          <a:xfrm>
            <a:off x="7397750" y="2552700"/>
            <a:ext cx="1079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55" name="Zelle 3-6 Text"/>
          <p:cNvSpPr txBox="1"/>
          <p:nvPr/>
        </p:nvSpPr>
        <p:spPr>
          <a:xfrm>
            <a:off x="7537450" y="25527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700 €</a:t>
            </a:r>
            <a:endParaRPr lang="en-US" sz="1400" dirty="0"/>
          </a:p>
        </p:txBody>
      </p:sp>
      <p:sp>
        <p:nvSpPr>
          <p:cNvPr id="56" name="Zelle 3-7"/>
          <p:cNvSpPr/>
          <p:nvPr/>
        </p:nvSpPr>
        <p:spPr>
          <a:xfrm>
            <a:off x="8477250" y="2552700"/>
            <a:ext cx="1079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57" name="Zelle 3-7 Text"/>
          <p:cNvSpPr txBox="1"/>
          <p:nvPr/>
        </p:nvSpPr>
        <p:spPr>
          <a:xfrm>
            <a:off x="8616950" y="25527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700 €</a:t>
            </a:r>
            <a:endParaRPr lang="en-US" sz="1400" dirty="0"/>
          </a:p>
        </p:txBody>
      </p:sp>
      <p:sp>
        <p:nvSpPr>
          <p:cNvPr id="58" name="Zelle 3-8"/>
          <p:cNvSpPr/>
          <p:nvPr/>
        </p:nvSpPr>
        <p:spPr>
          <a:xfrm>
            <a:off x="9556750" y="2552700"/>
            <a:ext cx="1809750" cy="584200"/>
          </a:xfrm>
          <a:prstGeom prst="rect">
            <a:avLst/>
          </a:prstGeom>
          <a:solidFill>
            <a:srgbClr val="E3F4FD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59" name="Zelle 4-0"/>
          <p:cNvSpPr/>
          <p:nvPr/>
        </p:nvSpPr>
        <p:spPr>
          <a:xfrm>
            <a:off x="793750" y="3136900"/>
            <a:ext cx="444500" cy="584200"/>
          </a:xfrm>
          <a:prstGeom prst="rect">
            <a:avLst/>
          </a:prstGeom>
          <a:solidFill>
            <a:srgbClr val="D3D8EE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60" name="Zelle 4-0 Text"/>
          <p:cNvSpPr txBox="1"/>
          <p:nvPr/>
        </p:nvSpPr>
        <p:spPr>
          <a:xfrm>
            <a:off x="933450" y="3136900"/>
            <a:ext cx="254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4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61" name="Zelle 4-1"/>
          <p:cNvSpPr/>
          <p:nvPr/>
        </p:nvSpPr>
        <p:spPr>
          <a:xfrm>
            <a:off x="1238250" y="3136900"/>
            <a:ext cx="1841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62" name="Zelle 4-1 Text"/>
          <p:cNvSpPr txBox="1"/>
          <p:nvPr/>
        </p:nvSpPr>
        <p:spPr>
          <a:xfrm>
            <a:off x="1377950" y="3136900"/>
            <a:ext cx="1651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Internet</a:t>
            </a:r>
            <a:endParaRPr lang="en-US" sz="1400" dirty="0"/>
          </a:p>
        </p:txBody>
      </p:sp>
      <p:sp>
        <p:nvSpPr>
          <p:cNvPr id="63" name="Zelle 4-2"/>
          <p:cNvSpPr/>
          <p:nvPr/>
        </p:nvSpPr>
        <p:spPr>
          <a:xfrm>
            <a:off x="3079750" y="3136900"/>
            <a:ext cx="1079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64" name="Zelle 4-2 Text"/>
          <p:cNvSpPr txBox="1"/>
          <p:nvPr/>
        </p:nvSpPr>
        <p:spPr>
          <a:xfrm>
            <a:off x="3219450" y="31369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35 €</a:t>
            </a:r>
            <a:endParaRPr lang="en-US" sz="1400" dirty="0"/>
          </a:p>
        </p:txBody>
      </p:sp>
      <p:sp>
        <p:nvSpPr>
          <p:cNvPr id="65" name="Zelle 4-3"/>
          <p:cNvSpPr/>
          <p:nvPr/>
        </p:nvSpPr>
        <p:spPr>
          <a:xfrm>
            <a:off x="4159250" y="3136900"/>
            <a:ext cx="1079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66" name="Zelle 4-3 Text"/>
          <p:cNvSpPr txBox="1"/>
          <p:nvPr/>
        </p:nvSpPr>
        <p:spPr>
          <a:xfrm>
            <a:off x="4298950" y="31369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35 €</a:t>
            </a:r>
            <a:endParaRPr lang="en-US" sz="1400" dirty="0"/>
          </a:p>
        </p:txBody>
      </p:sp>
      <p:sp>
        <p:nvSpPr>
          <p:cNvPr id="67" name="Zelle 4-4"/>
          <p:cNvSpPr/>
          <p:nvPr/>
        </p:nvSpPr>
        <p:spPr>
          <a:xfrm>
            <a:off x="5238750" y="3136900"/>
            <a:ext cx="1079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68" name="Zelle 4-4 Text"/>
          <p:cNvSpPr txBox="1"/>
          <p:nvPr/>
        </p:nvSpPr>
        <p:spPr>
          <a:xfrm>
            <a:off x="5378450" y="31369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35 €</a:t>
            </a:r>
            <a:endParaRPr lang="en-US" sz="1400" dirty="0"/>
          </a:p>
        </p:txBody>
      </p:sp>
      <p:sp>
        <p:nvSpPr>
          <p:cNvPr id="69" name="Zelle 4-5"/>
          <p:cNvSpPr/>
          <p:nvPr/>
        </p:nvSpPr>
        <p:spPr>
          <a:xfrm>
            <a:off x="6318250" y="3136900"/>
            <a:ext cx="1079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70" name="Zelle 4-5 Text"/>
          <p:cNvSpPr txBox="1"/>
          <p:nvPr/>
        </p:nvSpPr>
        <p:spPr>
          <a:xfrm>
            <a:off x="6457950" y="31369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35 €</a:t>
            </a:r>
            <a:endParaRPr lang="en-US" sz="1400" dirty="0"/>
          </a:p>
        </p:txBody>
      </p:sp>
      <p:sp>
        <p:nvSpPr>
          <p:cNvPr id="71" name="Zelle 4-6"/>
          <p:cNvSpPr/>
          <p:nvPr/>
        </p:nvSpPr>
        <p:spPr>
          <a:xfrm>
            <a:off x="7397750" y="3136900"/>
            <a:ext cx="1079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72" name="Zelle 4-6 Text"/>
          <p:cNvSpPr txBox="1"/>
          <p:nvPr/>
        </p:nvSpPr>
        <p:spPr>
          <a:xfrm>
            <a:off x="7537450" y="31369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35 €</a:t>
            </a:r>
            <a:endParaRPr lang="en-US" sz="1400" dirty="0"/>
          </a:p>
        </p:txBody>
      </p:sp>
      <p:sp>
        <p:nvSpPr>
          <p:cNvPr id="73" name="Zelle 4-7"/>
          <p:cNvSpPr/>
          <p:nvPr/>
        </p:nvSpPr>
        <p:spPr>
          <a:xfrm>
            <a:off x="8477250" y="3136900"/>
            <a:ext cx="1079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74" name="Zelle 4-7 Text"/>
          <p:cNvSpPr txBox="1"/>
          <p:nvPr/>
        </p:nvSpPr>
        <p:spPr>
          <a:xfrm>
            <a:off x="8616950" y="31369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35 €</a:t>
            </a:r>
            <a:endParaRPr lang="en-US" sz="1400" dirty="0"/>
          </a:p>
        </p:txBody>
      </p:sp>
      <p:sp>
        <p:nvSpPr>
          <p:cNvPr id="75" name="Zelle 4-8"/>
          <p:cNvSpPr/>
          <p:nvPr/>
        </p:nvSpPr>
        <p:spPr>
          <a:xfrm>
            <a:off x="9556750" y="3136900"/>
            <a:ext cx="1809750" cy="584200"/>
          </a:xfrm>
          <a:prstGeom prst="rect">
            <a:avLst/>
          </a:prstGeom>
          <a:solidFill>
            <a:srgbClr val="E3F4FD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76" name="Zelle 5-0"/>
          <p:cNvSpPr/>
          <p:nvPr/>
        </p:nvSpPr>
        <p:spPr>
          <a:xfrm>
            <a:off x="793750" y="3721100"/>
            <a:ext cx="444500" cy="584200"/>
          </a:xfrm>
          <a:prstGeom prst="rect">
            <a:avLst/>
          </a:prstGeom>
          <a:solidFill>
            <a:srgbClr val="D3D8EE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77" name="Zelle 5-0 Text"/>
          <p:cNvSpPr txBox="1"/>
          <p:nvPr/>
        </p:nvSpPr>
        <p:spPr>
          <a:xfrm>
            <a:off x="933450" y="3721100"/>
            <a:ext cx="254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4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400" dirty="0"/>
          </a:p>
        </p:txBody>
      </p:sp>
      <p:sp>
        <p:nvSpPr>
          <p:cNvPr id="78" name="Zelle 5-1"/>
          <p:cNvSpPr/>
          <p:nvPr/>
        </p:nvSpPr>
        <p:spPr>
          <a:xfrm>
            <a:off x="1238250" y="3721100"/>
            <a:ext cx="1841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79" name="Zelle 5-1 Text"/>
          <p:cNvSpPr txBox="1"/>
          <p:nvPr/>
        </p:nvSpPr>
        <p:spPr>
          <a:xfrm>
            <a:off x="1377950" y="3721100"/>
            <a:ext cx="1651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Lebensmittel</a:t>
            </a:r>
            <a:endParaRPr lang="en-US" sz="1400" dirty="0"/>
          </a:p>
        </p:txBody>
      </p:sp>
      <p:sp>
        <p:nvSpPr>
          <p:cNvPr id="80" name="Zelle 5-2"/>
          <p:cNvSpPr/>
          <p:nvPr/>
        </p:nvSpPr>
        <p:spPr>
          <a:xfrm>
            <a:off x="3079750" y="3721100"/>
            <a:ext cx="1079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81" name="Zelle 5-2 Text"/>
          <p:cNvSpPr txBox="1"/>
          <p:nvPr/>
        </p:nvSpPr>
        <p:spPr>
          <a:xfrm>
            <a:off x="3219450" y="37211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350 €</a:t>
            </a:r>
            <a:endParaRPr lang="en-US" sz="1400" dirty="0"/>
          </a:p>
        </p:txBody>
      </p:sp>
      <p:sp>
        <p:nvSpPr>
          <p:cNvPr id="82" name="Zelle 5-3"/>
          <p:cNvSpPr/>
          <p:nvPr/>
        </p:nvSpPr>
        <p:spPr>
          <a:xfrm>
            <a:off x="4159250" y="3721100"/>
            <a:ext cx="1079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83" name="Zelle 5-3 Text"/>
          <p:cNvSpPr txBox="1"/>
          <p:nvPr/>
        </p:nvSpPr>
        <p:spPr>
          <a:xfrm>
            <a:off x="4298950" y="37211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370 €</a:t>
            </a:r>
            <a:endParaRPr lang="en-US" sz="1400" dirty="0"/>
          </a:p>
        </p:txBody>
      </p:sp>
      <p:sp>
        <p:nvSpPr>
          <p:cNvPr id="84" name="Zelle 5-4"/>
          <p:cNvSpPr/>
          <p:nvPr/>
        </p:nvSpPr>
        <p:spPr>
          <a:xfrm>
            <a:off x="5238750" y="3721100"/>
            <a:ext cx="1079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85" name="Zelle 5-4 Text"/>
          <p:cNvSpPr txBox="1"/>
          <p:nvPr/>
        </p:nvSpPr>
        <p:spPr>
          <a:xfrm>
            <a:off x="5378450" y="37211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320 €</a:t>
            </a:r>
            <a:endParaRPr lang="en-US" sz="1400" dirty="0"/>
          </a:p>
        </p:txBody>
      </p:sp>
      <p:sp>
        <p:nvSpPr>
          <p:cNvPr id="86" name="Zelle 5-5"/>
          <p:cNvSpPr/>
          <p:nvPr/>
        </p:nvSpPr>
        <p:spPr>
          <a:xfrm>
            <a:off x="6318250" y="3721100"/>
            <a:ext cx="1079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87" name="Zelle 5-5 Text"/>
          <p:cNvSpPr txBox="1"/>
          <p:nvPr/>
        </p:nvSpPr>
        <p:spPr>
          <a:xfrm>
            <a:off x="6457950" y="37211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390 €</a:t>
            </a:r>
            <a:endParaRPr lang="en-US" sz="1400" dirty="0"/>
          </a:p>
        </p:txBody>
      </p:sp>
      <p:sp>
        <p:nvSpPr>
          <p:cNvPr id="88" name="Zelle 5-6"/>
          <p:cNvSpPr/>
          <p:nvPr/>
        </p:nvSpPr>
        <p:spPr>
          <a:xfrm>
            <a:off x="7397750" y="3721100"/>
            <a:ext cx="1079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89" name="Zelle 5-6 Text"/>
          <p:cNvSpPr txBox="1"/>
          <p:nvPr/>
        </p:nvSpPr>
        <p:spPr>
          <a:xfrm>
            <a:off x="7537450" y="37211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340 €</a:t>
            </a:r>
            <a:endParaRPr lang="en-US" sz="1400" dirty="0"/>
          </a:p>
        </p:txBody>
      </p:sp>
      <p:sp>
        <p:nvSpPr>
          <p:cNvPr id="90" name="Zelle 5-7"/>
          <p:cNvSpPr/>
          <p:nvPr/>
        </p:nvSpPr>
        <p:spPr>
          <a:xfrm>
            <a:off x="8477250" y="3721100"/>
            <a:ext cx="1079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91" name="Zelle 5-7 Text"/>
          <p:cNvSpPr txBox="1"/>
          <p:nvPr/>
        </p:nvSpPr>
        <p:spPr>
          <a:xfrm>
            <a:off x="8616950" y="37211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360 €</a:t>
            </a:r>
            <a:endParaRPr lang="en-US" sz="1400" dirty="0"/>
          </a:p>
        </p:txBody>
      </p:sp>
      <p:sp>
        <p:nvSpPr>
          <p:cNvPr id="92" name="Zelle 5-8"/>
          <p:cNvSpPr/>
          <p:nvPr/>
        </p:nvSpPr>
        <p:spPr>
          <a:xfrm>
            <a:off x="9556750" y="3721100"/>
            <a:ext cx="1809750" cy="584200"/>
          </a:xfrm>
          <a:prstGeom prst="rect">
            <a:avLst/>
          </a:prstGeom>
          <a:solidFill>
            <a:srgbClr val="E3F4FD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93" name="Zelle 6-0"/>
          <p:cNvSpPr/>
          <p:nvPr/>
        </p:nvSpPr>
        <p:spPr>
          <a:xfrm>
            <a:off x="793750" y="4305300"/>
            <a:ext cx="444500" cy="584200"/>
          </a:xfrm>
          <a:prstGeom prst="rect">
            <a:avLst/>
          </a:prstGeom>
          <a:solidFill>
            <a:srgbClr val="D3D8EE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94" name="Zelle 6-0 Text"/>
          <p:cNvSpPr txBox="1"/>
          <p:nvPr/>
        </p:nvSpPr>
        <p:spPr>
          <a:xfrm>
            <a:off x="933450" y="4305300"/>
            <a:ext cx="254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4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400" dirty="0"/>
          </a:p>
        </p:txBody>
      </p:sp>
      <p:sp>
        <p:nvSpPr>
          <p:cNvPr id="95" name="Zelle 6-1"/>
          <p:cNvSpPr/>
          <p:nvPr/>
        </p:nvSpPr>
        <p:spPr>
          <a:xfrm>
            <a:off x="1238250" y="4305300"/>
            <a:ext cx="1841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96" name="Zelle 6-1 Text"/>
          <p:cNvSpPr txBox="1"/>
          <p:nvPr/>
        </p:nvSpPr>
        <p:spPr>
          <a:xfrm>
            <a:off x="1377950" y="4305300"/>
            <a:ext cx="1651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Versicherung</a:t>
            </a:r>
            <a:endParaRPr lang="en-US" sz="1400" dirty="0"/>
          </a:p>
        </p:txBody>
      </p:sp>
      <p:sp>
        <p:nvSpPr>
          <p:cNvPr id="97" name="Zelle 6-2"/>
          <p:cNvSpPr/>
          <p:nvPr/>
        </p:nvSpPr>
        <p:spPr>
          <a:xfrm>
            <a:off x="3079750" y="4305300"/>
            <a:ext cx="1079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98" name="Zelle 6-2 Text"/>
          <p:cNvSpPr txBox="1"/>
          <p:nvPr/>
        </p:nvSpPr>
        <p:spPr>
          <a:xfrm>
            <a:off x="3219450" y="43053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75 €</a:t>
            </a:r>
            <a:endParaRPr lang="en-US" sz="1400" dirty="0"/>
          </a:p>
        </p:txBody>
      </p:sp>
      <p:sp>
        <p:nvSpPr>
          <p:cNvPr id="99" name="Zelle 6-3"/>
          <p:cNvSpPr/>
          <p:nvPr/>
        </p:nvSpPr>
        <p:spPr>
          <a:xfrm>
            <a:off x="4159250" y="4305300"/>
            <a:ext cx="1079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100" name="Zelle 6-3 Text"/>
          <p:cNvSpPr txBox="1"/>
          <p:nvPr/>
        </p:nvSpPr>
        <p:spPr>
          <a:xfrm>
            <a:off x="4298950" y="43053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75 €</a:t>
            </a:r>
            <a:endParaRPr lang="en-US" sz="1400" dirty="0"/>
          </a:p>
        </p:txBody>
      </p:sp>
      <p:sp>
        <p:nvSpPr>
          <p:cNvPr id="101" name="Zelle 6-4"/>
          <p:cNvSpPr/>
          <p:nvPr/>
        </p:nvSpPr>
        <p:spPr>
          <a:xfrm>
            <a:off x="5238750" y="4305300"/>
            <a:ext cx="1079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102" name="Zelle 6-4 Text"/>
          <p:cNvSpPr txBox="1"/>
          <p:nvPr/>
        </p:nvSpPr>
        <p:spPr>
          <a:xfrm>
            <a:off x="5378450" y="43053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75 €</a:t>
            </a:r>
            <a:endParaRPr lang="en-US" sz="1400" dirty="0"/>
          </a:p>
        </p:txBody>
      </p:sp>
      <p:sp>
        <p:nvSpPr>
          <p:cNvPr id="103" name="Zelle 6-5"/>
          <p:cNvSpPr/>
          <p:nvPr/>
        </p:nvSpPr>
        <p:spPr>
          <a:xfrm>
            <a:off x="6318250" y="4305300"/>
            <a:ext cx="1079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104" name="Zelle 6-5 Text"/>
          <p:cNvSpPr txBox="1"/>
          <p:nvPr/>
        </p:nvSpPr>
        <p:spPr>
          <a:xfrm>
            <a:off x="6457950" y="43053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75 €</a:t>
            </a:r>
            <a:endParaRPr lang="en-US" sz="1400" dirty="0"/>
          </a:p>
        </p:txBody>
      </p:sp>
      <p:sp>
        <p:nvSpPr>
          <p:cNvPr id="105" name="Zelle 6-6"/>
          <p:cNvSpPr/>
          <p:nvPr/>
        </p:nvSpPr>
        <p:spPr>
          <a:xfrm>
            <a:off x="7397750" y="4305300"/>
            <a:ext cx="1079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106" name="Zelle 6-6 Text"/>
          <p:cNvSpPr txBox="1"/>
          <p:nvPr/>
        </p:nvSpPr>
        <p:spPr>
          <a:xfrm>
            <a:off x="7537450" y="43053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75 €</a:t>
            </a:r>
            <a:endParaRPr lang="en-US" sz="1400" dirty="0"/>
          </a:p>
        </p:txBody>
      </p:sp>
      <p:sp>
        <p:nvSpPr>
          <p:cNvPr id="107" name="Zelle 6-7"/>
          <p:cNvSpPr/>
          <p:nvPr/>
        </p:nvSpPr>
        <p:spPr>
          <a:xfrm>
            <a:off x="8477250" y="4305300"/>
            <a:ext cx="1079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108" name="Zelle 6-7 Text"/>
          <p:cNvSpPr txBox="1"/>
          <p:nvPr/>
        </p:nvSpPr>
        <p:spPr>
          <a:xfrm>
            <a:off x="8616950" y="43053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75 €</a:t>
            </a:r>
            <a:endParaRPr lang="en-US" sz="1400" dirty="0"/>
          </a:p>
        </p:txBody>
      </p:sp>
      <p:sp>
        <p:nvSpPr>
          <p:cNvPr id="109" name="Zelle 6-8"/>
          <p:cNvSpPr/>
          <p:nvPr/>
        </p:nvSpPr>
        <p:spPr>
          <a:xfrm>
            <a:off x="9556750" y="4305300"/>
            <a:ext cx="1809750" cy="584200"/>
          </a:xfrm>
          <a:prstGeom prst="rect">
            <a:avLst/>
          </a:prstGeom>
          <a:solidFill>
            <a:srgbClr val="E3F4FD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110" name="Zelle 7-0"/>
          <p:cNvSpPr/>
          <p:nvPr/>
        </p:nvSpPr>
        <p:spPr>
          <a:xfrm>
            <a:off x="793750" y="4889500"/>
            <a:ext cx="444500" cy="584200"/>
          </a:xfrm>
          <a:prstGeom prst="rect">
            <a:avLst/>
          </a:prstGeom>
          <a:solidFill>
            <a:srgbClr val="D3D8EE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111" name="Zelle 7-0 Text"/>
          <p:cNvSpPr txBox="1"/>
          <p:nvPr/>
        </p:nvSpPr>
        <p:spPr>
          <a:xfrm>
            <a:off x="933450" y="4889500"/>
            <a:ext cx="254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4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400" dirty="0"/>
          </a:p>
        </p:txBody>
      </p:sp>
      <p:sp>
        <p:nvSpPr>
          <p:cNvPr id="112" name="Zelle 7-1"/>
          <p:cNvSpPr/>
          <p:nvPr/>
        </p:nvSpPr>
        <p:spPr>
          <a:xfrm>
            <a:off x="1238250" y="4889500"/>
            <a:ext cx="1841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113" name="Zelle 7-1 Text"/>
          <p:cNvSpPr txBox="1"/>
          <p:nvPr/>
        </p:nvSpPr>
        <p:spPr>
          <a:xfrm>
            <a:off x="1377950" y="4889500"/>
            <a:ext cx="1651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Benzin</a:t>
            </a:r>
            <a:endParaRPr lang="en-US" sz="1400" dirty="0"/>
          </a:p>
        </p:txBody>
      </p:sp>
      <p:sp>
        <p:nvSpPr>
          <p:cNvPr id="114" name="Zelle 7-2"/>
          <p:cNvSpPr/>
          <p:nvPr/>
        </p:nvSpPr>
        <p:spPr>
          <a:xfrm>
            <a:off x="3079750" y="4889500"/>
            <a:ext cx="1079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115" name="Zelle 7-2 Text"/>
          <p:cNvSpPr txBox="1"/>
          <p:nvPr/>
        </p:nvSpPr>
        <p:spPr>
          <a:xfrm>
            <a:off x="3219450" y="48895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110 €</a:t>
            </a:r>
            <a:endParaRPr lang="en-US" sz="1400" dirty="0"/>
          </a:p>
        </p:txBody>
      </p:sp>
      <p:sp>
        <p:nvSpPr>
          <p:cNvPr id="116" name="Zelle 7-3"/>
          <p:cNvSpPr/>
          <p:nvPr/>
        </p:nvSpPr>
        <p:spPr>
          <a:xfrm>
            <a:off x="4159250" y="4889500"/>
            <a:ext cx="1079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117" name="Zelle 7-3 Text"/>
          <p:cNvSpPr txBox="1"/>
          <p:nvPr/>
        </p:nvSpPr>
        <p:spPr>
          <a:xfrm>
            <a:off x="4298950" y="48895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130 €</a:t>
            </a:r>
            <a:endParaRPr lang="en-US" sz="1400" dirty="0"/>
          </a:p>
        </p:txBody>
      </p:sp>
      <p:sp>
        <p:nvSpPr>
          <p:cNvPr id="118" name="Zelle 7-4"/>
          <p:cNvSpPr/>
          <p:nvPr/>
        </p:nvSpPr>
        <p:spPr>
          <a:xfrm>
            <a:off x="5238750" y="4889500"/>
            <a:ext cx="1079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119" name="Zelle 7-4 Text"/>
          <p:cNvSpPr txBox="1"/>
          <p:nvPr/>
        </p:nvSpPr>
        <p:spPr>
          <a:xfrm>
            <a:off x="5378450" y="48895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125 €</a:t>
            </a:r>
            <a:endParaRPr lang="en-US" sz="1400" dirty="0"/>
          </a:p>
        </p:txBody>
      </p:sp>
      <p:sp>
        <p:nvSpPr>
          <p:cNvPr id="120" name="Zelle 7-5"/>
          <p:cNvSpPr/>
          <p:nvPr/>
        </p:nvSpPr>
        <p:spPr>
          <a:xfrm>
            <a:off x="6318250" y="4889500"/>
            <a:ext cx="1079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121" name="Zelle 7-5 Text"/>
          <p:cNvSpPr txBox="1"/>
          <p:nvPr/>
        </p:nvSpPr>
        <p:spPr>
          <a:xfrm>
            <a:off x="6457950" y="48895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95 €</a:t>
            </a:r>
            <a:endParaRPr lang="en-US" sz="1400" dirty="0"/>
          </a:p>
        </p:txBody>
      </p:sp>
      <p:sp>
        <p:nvSpPr>
          <p:cNvPr id="122" name="Zelle 7-6"/>
          <p:cNvSpPr/>
          <p:nvPr/>
        </p:nvSpPr>
        <p:spPr>
          <a:xfrm>
            <a:off x="7397750" y="4889500"/>
            <a:ext cx="1079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123" name="Zelle 7-6 Text"/>
          <p:cNvSpPr txBox="1"/>
          <p:nvPr/>
        </p:nvSpPr>
        <p:spPr>
          <a:xfrm>
            <a:off x="7537450" y="48895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150 €</a:t>
            </a:r>
            <a:endParaRPr lang="en-US" sz="1400" dirty="0"/>
          </a:p>
        </p:txBody>
      </p:sp>
      <p:sp>
        <p:nvSpPr>
          <p:cNvPr id="124" name="Zelle 7-7"/>
          <p:cNvSpPr/>
          <p:nvPr/>
        </p:nvSpPr>
        <p:spPr>
          <a:xfrm>
            <a:off x="8477250" y="4889500"/>
            <a:ext cx="1079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125" name="Zelle 7-7 Text"/>
          <p:cNvSpPr txBox="1"/>
          <p:nvPr/>
        </p:nvSpPr>
        <p:spPr>
          <a:xfrm>
            <a:off x="8616950" y="4889500"/>
            <a:ext cx="889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145 €</a:t>
            </a:r>
            <a:endParaRPr lang="en-US" sz="1400" dirty="0"/>
          </a:p>
        </p:txBody>
      </p:sp>
      <p:sp>
        <p:nvSpPr>
          <p:cNvPr id="126" name="Zelle 7-8"/>
          <p:cNvSpPr/>
          <p:nvPr/>
        </p:nvSpPr>
        <p:spPr>
          <a:xfrm>
            <a:off x="9556750" y="4889500"/>
            <a:ext cx="1809750" cy="584200"/>
          </a:xfrm>
          <a:prstGeom prst="rect">
            <a:avLst/>
          </a:prstGeom>
          <a:solidFill>
            <a:srgbClr val="E3F4FD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127" name="Zelle 8-0"/>
          <p:cNvSpPr/>
          <p:nvPr/>
        </p:nvSpPr>
        <p:spPr>
          <a:xfrm>
            <a:off x="793750" y="5473700"/>
            <a:ext cx="444500" cy="584200"/>
          </a:xfrm>
          <a:prstGeom prst="rect">
            <a:avLst/>
          </a:prstGeom>
          <a:solidFill>
            <a:srgbClr val="D3D8EE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128" name="Zelle 8-0 Text"/>
          <p:cNvSpPr txBox="1"/>
          <p:nvPr/>
        </p:nvSpPr>
        <p:spPr>
          <a:xfrm>
            <a:off x="933450" y="5473700"/>
            <a:ext cx="254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4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400" dirty="0"/>
          </a:p>
        </p:txBody>
      </p:sp>
      <p:sp>
        <p:nvSpPr>
          <p:cNvPr id="129" name="Zelle 8-1"/>
          <p:cNvSpPr/>
          <p:nvPr/>
        </p:nvSpPr>
        <p:spPr>
          <a:xfrm>
            <a:off x="1238250" y="5473700"/>
            <a:ext cx="1841500" cy="584200"/>
          </a:xfrm>
          <a:prstGeom prst="rect">
            <a:avLst/>
          </a:prstGeom>
          <a:solidFill>
            <a:srgbClr val="E3E7F6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130" name="Zelle 8-1 Text"/>
          <p:cNvSpPr txBox="1"/>
          <p:nvPr/>
        </p:nvSpPr>
        <p:spPr>
          <a:xfrm>
            <a:off x="1377950" y="5473700"/>
            <a:ext cx="1651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4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Gesamtsumme</a:t>
            </a:r>
            <a:endParaRPr lang="en-US" sz="1400" dirty="0"/>
          </a:p>
        </p:txBody>
      </p:sp>
      <p:sp>
        <p:nvSpPr>
          <p:cNvPr id="131" name="Zelle 8-2"/>
          <p:cNvSpPr/>
          <p:nvPr/>
        </p:nvSpPr>
        <p:spPr>
          <a:xfrm>
            <a:off x="3079750" y="5473700"/>
            <a:ext cx="1079500" cy="584200"/>
          </a:xfrm>
          <a:prstGeom prst="rect">
            <a:avLst/>
          </a:prstGeom>
          <a:solidFill>
            <a:srgbClr val="E3F4FD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132" name="Zelle 8-3"/>
          <p:cNvSpPr/>
          <p:nvPr/>
        </p:nvSpPr>
        <p:spPr>
          <a:xfrm>
            <a:off x="4159250" y="5473700"/>
            <a:ext cx="1079500" cy="584200"/>
          </a:xfrm>
          <a:prstGeom prst="rect">
            <a:avLst/>
          </a:prstGeom>
          <a:solidFill>
            <a:srgbClr val="E3F4FD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133" name="Zelle 8-4"/>
          <p:cNvSpPr/>
          <p:nvPr/>
        </p:nvSpPr>
        <p:spPr>
          <a:xfrm>
            <a:off x="5238750" y="5473700"/>
            <a:ext cx="1079500" cy="584200"/>
          </a:xfrm>
          <a:prstGeom prst="rect">
            <a:avLst/>
          </a:prstGeom>
          <a:solidFill>
            <a:srgbClr val="E3F4FD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134" name="Zelle 8-5"/>
          <p:cNvSpPr/>
          <p:nvPr/>
        </p:nvSpPr>
        <p:spPr>
          <a:xfrm>
            <a:off x="6318250" y="5473700"/>
            <a:ext cx="1079500" cy="584200"/>
          </a:xfrm>
          <a:prstGeom prst="rect">
            <a:avLst/>
          </a:prstGeom>
          <a:solidFill>
            <a:srgbClr val="E3F4FD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135" name="Zelle 8-6"/>
          <p:cNvSpPr/>
          <p:nvPr/>
        </p:nvSpPr>
        <p:spPr>
          <a:xfrm>
            <a:off x="7397750" y="5473700"/>
            <a:ext cx="1079500" cy="584200"/>
          </a:xfrm>
          <a:prstGeom prst="rect">
            <a:avLst/>
          </a:prstGeom>
          <a:solidFill>
            <a:srgbClr val="E3F4FD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136" name="Zelle 8-7"/>
          <p:cNvSpPr/>
          <p:nvPr/>
        </p:nvSpPr>
        <p:spPr>
          <a:xfrm>
            <a:off x="8477250" y="5473700"/>
            <a:ext cx="1079500" cy="584200"/>
          </a:xfrm>
          <a:prstGeom prst="rect">
            <a:avLst/>
          </a:prstGeom>
          <a:solidFill>
            <a:srgbClr val="E3F4FD"/>
          </a:solidFill>
          <a:ln w="12700">
            <a:solidFill>
              <a:srgbClr val="D3D8EE"/>
            </a:solidFill>
            <a:prstDash val="solid"/>
          </a:ln>
        </p:spPr>
      </p:sp>
      <p:sp>
        <p:nvSpPr>
          <p:cNvPr id="137" name="Zelle 8-8"/>
          <p:cNvSpPr/>
          <p:nvPr/>
        </p:nvSpPr>
        <p:spPr>
          <a:xfrm>
            <a:off x="9556750" y="5473700"/>
            <a:ext cx="1809750" cy="584200"/>
          </a:xfrm>
          <a:prstGeom prst="rect">
            <a:avLst/>
          </a:prstGeom>
          <a:solidFill>
            <a:srgbClr val="E3F4FD"/>
          </a:solidFill>
          <a:ln w="12700">
            <a:solidFill>
              <a:srgbClr val="D3D8EE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Haushaltsplaner Tabelle</dc:title>
  <dc:subject>PptxGenJS Presentation</dc:subject>
  <dc:creator>PptxGenJS</dc:creator>
  <cp:lastModifiedBy>PptxGenJS</cp:lastModifiedBy>
  <cp:revision>1</cp:revision>
  <dcterms:created xsi:type="dcterms:W3CDTF">2026-10-23T09:00:45Z</dcterms:created>
  <dcterms:modified xsi:type="dcterms:W3CDTF">2026-10-23T09:00:45Z</dcterms:modified>
</cp:coreProperties>
</file>