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ist ChatGPT überhaupt?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Grundprinzip: das nächste Wort erraten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 für Wort entsteht ein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hat ChatGPT gelernt?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Versteht ChatGPT, was es schreibt?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kann ChatGPT gut?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Gefahr 1: Irrtümer und Halluzinationen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Gefahr 2: Wissensstand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Gefahr 3: Vorurteile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Gefahr 4: Datenschutz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Gefahr 5: Mogeln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Tipps für den guten Umgang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Digitale Grundbildung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macht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ChatGPT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das eigentlich?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46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Denkt es nach? Versteht es, was ich schreibe?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406640" y="1005840"/>
            <a:ext cx="4114800" cy="1280160"/>
          </a:xfrm>
          <a:prstGeom prst="wedgeRoundRectCallout">
            <a:avLst>
              <a:gd name="adj" fmla="val 1428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005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Erkläre mir, warum der Himmel blau ist.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0" y="274320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12280" y="2926080"/>
            <a:ext cx="365760" cy="36576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34290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Himmel wirkt blau, weil das Licht in der Luft</a:t>
            </a:r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|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0" y="50749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5074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Wort für Wort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ist ChatGPT?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ist ein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Programm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kein Mensch hinter dem Bildschirm.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029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Sprachmodell: eine KI, die mit Sprache arbeitet.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914400"/>
            <a:ext cx="4754880" cy="4754880"/>
          </a:xfrm>
          <a:prstGeom prst="ellipse">
            <a:avLst/>
          </a:prstGeom>
          <a:solidFill>
            <a:srgbClr val="DDF3B8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508760"/>
            <a:ext cx="3566160" cy="3566160"/>
          </a:xfrm>
          <a:prstGeom prst="ellipse">
            <a:avLst/>
          </a:prstGeom>
          <a:solidFill>
            <a:srgbClr val="C9EF8F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0" y="2103120"/>
            <a:ext cx="2377440" cy="237744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2651760"/>
            <a:ext cx="1280160" cy="12801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1024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Künstliche Intelligenz (KI)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627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Sprachmodell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Name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bedeutet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GPT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„Chat“ kommt vom englischen Wort für plaudern.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508760"/>
          </a:xfrm>
          <a:prstGeom prst="roundRect">
            <a:avLst>
              <a:gd name="adj" fmla="val 909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1887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143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645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erzeugt etwas Neues: Text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0" y="2697480"/>
            <a:ext cx="4937760" cy="1508760"/>
          </a:xfrm>
          <a:prstGeom prst="roundRect">
            <a:avLst>
              <a:gd name="adj" fmla="val 909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29718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2971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Pre-trained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3429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vortrainiert – hat vorher viel gelernt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0" y="4480560"/>
            <a:ext cx="4937760" cy="1508760"/>
          </a:xfrm>
          <a:prstGeom prst="roundRect">
            <a:avLst>
              <a:gd name="adj" fmla="val 909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475488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47548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4709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Transformer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12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Methode dahinter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Grundprinzip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rät das nächste Wort.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Überraschend einfach: Es berechnet, welches Wort am besten passt.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9144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 Morgen putze ich mir die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49840" y="128016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67512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Zähne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138160" y="2743200"/>
            <a:ext cx="3383280" cy="548640"/>
          </a:xfrm>
          <a:prstGeom prst="roundRect">
            <a:avLst>
              <a:gd name="adj" fmla="val 2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38160" y="2743200"/>
            <a:ext cx="3291840" cy="548640"/>
          </a:xfrm>
          <a:prstGeom prst="roundRect">
            <a:avLst>
              <a:gd name="adj" fmla="val 25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Haare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38160" y="3611880"/>
            <a:ext cx="3383280" cy="548640"/>
          </a:xfrm>
          <a:prstGeom prst="roundRect">
            <a:avLst>
              <a:gd name="adj" fmla="val 2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3611880"/>
            <a:ext cx="731520" cy="548640"/>
          </a:xfrm>
          <a:prstGeom prst="roundRect">
            <a:avLst>
              <a:gd name="adj" fmla="val 25000"/>
            </a:avLst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Hände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138160" y="4480560"/>
            <a:ext cx="3383280" cy="548640"/>
          </a:xfrm>
          <a:prstGeom prst="roundRect">
            <a:avLst>
              <a:gd name="adj" fmla="val 2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4480560"/>
            <a:ext cx="457200" cy="548640"/>
          </a:xfrm>
          <a:prstGeom prst="roundRect">
            <a:avLst>
              <a:gd name="adj" fmla="val 30000"/>
            </a:avLst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544068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5440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wahrscheinlichste Wort gewinnt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Wort für Wort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Wort für Wort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entsteht ein Text.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die Vorschläge deiner Handy-Tastatur – nur unvorstellbar viel größer und klüger.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9144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8120" y="91440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9144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Morgen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052560" y="91440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0" y="9144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putze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287000" y="91440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87000" y="9144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ich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0" y="169164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1691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18120" y="169164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1691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052560" y="1691640"/>
            <a:ext cx="1097280" cy="594360"/>
          </a:xfrm>
          <a:prstGeom prst="roundRect">
            <a:avLst>
              <a:gd name="adj" fmla="val 18462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52560" y="1691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Zähne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1691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nächstes Wort … und wieder von vorn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0" y="2834640"/>
            <a:ext cx="2103120" cy="2743200"/>
          </a:xfrm>
          <a:prstGeom prst="roundRect">
            <a:avLst>
              <a:gd name="adj" fmla="val 6522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208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Handy-Tastatur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766560" y="356616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766560" y="420624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6656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Zähne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766560" y="484632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6656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915400" y="28346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982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098280" y="3611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Gleiches Prinzip, aber mit riesigen Textmengen trainiert.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Kleine Genauigkeit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 werden in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Tokens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zerlegt.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das Verständnis reicht es, wenn du dir Wörter vorstellst.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0" y="169164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Token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Computerprogramm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0" y="3611880"/>
            <a:ext cx="1005840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36118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80960" y="361188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3611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052560" y="36118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5256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058400" y="3611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840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gramm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mehrere Tokens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 – die echte Aufteilung kann abweichen.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Training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hat ChatGPT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gelernt?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Mensch bräuchte Tausende Jahre, um all die Texte zu lesen.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3840480"/>
            <a:ext cx="1554480" cy="2103120"/>
          </a:xfrm>
          <a:prstGeom prst="roundRect">
            <a:avLst>
              <a:gd name="adj" fmla="val 7059"/>
            </a:avLst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08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4572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Lesen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49834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Bücher, Artikel, Webseiten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75320" y="283464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0" y="2971800"/>
            <a:ext cx="457200" cy="4572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77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Wort raten, Fehler korrigieren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966960" y="1828800"/>
            <a:ext cx="1554480" cy="4114800"/>
          </a:xfrm>
          <a:prstGeom prst="roundRect">
            <a:avLst>
              <a:gd name="adj" fmla="val 7059"/>
            </a:avLst>
          </a:prstGeom>
          <a:solidFill>
            <a:srgbClr val="B1FF37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04120" y="1965960"/>
            <a:ext cx="457200" cy="4572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04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104120" y="2560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Erziehung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104120" y="29718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Menschen bewerten Antworten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Verstehen?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Versteht ChatGPT, was es schreibt?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Nicht wie ein Mensch.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029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Keine Gefühle, keine Meinung, keine Erfahrungen – nur Texte darüber.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80960" y="731520"/>
            <a:ext cx="3840480" cy="1005840"/>
          </a:xfrm>
          <a:prstGeom prst="wedgeRoundRectCallout">
            <a:avLst>
              <a:gd name="adj" fmla="val 18182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731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Ich freue mich, dir zu helfen.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 rot="1200000">
            <a:off x="8595360" y="4572000"/>
            <a:ext cx="548640" cy="1463040"/>
          </a:xfrm>
          <a:prstGeom prst="ellipse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3017520"/>
            <a:ext cx="2011680" cy="26517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-600000">
            <a:off x="8321040" y="3566160"/>
            <a:ext cx="1005840" cy="1554480"/>
          </a:xfrm>
          <a:prstGeom prst="ellipse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9640" y="1828800"/>
            <a:ext cx="1371600" cy="13716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09176" y="2185416"/>
            <a:ext cx="292608" cy="292608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73768" y="2221992"/>
            <a:ext cx="91440" cy="91440"/>
          </a:xfrm>
          <a:prstGeom prst="ellipse">
            <a:avLst/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5400000">
            <a:off x="9829800" y="2514600"/>
            <a:ext cx="548640" cy="502920"/>
          </a:xfrm>
          <a:prstGeom prst="triangl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5760720"/>
            <a:ext cx="3291840" cy="0"/>
          </a:xfrm>
          <a:prstGeom prst="line">
            <a:avLst/>
          </a:prstGeom>
          <a:noFill/>
          <a:ln w="63500">
            <a:solidFill>
              <a:srgbClr val="A9C79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Stärken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Dafür ist ChatGPT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eine große Hilfe.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es ist immer geduldig: Du kannst fünfmal nachfragen.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72300" y="11658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Erklären in einfachen Worten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75320" y="9144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63940" y="11658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51392" y="1389888"/>
            <a:ext cx="402336" cy="54864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51392" y="1527048"/>
            <a:ext cx="402336" cy="54864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51392" y="1664208"/>
            <a:ext cx="402336" cy="54864"/>
          </a:xfrm>
          <a:prstGeom prst="rect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 kürzen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966960" y="9144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55580" y="11658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0" y="1325880"/>
            <a:ext cx="457200" cy="457200"/>
          </a:xfrm>
          <a:prstGeom prst="star5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104120" y="21488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Ideen für Geschichten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83680" y="34290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72300" y="36804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ABC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720840" y="4663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Vokabeln üben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275320" y="34290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3940" y="36804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51392" y="3840480"/>
            <a:ext cx="320040" cy="320040"/>
          </a:xfrm>
          <a:prstGeom prst="ellipse">
            <a:avLst/>
          </a:prstGeom>
          <a:noFill/>
          <a:ln w="31750">
            <a:solidFill>
              <a:srgbClr val="B1FF3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98280" y="4114800"/>
            <a:ext cx="155448" cy="155448"/>
          </a:xfrm>
          <a:prstGeom prst="line">
            <a:avLst/>
          </a:prstGeom>
          <a:noFill/>
          <a:ln w="38100">
            <a:solidFill>
              <a:srgbClr val="B1FF3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663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Fehler im Text finden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966960" y="3429000"/>
            <a:ext cx="1554480" cy="233172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355580" y="3680460"/>
            <a:ext cx="777240" cy="77724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37844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104120" y="4663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&amp; Übersetzen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1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kann sich irren – und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klingt dabei sicher.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029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wählt das wahrscheinlichste Wort, nicht das wahre.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BFFF4"/>
          </a:solidFill>
          <a:ln w="15875">
            <a:solidFill>
              <a:srgbClr val="FBFF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3258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Buch erschien 1987 und wurde von Dr. Anna Weber geschrieben.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 rot="21120000">
            <a:off x="9235440" y="77724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0A1C10"/>
          </a:solidFill>
          <a:ln w="38100">
            <a:solidFill>
              <a:srgbClr val="FF7A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777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erfunden?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0" y="3657600"/>
            <a:ext cx="2286000" cy="73152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2700">
            <a:solidFill>
              <a:srgbClr val="1B45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wahrscheinlich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892540" y="3771900"/>
            <a:ext cx="502920" cy="502920"/>
          </a:xfrm>
          <a:prstGeom prst="ellipse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8796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418320" y="365760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41832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wahr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0" y="484632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4846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Wichtiges immer überprüfen: Schulbuch, Lexikon, seriöse Seite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2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weiß nicht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alles.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Sein Wissen stammt aus der Zeit des Trainings. Über ganz neue Ereignisse weiß es oft nichts.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292608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bekannt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052560" y="2926080"/>
            <a:ext cx="2468880" cy="640080"/>
          </a:xfrm>
          <a:prstGeom prst="roundRect">
            <a:avLst>
              <a:gd name="adj" fmla="val 17143"/>
            </a:avLst>
          </a:prstGeom>
          <a:solidFill>
            <a:srgbClr val="FBFFF4"/>
          </a:solidFill>
          <a:ln w="31750">
            <a:solidFill>
              <a:srgbClr val="FF7A4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9052560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 – unbekannt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006840" y="2011680"/>
            <a:ext cx="0" cy="237744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15544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Ende des Trainings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früher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1498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heute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3680" y="4480560"/>
            <a:ext cx="4937760" cy="0"/>
          </a:xfrm>
          <a:prstGeom prst="line">
            <a:avLst/>
          </a:prstGeom>
          <a:noFill/>
          <a:ln w="25400">
            <a:solidFill>
              <a:srgbClr val="5B6B5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3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kann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Vorurteile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enthalten.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hat aus Texten von Menschen gelernt – und übernimmt manchmal einseitige Sichtweisen.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2194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FBFFF4"/>
          </a:solidFill>
          <a:ln w="31750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297180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FBFFF4"/>
          </a:solidFill>
          <a:ln w="3175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9718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749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FBFFF4"/>
          </a:solidFill>
          <a:ln w="31750">
            <a:solidFill>
              <a:srgbClr val="FF7A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3749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09560" y="3200400"/>
            <a:ext cx="411480" cy="365760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69680" y="2743200"/>
            <a:ext cx="1280160" cy="12801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95560" y="3200400"/>
            <a:ext cx="365760" cy="365760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0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BFFF4"/>
          </a:solidFill>
          <a:ln w="31750">
            <a:solidFill>
              <a:srgbClr val="FF7A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60704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schief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in den Texten steckt, kann auch in den Antworten stecken.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4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Gib keine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persönlichen Daten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ein.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Alles, was du einträgst, wird an eine Firma geschickt.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1005840" cy="1828800"/>
          </a:xfrm>
          <a:prstGeom prst="roundRect">
            <a:avLst>
              <a:gd name="adj" fmla="val 2727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005840"/>
            <a:ext cx="822960" cy="1645920"/>
          </a:xfrm>
          <a:prstGeom prst="roundRect">
            <a:avLst>
              <a:gd name="adj" fmla="val 24444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1828800"/>
            <a:ext cx="1463040" cy="0"/>
          </a:xfrm>
          <a:prstGeom prst="line">
            <a:avLst/>
          </a:prstGeom>
          <a:noFill/>
          <a:ln w="38100">
            <a:solidFill>
              <a:srgbClr val="B1FF37"/>
            </a:solidFill>
            <a:prstDash val="dash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9326880" y="1097280"/>
            <a:ext cx="2194560" cy="1463040"/>
          </a:xfrm>
          <a:prstGeom prst="cloud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0" y="1188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1828800" cy="594360"/>
          </a:xfrm>
          <a:prstGeom prst="roundRect">
            <a:avLst>
              <a:gd name="adj" fmla="val 30769"/>
            </a:avLst>
          </a:prstGeom>
          <a:solidFill>
            <a:srgbClr val="1B4527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93408" y="3337560"/>
            <a:ext cx="320040" cy="3200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Voller Name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49640" y="3200400"/>
            <a:ext cx="1417320" cy="594360"/>
          </a:xfrm>
          <a:prstGeom prst="roundRect">
            <a:avLst>
              <a:gd name="adj" fmla="val 30769"/>
            </a:avLst>
          </a:prstGeom>
          <a:solidFill>
            <a:srgbClr val="1B4527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59368" y="3337560"/>
            <a:ext cx="320040" cy="3200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6840" y="32004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104120" y="3200400"/>
            <a:ext cx="1371600" cy="594360"/>
          </a:xfrm>
          <a:prstGeom prst="roundRect">
            <a:avLst>
              <a:gd name="adj" fmla="val 30769"/>
            </a:avLst>
          </a:prstGeom>
          <a:solidFill>
            <a:srgbClr val="1B4527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13848" y="3337560"/>
            <a:ext cx="320040" cy="3200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61320" y="32004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0" y="3977640"/>
            <a:ext cx="2194560" cy="594360"/>
          </a:xfrm>
          <a:prstGeom prst="roundRect">
            <a:avLst>
              <a:gd name="adj" fmla="val 30769"/>
            </a:avLst>
          </a:prstGeom>
          <a:solidFill>
            <a:srgbClr val="1B4527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93408" y="4114800"/>
            <a:ext cx="320040" cy="3200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3977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Telefonnummer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915400" y="3977640"/>
            <a:ext cx="1920240" cy="594360"/>
          </a:xfrm>
          <a:prstGeom prst="roundRect">
            <a:avLst>
              <a:gd name="adj" fmla="val 30769"/>
            </a:avLst>
          </a:prstGeom>
          <a:solidFill>
            <a:srgbClr val="1B4527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5128" y="4114800"/>
            <a:ext cx="320040" cy="3200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72600" y="39776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Passwörter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einmal im Internet ist, bekommst du kaum wieder heraus.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5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Gehirn ist wie ein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Muskel.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 ChatGPT als Lernhelfer – nicht als Ersatz fürs Denken.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955280" y="1417320"/>
            <a:ext cx="2194560" cy="146304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1033272"/>
            <a:ext cx="274320" cy="914400"/>
          </a:xfrm>
          <a:prstGeom prst="roundRect">
            <a:avLst>
              <a:gd name="adj" fmla="val 20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896112"/>
            <a:ext cx="256032" cy="1188720"/>
          </a:xfrm>
          <a:prstGeom prst="roundRect">
            <a:avLst>
              <a:gd name="adj" fmla="val 21429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9840" y="1033272"/>
            <a:ext cx="274320" cy="914400"/>
          </a:xfrm>
          <a:prstGeom prst="roundRect">
            <a:avLst>
              <a:gd name="adj" fmla="val 20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0" y="896112"/>
            <a:ext cx="256032" cy="1188720"/>
          </a:xfrm>
          <a:prstGeom prst="roundRect">
            <a:avLst>
              <a:gd name="adj" fmla="val 21429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377440"/>
            <a:ext cx="4937760" cy="1737360"/>
          </a:xfrm>
          <a:prstGeom prst="roundRect">
            <a:avLst>
              <a:gd name="adj" fmla="val 789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25603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Sinnvoll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3017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„Erkläre mir das nochmal einfacher“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„Stell mir Fragen zu diesem Thema“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0" y="429768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44805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lernst nichts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4937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„Mach meine Hausübung“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Schau immer in die Regeln deiner Schule und Lehrkraft.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Tipps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Vier Tipps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zum Merken.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0" y="114300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Klare Fragen stellen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genauer, desto besser die Antwort.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72600" y="114300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726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Antworten prüfen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 allem Zahlen, Namen und Fakten.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374904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4434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Keine privaten Daten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5120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Nichts Persönliches eintippen.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72600" y="374904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726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4434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Selbst mitdenken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372600" y="5120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ist ein Werkzeug – der Chef bist du.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hast du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gelernt.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583680" y="822960"/>
            <a:ext cx="4937760" cy="1188720"/>
          </a:xfrm>
          <a:prstGeom prst="roundRect">
            <a:avLst>
              <a:gd name="adj" fmla="val 11538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114300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8229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ist ein Sprachmodell, trainiert mit riesigen Textmengen.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2148840"/>
            <a:ext cx="4937760" cy="1188720"/>
          </a:xfrm>
          <a:prstGeom prst="roundRect">
            <a:avLst>
              <a:gd name="adj" fmla="val 11538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246888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1488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berechnet Wort für Wort, was wahrscheinlich als Nächstes kommt.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0" y="3474720"/>
            <a:ext cx="4937760" cy="1188720"/>
          </a:xfrm>
          <a:prstGeom prst="roundRect">
            <a:avLst>
              <a:gd name="adj" fmla="val 11538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79476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ahmt Sprache sehr gut nach, versteht sie aber nicht wie ein Mensch.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83680" y="4800600"/>
            <a:ext cx="4937760" cy="1188720"/>
          </a:xfrm>
          <a:prstGeom prst="roundRect">
            <a:avLst>
              <a:gd name="adj" fmla="val 11538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5120640"/>
            <a:ext cx="548640" cy="54864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8006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Nützliches Werkzeug – aber kein Ersatz für eigenes Denken und Nachprüfen.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 dir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„Wahrscheinlich“ heißt nicht „wahr“!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640080" y="44805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4805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wahrscheinlich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800600" y="4617720"/>
            <a:ext cx="731520" cy="731520"/>
          </a:xfrm>
          <a:prstGeom prst="ellipse">
            <a:avLst/>
          </a:prstGeom>
          <a:solidFill>
            <a:srgbClr val="FBFFF4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≠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669280" y="44805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4480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wahr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875520" y="-182880"/>
            <a:ext cx="2926080" cy="292608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109960" y="1051560"/>
            <a:ext cx="457200" cy="4572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zum nächsten Mal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14300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Fragen? Schreib sie in die Kommentare.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zur Digitalen Grundbildung findest du in meinen anderen Videos.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5120640"/>
            <a:ext cx="7680960" cy="868680"/>
          </a:xfrm>
          <a:prstGeom prst="roundRect">
            <a:avLst>
              <a:gd name="adj" fmla="val 2105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120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Videos auf Cleverbox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2026-10-08T20:04:05Z</dcterms:created>
  <dcterms:modified xsi:type="dcterms:W3CDTF">2026-10-08T20:04:05Z</dcterms:modified>
</cp:coreProperties>
</file>