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YouTube-Thumbnail 1280x720: Hintergrund, Figur, Text, Chips und Anzeige-Grafik sind getrennte Ebenen.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claudecloud/e6fd89b8-16f1-562a-9866-3e9dc57faca6/scratchpad/bg-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Figur" descr="/home/user/claudecloud/videoslides/figur-freigestel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81025" y="171450"/>
            <a:ext cx="5857875" cy="8791575"/>
          </a:xfrm>
          <a:prstGeom prst="rect">
            <a:avLst/>
          </a:prstGeom>
        </p:spPr>
      </p:pic>
      <p:sp>
        <p:nvSpPr>
          <p:cNvPr id="4" name="Tag-Fläche"/>
          <p:cNvSpPr/>
          <p:nvPr/>
        </p:nvSpPr>
        <p:spPr>
          <a:xfrm>
            <a:off x="5762625" y="438150"/>
            <a:ext cx="2667000" cy="495300"/>
          </a:xfrm>
          <a:prstGeom prst="roundRect">
            <a:avLst>
              <a:gd name="adj" fmla="val 25846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5" name="Tag"/>
          <p:cNvSpPr txBox="1"/>
          <p:nvPr/>
        </p:nvSpPr>
        <p:spPr>
          <a:xfrm>
            <a:off x="5762625" y="438150"/>
            <a:ext cx="266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Betriebswirtschaft</a:t>
            </a:r>
            <a:endParaRPr lang="en-US" sz="1700" dirty="0"/>
          </a:p>
        </p:txBody>
      </p:sp>
      <p:sp>
        <p:nvSpPr>
          <p:cNvPr id="6" name="Marker-Balken"/>
          <p:cNvSpPr/>
          <p:nvPr/>
        </p:nvSpPr>
        <p:spPr>
          <a:xfrm>
            <a:off x="5610225" y="4095750"/>
            <a:ext cx="4324350" cy="942975"/>
          </a:xfrm>
          <a:prstGeom prst="roundRect">
            <a:avLst>
              <a:gd name="adj" fmla="val 17455"/>
            </a:avLst>
          </a:prstGeom>
          <a:solidFill>
            <a:srgbClr val="5FE0E6"/>
          </a:solidFill>
          <a:ln w="12700">
            <a:solidFill>
              <a:srgbClr val="5FE0E6"/>
            </a:solidFill>
            <a:prstDash val="solid"/>
          </a:ln>
        </p:spPr>
      </p:sp>
      <p:sp>
        <p:nvSpPr>
          <p:cNvPr id="7" name="Titel 1"/>
          <p:cNvSpPr txBox="1"/>
          <p:nvPr/>
        </p:nvSpPr>
        <p:spPr>
          <a:xfrm>
            <a:off x="5762625" y="1914525"/>
            <a:ext cx="628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i="1" dirty="0">
                <a:solidFill>
                  <a:srgbClr val="0F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RICHTIGE</a:t>
            </a:r>
            <a:endParaRPr lang="en-US" sz="6600" dirty="0"/>
          </a:p>
        </p:txBody>
      </p:sp>
      <p:sp>
        <p:nvSpPr>
          <p:cNvPr id="8" name="Titel 2"/>
          <p:cNvSpPr txBox="1"/>
          <p:nvPr/>
        </p:nvSpPr>
        <p:spPr>
          <a:xfrm>
            <a:off x="5762625" y="2962275"/>
            <a:ext cx="628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i="1" dirty="0">
                <a:solidFill>
                  <a:srgbClr val="0F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</a:t>
            </a:r>
            <a:endParaRPr lang="en-US" sz="6600" dirty="0"/>
          </a:p>
        </p:txBody>
      </p:sp>
      <p:sp>
        <p:nvSpPr>
          <p:cNvPr id="9" name="Titel 3"/>
          <p:cNvSpPr txBox="1"/>
          <p:nvPr/>
        </p:nvSpPr>
        <p:spPr>
          <a:xfrm>
            <a:off x="5762625" y="4010025"/>
            <a:ext cx="6286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i="1" dirty="0">
                <a:solidFill>
                  <a:srgbClr val="0F3A4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FINDEN?</a:t>
            </a:r>
            <a:endParaRPr lang="en-US" sz="6600" dirty="0"/>
          </a:p>
        </p:txBody>
      </p:sp>
      <p:sp>
        <p:nvSpPr>
          <p:cNvPr id="10" name="Chip 1"/>
          <p:cNvSpPr/>
          <p:nvPr/>
        </p:nvSpPr>
        <p:spPr>
          <a:xfrm>
            <a:off x="5762625" y="5191125"/>
            <a:ext cx="1181100" cy="495300"/>
          </a:xfrm>
          <a:prstGeom prst="roundRect">
            <a:avLst>
              <a:gd name="adj" fmla="val 25846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1" name="Chip-Text 1"/>
          <p:cNvSpPr txBox="1"/>
          <p:nvPr/>
        </p:nvSpPr>
        <p:spPr>
          <a:xfrm>
            <a:off x="5762625" y="5191125"/>
            <a:ext cx="118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Bedarf</a:t>
            </a:r>
            <a:endParaRPr lang="en-US" sz="1800" dirty="0"/>
          </a:p>
        </p:txBody>
      </p:sp>
      <p:sp>
        <p:nvSpPr>
          <p:cNvPr id="12" name="Chip 2"/>
          <p:cNvSpPr/>
          <p:nvPr/>
        </p:nvSpPr>
        <p:spPr>
          <a:xfrm>
            <a:off x="7060109" y="5191125"/>
            <a:ext cx="1371600" cy="495300"/>
          </a:xfrm>
          <a:prstGeom prst="roundRect">
            <a:avLst>
              <a:gd name="adj" fmla="val 25846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3" name="Chip-Text 2"/>
          <p:cNvSpPr txBox="1"/>
          <p:nvPr/>
        </p:nvSpPr>
        <p:spPr>
          <a:xfrm>
            <a:off x="7060109" y="5191125"/>
            <a:ext cx="137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Anzeige</a:t>
            </a:r>
            <a:endParaRPr lang="en-US" sz="1800" dirty="0"/>
          </a:p>
        </p:txBody>
      </p:sp>
      <p:sp>
        <p:nvSpPr>
          <p:cNvPr id="14" name="Chip 3"/>
          <p:cNvSpPr/>
          <p:nvPr/>
        </p:nvSpPr>
        <p:spPr>
          <a:xfrm>
            <a:off x="8550473" y="5191125"/>
            <a:ext cx="1800225" cy="495300"/>
          </a:xfrm>
          <a:prstGeom prst="roundRect">
            <a:avLst>
              <a:gd name="adj" fmla="val 25846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5" name="Chip-Text 3"/>
          <p:cNvSpPr txBox="1"/>
          <p:nvPr/>
        </p:nvSpPr>
        <p:spPr>
          <a:xfrm>
            <a:off x="8550473" y="5191125"/>
            <a:ext cx="1800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Bewerbung</a:t>
            </a:r>
            <a:endParaRPr lang="en-US" sz="1800" dirty="0"/>
          </a:p>
        </p:txBody>
      </p:sp>
      <p:sp>
        <p:nvSpPr>
          <p:cNvPr id="16" name="Chip 4"/>
          <p:cNvSpPr/>
          <p:nvPr/>
        </p:nvSpPr>
        <p:spPr>
          <a:xfrm>
            <a:off x="10465147" y="5191125"/>
            <a:ext cx="1285875" cy="495300"/>
          </a:xfrm>
          <a:prstGeom prst="roundRect">
            <a:avLst>
              <a:gd name="adj" fmla="val 25846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17" name="Chip-Text 4"/>
          <p:cNvSpPr txBox="1"/>
          <p:nvPr/>
        </p:nvSpPr>
        <p:spPr>
          <a:xfrm>
            <a:off x="10465147" y="5191125"/>
            <a:ext cx="1285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Vertrag</a:t>
            </a:r>
            <a:endParaRPr lang="en-US" sz="1800" dirty="0"/>
          </a:p>
        </p:txBody>
      </p:sp>
      <p:sp>
        <p:nvSpPr>
          <p:cNvPr id="18" name="Anzeige-Karte"/>
          <p:cNvSpPr/>
          <p:nvPr/>
        </p:nvSpPr>
        <p:spPr>
          <a:xfrm>
            <a:off x="9029700" y="323850"/>
            <a:ext cx="2857500" cy="1181100"/>
          </a:xfrm>
          <a:prstGeom prst="roundRect">
            <a:avLst>
              <a:gd name="adj" fmla="val 7742"/>
            </a:avLst>
          </a:prstGeom>
          <a:solidFill>
            <a:srgbClr val="F3FCFC"/>
          </a:solidFill>
          <a:ln w="19050">
            <a:solidFill>
              <a:srgbClr val="9FCFD2"/>
            </a:solidFill>
            <a:prstDash val="solid"/>
          </a:ln>
        </p:spPr>
      </p:sp>
      <p:sp>
        <p:nvSpPr>
          <p:cNvPr id="19" name="Anzeige-Kopf"/>
          <p:cNvSpPr/>
          <p:nvPr/>
        </p:nvSpPr>
        <p:spPr>
          <a:xfrm>
            <a:off x="9029700" y="323850"/>
            <a:ext cx="2857500" cy="381000"/>
          </a:xfrm>
          <a:prstGeom prst="roundRect">
            <a:avLst>
              <a:gd name="adj" fmla="val 240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029700" y="552450"/>
            <a:ext cx="2857500" cy="152400"/>
          </a:xfrm>
          <a:prstGeom prst="rect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1" name="Anzeige-Titel"/>
          <p:cNvSpPr txBox="1"/>
          <p:nvPr/>
        </p:nvSpPr>
        <p:spPr>
          <a:xfrm>
            <a:off x="9163050" y="3238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E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Stellenanzeige</a:t>
            </a:r>
            <a:endParaRPr lang="en-US" sz="1400" dirty="0"/>
          </a:p>
        </p:txBody>
      </p:sp>
      <p:sp>
        <p:nvSpPr>
          <p:cNvPr id="22" name="Person Kopf"/>
          <p:cNvSpPr/>
          <p:nvPr/>
        </p:nvSpPr>
        <p:spPr>
          <a:xfrm>
            <a:off x="9239250" y="819150"/>
            <a:ext cx="285750" cy="285750"/>
          </a:xfrm>
          <a:prstGeom prst="ellipse">
            <a:avLst/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3" name="Person Körper"/>
          <p:cNvSpPr/>
          <p:nvPr/>
        </p:nvSpPr>
        <p:spPr>
          <a:xfrm>
            <a:off x="9163050" y="1085850"/>
            <a:ext cx="438150" cy="304800"/>
          </a:xfrm>
          <a:prstGeom prst="roundRect">
            <a:avLst>
              <a:gd name="adj" fmla="val 45000"/>
            </a:avLst>
          </a:prstGeom>
          <a:solidFill>
            <a:srgbClr val="0F3A40"/>
          </a:solidFill>
          <a:ln w="12700">
            <a:solidFill>
              <a:srgbClr val="0F3A40"/>
            </a:solidFill>
            <a:prstDash val="solid"/>
          </a:ln>
        </p:spPr>
      </p:sp>
      <p:sp>
        <p:nvSpPr>
          <p:cNvPr id="24" name="Anzeige-Zeile 1"/>
          <p:cNvSpPr/>
          <p:nvPr/>
        </p:nvSpPr>
        <p:spPr>
          <a:xfrm>
            <a:off x="9791700" y="838200"/>
            <a:ext cx="1809750" cy="95250"/>
          </a:xfrm>
          <a:prstGeom prst="roundRect">
            <a:avLst>
              <a:gd name="adj" fmla="val 48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5" name="Anzeige-Zeile 2"/>
          <p:cNvSpPr/>
          <p:nvPr/>
        </p:nvSpPr>
        <p:spPr>
          <a:xfrm>
            <a:off x="9791700" y="1028700"/>
            <a:ext cx="1428750" cy="95250"/>
          </a:xfrm>
          <a:prstGeom prst="roundRect">
            <a:avLst>
              <a:gd name="adj" fmla="val 48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  <p:sp>
        <p:nvSpPr>
          <p:cNvPr id="26" name="Anzeige-Zeile 3"/>
          <p:cNvSpPr/>
          <p:nvPr/>
        </p:nvSpPr>
        <p:spPr>
          <a:xfrm>
            <a:off x="9791700" y="1219200"/>
            <a:ext cx="1047750" cy="95250"/>
          </a:xfrm>
          <a:prstGeom prst="roundRect">
            <a:avLst>
              <a:gd name="adj" fmla="val 48000"/>
            </a:avLst>
          </a:prstGeom>
          <a:solidFill>
            <a:srgbClr val="BFE8EA"/>
          </a:solidFill>
          <a:ln w="12700">
            <a:solidFill>
              <a:srgbClr val="BFE8E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Thumbnail Personalbeschaffung</dc:title>
  <dc:subject>PptxGenJS Presentation</dc:subject>
  <dc:creator>PptxGenJS</dc:creator>
  <cp:lastModifiedBy>PptxGenJS</cp:lastModifiedBy>
  <cp:revision>1</cp:revision>
  <dcterms:created xsi:type="dcterms:W3CDTF">2026-10-12T15:29:50Z</dcterms:created>
  <dcterms:modified xsi:type="dcterms:W3CDTF">2026-10-12T15:29:50Z</dcterms:modified>
</cp:coreProperties>
</file>