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1737360" cy="644387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28600"/>
            <a:ext cx="731520" cy="73152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087368" y="2468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900" dirty="0"/>
          </a:p>
        </p:txBody>
      </p:sp>
      <p:sp>
        <p:nvSpPr>
          <p:cNvPr id="6" name="Shape 1"/>
          <p:cNvSpPr/>
          <p:nvPr/>
        </p:nvSpPr>
        <p:spPr>
          <a:xfrm>
            <a:off x="548640" y="100584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078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Römische 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Zahlen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4297680" y="10972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Hausübung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Name: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1188720" y="184708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" name="Text 6"/>
          <p:cNvSpPr txBox="1"/>
          <p:nvPr/>
        </p:nvSpPr>
        <p:spPr>
          <a:xfrm>
            <a:off x="420624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HÜ, am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029200" y="1847088"/>
            <a:ext cx="198424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3" name="Shape 8"/>
          <p:cNvSpPr/>
          <p:nvPr/>
        </p:nvSpPr>
        <p:spPr>
          <a:xfrm>
            <a:off x="548640" y="20116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1031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 → arabisch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XCII =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783080" y="269748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8" name="Text 13"/>
          <p:cNvSpPr txBox="1"/>
          <p:nvPr/>
        </p:nvSpPr>
        <p:spPr>
          <a:xfrm>
            <a:off x="777240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DXVI =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783080" y="293979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0" name="Text 15"/>
          <p:cNvSpPr txBox="1"/>
          <p:nvPr/>
        </p:nvSpPr>
        <p:spPr>
          <a:xfrm>
            <a:off x="77724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MCC =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783080" y="318211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Text 17"/>
          <p:cNvSpPr txBox="1"/>
          <p:nvPr/>
        </p:nvSpPr>
        <p:spPr>
          <a:xfrm>
            <a:off x="777240" y="32141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XCIV =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1783080" y="342442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Text 19"/>
          <p:cNvSpPr txBox="1"/>
          <p:nvPr/>
        </p:nvSpPr>
        <p:spPr>
          <a:xfrm>
            <a:off x="777240" y="3456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CMXL =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1783080" y="366674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6" name="Text 21"/>
          <p:cNvSpPr txBox="1"/>
          <p:nvPr/>
        </p:nvSpPr>
        <p:spPr>
          <a:xfrm>
            <a:off x="777240" y="36987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LII =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783080" y="390906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8" name="Text 23"/>
          <p:cNvSpPr txBox="1"/>
          <p:nvPr/>
        </p:nvSpPr>
        <p:spPr>
          <a:xfrm>
            <a:off x="777240" y="3941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 =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1783080" y="415137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0" name="Text 25"/>
          <p:cNvSpPr txBox="1"/>
          <p:nvPr/>
        </p:nvSpPr>
        <p:spPr>
          <a:xfrm>
            <a:off x="777240" y="41833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XIV =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1783080" y="439369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2" name="Text 27"/>
          <p:cNvSpPr txBox="1"/>
          <p:nvPr/>
        </p:nvSpPr>
        <p:spPr>
          <a:xfrm>
            <a:off x="777240" y="4425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XIX =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1783080" y="463600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4" name="Text 29"/>
          <p:cNvSpPr txBox="1"/>
          <p:nvPr/>
        </p:nvSpPr>
        <p:spPr>
          <a:xfrm>
            <a:off x="777240" y="46680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CXC =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1783080" y="487832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6" name="Shape 31"/>
          <p:cNvSpPr/>
          <p:nvPr/>
        </p:nvSpPr>
        <p:spPr>
          <a:xfrm>
            <a:off x="3858768" y="20116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995928" y="21031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399592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Arabisch → römisch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4087368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=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5093208" y="269748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41" name="Text 36"/>
          <p:cNvSpPr txBox="1"/>
          <p:nvPr/>
        </p:nvSpPr>
        <p:spPr>
          <a:xfrm>
            <a:off x="4087368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=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5093208" y="293979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43" name="Text 38"/>
          <p:cNvSpPr txBox="1"/>
          <p:nvPr/>
        </p:nvSpPr>
        <p:spPr>
          <a:xfrm>
            <a:off x="4087368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 =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5093208" y="318211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45" name="Text 40"/>
          <p:cNvSpPr txBox="1"/>
          <p:nvPr/>
        </p:nvSpPr>
        <p:spPr>
          <a:xfrm>
            <a:off x="4087368" y="32141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=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5093208" y="342442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47" name="Text 42"/>
          <p:cNvSpPr txBox="1"/>
          <p:nvPr/>
        </p:nvSpPr>
        <p:spPr>
          <a:xfrm>
            <a:off x="4087368" y="3456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300 =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5093208" y="366674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49" name="Text 44"/>
          <p:cNvSpPr txBox="1"/>
          <p:nvPr/>
        </p:nvSpPr>
        <p:spPr>
          <a:xfrm>
            <a:off x="4087368" y="36987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 =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5093208" y="390906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51" name="Text 46"/>
          <p:cNvSpPr txBox="1"/>
          <p:nvPr/>
        </p:nvSpPr>
        <p:spPr>
          <a:xfrm>
            <a:off x="4087368" y="3941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550 =</a:t>
            </a:r>
            <a:endParaRPr lang="en-US" sz="1150" dirty="0"/>
          </a:p>
        </p:txBody>
      </p:sp>
      <p:sp>
        <p:nvSpPr>
          <p:cNvPr id="52" name="Shape 47"/>
          <p:cNvSpPr/>
          <p:nvPr/>
        </p:nvSpPr>
        <p:spPr>
          <a:xfrm>
            <a:off x="5093208" y="415137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53" name="Text 48"/>
          <p:cNvSpPr txBox="1"/>
          <p:nvPr/>
        </p:nvSpPr>
        <p:spPr>
          <a:xfrm>
            <a:off x="4087368" y="41833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900 =</a:t>
            </a:r>
            <a:endParaRPr lang="en-US" sz="1150" dirty="0"/>
          </a:p>
        </p:txBody>
      </p:sp>
      <p:sp>
        <p:nvSpPr>
          <p:cNvPr id="54" name="Shape 49"/>
          <p:cNvSpPr/>
          <p:nvPr/>
        </p:nvSpPr>
        <p:spPr>
          <a:xfrm>
            <a:off x="5093208" y="439369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55" name="Text 50"/>
          <p:cNvSpPr txBox="1"/>
          <p:nvPr/>
        </p:nvSpPr>
        <p:spPr>
          <a:xfrm>
            <a:off x="4087368" y="4425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 =</a:t>
            </a:r>
            <a:endParaRPr lang="en-US" sz="1150" dirty="0"/>
          </a:p>
        </p:txBody>
      </p:sp>
      <p:sp>
        <p:nvSpPr>
          <p:cNvPr id="56" name="Shape 51"/>
          <p:cNvSpPr/>
          <p:nvPr/>
        </p:nvSpPr>
        <p:spPr>
          <a:xfrm>
            <a:off x="5093208" y="463600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57" name="Text 52"/>
          <p:cNvSpPr txBox="1"/>
          <p:nvPr/>
        </p:nvSpPr>
        <p:spPr>
          <a:xfrm>
            <a:off x="4087368" y="46680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999 =</a:t>
            </a:r>
            <a:endParaRPr lang="en-US" sz="1150" dirty="0"/>
          </a:p>
        </p:txBody>
      </p:sp>
      <p:sp>
        <p:nvSpPr>
          <p:cNvPr id="58" name="Shape 53"/>
          <p:cNvSpPr/>
          <p:nvPr/>
        </p:nvSpPr>
        <p:spPr>
          <a:xfrm>
            <a:off x="5093208" y="487832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59" name="Shape 54"/>
          <p:cNvSpPr/>
          <p:nvPr/>
        </p:nvSpPr>
        <p:spPr>
          <a:xfrm>
            <a:off x="548640" y="5349240"/>
            <a:ext cx="6464808" cy="0"/>
          </a:xfrm>
          <a:prstGeom prst="line">
            <a:avLst/>
          </a:prstGeom>
          <a:noFill/>
          <a:ln w="12700">
            <a:solidFill>
              <a:srgbClr val="8DBBF2"/>
            </a:solidFill>
            <a:prstDash val="dash"/>
          </a:ln>
        </p:spPr>
      </p:sp>
      <p:sp>
        <p:nvSpPr>
          <p:cNvPr id="60" name="Text 55"/>
          <p:cNvSpPr txBox="1"/>
          <p:nvPr/>
        </p:nvSpPr>
        <p:spPr>
          <a:xfrm>
            <a:off x="548640" y="513892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 – – hier schneiden – – –</a:t>
            </a:r>
            <a:endParaRPr lang="en-US" sz="750" dirty="0"/>
          </a:p>
        </p:txBody>
      </p:sp>
      <p:pic>
        <p:nvPicPr>
          <p:cNvPr id="61" name="Image 2" descr="clever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0"/>
            <a:ext cx="1737360" cy="644387"/>
          </a:xfrm>
          <a:prstGeom prst="rect">
            <a:avLst/>
          </a:prstGeom>
        </p:spPr>
      </p:pic>
      <p:pic>
        <p:nvPicPr>
          <p:cNvPr id="62" name="Image 3" descr="QR-Code zu www.cleverbox.co.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5486400"/>
            <a:ext cx="731520" cy="73152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4087368" y="55046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548640" y="626364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548640" y="6336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Römische 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Zahlen</a:t>
            </a:r>
            <a:endParaRPr lang="en-US" sz="2000" dirty="0"/>
          </a:p>
        </p:txBody>
      </p:sp>
      <p:sp>
        <p:nvSpPr>
          <p:cNvPr id="66" name="Text 59"/>
          <p:cNvSpPr txBox="1"/>
          <p:nvPr/>
        </p:nvSpPr>
        <p:spPr>
          <a:xfrm>
            <a:off x="4297680" y="63550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Hausübung</a:t>
            </a:r>
            <a:endParaRPr lang="en-US" sz="1100" dirty="0"/>
          </a:p>
        </p:txBody>
      </p:sp>
      <p:sp>
        <p:nvSpPr>
          <p:cNvPr id="67" name="Text 60"/>
          <p:cNvSpPr txBox="1"/>
          <p:nvPr/>
        </p:nvSpPr>
        <p:spPr>
          <a:xfrm>
            <a:off x="548640" y="6858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Name:</a:t>
            </a:r>
            <a:endParaRPr lang="en-US" sz="1050" dirty="0"/>
          </a:p>
        </p:txBody>
      </p:sp>
      <p:sp>
        <p:nvSpPr>
          <p:cNvPr id="68" name="Shape 61"/>
          <p:cNvSpPr/>
          <p:nvPr/>
        </p:nvSpPr>
        <p:spPr>
          <a:xfrm>
            <a:off x="1188720" y="710488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69" name="Text 62"/>
          <p:cNvSpPr txBox="1"/>
          <p:nvPr/>
        </p:nvSpPr>
        <p:spPr>
          <a:xfrm>
            <a:off x="4206240" y="6858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HÜ, am</a:t>
            </a:r>
            <a:endParaRPr lang="en-US" sz="1050" dirty="0"/>
          </a:p>
        </p:txBody>
      </p:sp>
      <p:sp>
        <p:nvSpPr>
          <p:cNvPr id="70" name="Shape 63"/>
          <p:cNvSpPr/>
          <p:nvPr/>
        </p:nvSpPr>
        <p:spPr>
          <a:xfrm>
            <a:off x="5029200" y="7104888"/>
            <a:ext cx="198424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71" name="Shape 64"/>
          <p:cNvSpPr/>
          <p:nvPr/>
        </p:nvSpPr>
        <p:spPr>
          <a:xfrm>
            <a:off x="548640" y="72694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685800" y="73609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685800" y="7360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Römisch → arabisch</a:t>
            </a:r>
            <a:endParaRPr lang="en-US" sz="1050" dirty="0"/>
          </a:p>
        </p:txBody>
      </p:sp>
      <p:sp>
        <p:nvSpPr>
          <p:cNvPr id="74" name="Text 67"/>
          <p:cNvSpPr txBox="1"/>
          <p:nvPr/>
        </p:nvSpPr>
        <p:spPr>
          <a:xfrm>
            <a:off x="777240" y="7744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XCII =</a:t>
            </a:r>
            <a:endParaRPr lang="en-US" sz="1150" dirty="0"/>
          </a:p>
        </p:txBody>
      </p:sp>
      <p:sp>
        <p:nvSpPr>
          <p:cNvPr id="75" name="Shape 68"/>
          <p:cNvSpPr/>
          <p:nvPr/>
        </p:nvSpPr>
        <p:spPr>
          <a:xfrm>
            <a:off x="1783080" y="795528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76" name="Text 69"/>
          <p:cNvSpPr txBox="1"/>
          <p:nvPr/>
        </p:nvSpPr>
        <p:spPr>
          <a:xfrm>
            <a:off x="777240" y="7987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DXVI =</a:t>
            </a:r>
            <a:endParaRPr lang="en-US" sz="1150" dirty="0"/>
          </a:p>
        </p:txBody>
      </p:sp>
      <p:sp>
        <p:nvSpPr>
          <p:cNvPr id="77" name="Shape 70"/>
          <p:cNvSpPr/>
          <p:nvPr/>
        </p:nvSpPr>
        <p:spPr>
          <a:xfrm>
            <a:off x="1783080" y="819759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78" name="Text 71"/>
          <p:cNvSpPr txBox="1"/>
          <p:nvPr/>
        </p:nvSpPr>
        <p:spPr>
          <a:xfrm>
            <a:off x="777240" y="8229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MCC =</a:t>
            </a:r>
            <a:endParaRPr lang="en-US" sz="1150" dirty="0"/>
          </a:p>
        </p:txBody>
      </p:sp>
      <p:sp>
        <p:nvSpPr>
          <p:cNvPr id="79" name="Shape 72"/>
          <p:cNvSpPr/>
          <p:nvPr/>
        </p:nvSpPr>
        <p:spPr>
          <a:xfrm>
            <a:off x="1783080" y="843991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80" name="Text 73"/>
          <p:cNvSpPr txBox="1"/>
          <p:nvPr/>
        </p:nvSpPr>
        <p:spPr>
          <a:xfrm>
            <a:off x="777240" y="84719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XCIV =</a:t>
            </a:r>
            <a:endParaRPr lang="en-US" sz="1150" dirty="0"/>
          </a:p>
        </p:txBody>
      </p:sp>
      <p:sp>
        <p:nvSpPr>
          <p:cNvPr id="81" name="Shape 74"/>
          <p:cNvSpPr/>
          <p:nvPr/>
        </p:nvSpPr>
        <p:spPr>
          <a:xfrm>
            <a:off x="1783080" y="868222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82" name="Text 75"/>
          <p:cNvSpPr txBox="1"/>
          <p:nvPr/>
        </p:nvSpPr>
        <p:spPr>
          <a:xfrm>
            <a:off x="777240" y="8714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CMXL =</a:t>
            </a:r>
            <a:endParaRPr lang="en-US" sz="1150" dirty="0"/>
          </a:p>
        </p:txBody>
      </p:sp>
      <p:sp>
        <p:nvSpPr>
          <p:cNvPr id="83" name="Shape 76"/>
          <p:cNvSpPr/>
          <p:nvPr/>
        </p:nvSpPr>
        <p:spPr>
          <a:xfrm>
            <a:off x="1783080" y="892454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84" name="Text 77"/>
          <p:cNvSpPr txBox="1"/>
          <p:nvPr/>
        </p:nvSpPr>
        <p:spPr>
          <a:xfrm>
            <a:off x="777240" y="89565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LII =</a:t>
            </a:r>
            <a:endParaRPr lang="en-US" sz="1150" dirty="0"/>
          </a:p>
        </p:txBody>
      </p:sp>
      <p:sp>
        <p:nvSpPr>
          <p:cNvPr id="85" name="Shape 78"/>
          <p:cNvSpPr/>
          <p:nvPr/>
        </p:nvSpPr>
        <p:spPr>
          <a:xfrm>
            <a:off x="1783080" y="916686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86" name="Text 79"/>
          <p:cNvSpPr txBox="1"/>
          <p:nvPr/>
        </p:nvSpPr>
        <p:spPr>
          <a:xfrm>
            <a:off x="777240" y="9198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 =</a:t>
            </a:r>
            <a:endParaRPr lang="en-US" sz="1150" dirty="0"/>
          </a:p>
        </p:txBody>
      </p:sp>
      <p:sp>
        <p:nvSpPr>
          <p:cNvPr id="87" name="Shape 80"/>
          <p:cNvSpPr/>
          <p:nvPr/>
        </p:nvSpPr>
        <p:spPr>
          <a:xfrm>
            <a:off x="1783080" y="940917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88" name="Text 81"/>
          <p:cNvSpPr txBox="1"/>
          <p:nvPr/>
        </p:nvSpPr>
        <p:spPr>
          <a:xfrm>
            <a:off x="777240" y="94411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XIV =</a:t>
            </a:r>
            <a:endParaRPr lang="en-US" sz="1150" dirty="0"/>
          </a:p>
        </p:txBody>
      </p:sp>
      <p:sp>
        <p:nvSpPr>
          <p:cNvPr id="89" name="Shape 82"/>
          <p:cNvSpPr/>
          <p:nvPr/>
        </p:nvSpPr>
        <p:spPr>
          <a:xfrm>
            <a:off x="1783080" y="965149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90" name="Text 83"/>
          <p:cNvSpPr txBox="1"/>
          <p:nvPr/>
        </p:nvSpPr>
        <p:spPr>
          <a:xfrm>
            <a:off x="777240" y="9683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XIX =</a:t>
            </a:r>
            <a:endParaRPr lang="en-US" sz="1150" dirty="0"/>
          </a:p>
        </p:txBody>
      </p:sp>
      <p:sp>
        <p:nvSpPr>
          <p:cNvPr id="91" name="Shape 84"/>
          <p:cNvSpPr/>
          <p:nvPr/>
        </p:nvSpPr>
        <p:spPr>
          <a:xfrm>
            <a:off x="1783080" y="989380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92" name="Text 85"/>
          <p:cNvSpPr txBox="1"/>
          <p:nvPr/>
        </p:nvSpPr>
        <p:spPr>
          <a:xfrm>
            <a:off x="777240" y="99258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CXC =</a:t>
            </a:r>
            <a:endParaRPr lang="en-US" sz="1150" dirty="0"/>
          </a:p>
        </p:txBody>
      </p:sp>
      <p:sp>
        <p:nvSpPr>
          <p:cNvPr id="93" name="Shape 86"/>
          <p:cNvSpPr/>
          <p:nvPr/>
        </p:nvSpPr>
        <p:spPr>
          <a:xfrm>
            <a:off x="1783080" y="1013612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94" name="Shape 87"/>
          <p:cNvSpPr/>
          <p:nvPr/>
        </p:nvSpPr>
        <p:spPr>
          <a:xfrm>
            <a:off x="3858768" y="7269480"/>
            <a:ext cx="31546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3995928" y="73609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96" name="Text 89"/>
          <p:cNvSpPr txBox="1"/>
          <p:nvPr/>
        </p:nvSpPr>
        <p:spPr>
          <a:xfrm>
            <a:off x="3995928" y="7360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Arabisch → römisch</a:t>
            </a:r>
            <a:endParaRPr lang="en-US" sz="1050" dirty="0"/>
          </a:p>
        </p:txBody>
      </p:sp>
      <p:sp>
        <p:nvSpPr>
          <p:cNvPr id="97" name="Text 90"/>
          <p:cNvSpPr txBox="1"/>
          <p:nvPr/>
        </p:nvSpPr>
        <p:spPr>
          <a:xfrm>
            <a:off x="4087368" y="7744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=</a:t>
            </a:r>
            <a:endParaRPr lang="en-US" sz="1150" dirty="0"/>
          </a:p>
        </p:txBody>
      </p:sp>
      <p:sp>
        <p:nvSpPr>
          <p:cNvPr id="98" name="Shape 91"/>
          <p:cNvSpPr/>
          <p:nvPr/>
        </p:nvSpPr>
        <p:spPr>
          <a:xfrm>
            <a:off x="5093208" y="795528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99" name="Text 92"/>
          <p:cNvSpPr txBox="1"/>
          <p:nvPr/>
        </p:nvSpPr>
        <p:spPr>
          <a:xfrm>
            <a:off x="4087368" y="7987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=</a:t>
            </a:r>
            <a:endParaRPr lang="en-US" sz="1150" dirty="0"/>
          </a:p>
        </p:txBody>
      </p:sp>
      <p:sp>
        <p:nvSpPr>
          <p:cNvPr id="100" name="Shape 93"/>
          <p:cNvSpPr/>
          <p:nvPr/>
        </p:nvSpPr>
        <p:spPr>
          <a:xfrm>
            <a:off x="5093208" y="819759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01" name="Text 94"/>
          <p:cNvSpPr txBox="1"/>
          <p:nvPr/>
        </p:nvSpPr>
        <p:spPr>
          <a:xfrm>
            <a:off x="4087368" y="8229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 =</a:t>
            </a:r>
            <a:endParaRPr lang="en-US" sz="1150" dirty="0"/>
          </a:p>
        </p:txBody>
      </p:sp>
      <p:sp>
        <p:nvSpPr>
          <p:cNvPr id="102" name="Shape 95"/>
          <p:cNvSpPr/>
          <p:nvPr/>
        </p:nvSpPr>
        <p:spPr>
          <a:xfrm>
            <a:off x="5093208" y="843991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03" name="Text 96"/>
          <p:cNvSpPr txBox="1"/>
          <p:nvPr/>
        </p:nvSpPr>
        <p:spPr>
          <a:xfrm>
            <a:off x="4087368" y="84719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=</a:t>
            </a:r>
            <a:endParaRPr lang="en-US" sz="1150" dirty="0"/>
          </a:p>
        </p:txBody>
      </p:sp>
      <p:sp>
        <p:nvSpPr>
          <p:cNvPr id="104" name="Shape 97"/>
          <p:cNvSpPr/>
          <p:nvPr/>
        </p:nvSpPr>
        <p:spPr>
          <a:xfrm>
            <a:off x="5093208" y="868222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05" name="Text 98"/>
          <p:cNvSpPr txBox="1"/>
          <p:nvPr/>
        </p:nvSpPr>
        <p:spPr>
          <a:xfrm>
            <a:off x="4087368" y="8714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300 =</a:t>
            </a:r>
            <a:endParaRPr lang="en-US" sz="1150" dirty="0"/>
          </a:p>
        </p:txBody>
      </p:sp>
      <p:sp>
        <p:nvSpPr>
          <p:cNvPr id="106" name="Shape 99"/>
          <p:cNvSpPr/>
          <p:nvPr/>
        </p:nvSpPr>
        <p:spPr>
          <a:xfrm>
            <a:off x="5093208" y="892454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07" name="Text 100"/>
          <p:cNvSpPr txBox="1"/>
          <p:nvPr/>
        </p:nvSpPr>
        <p:spPr>
          <a:xfrm>
            <a:off x="4087368" y="89565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 =</a:t>
            </a:r>
            <a:endParaRPr lang="en-US" sz="1150" dirty="0"/>
          </a:p>
        </p:txBody>
      </p:sp>
      <p:sp>
        <p:nvSpPr>
          <p:cNvPr id="108" name="Shape 101"/>
          <p:cNvSpPr/>
          <p:nvPr/>
        </p:nvSpPr>
        <p:spPr>
          <a:xfrm>
            <a:off x="5093208" y="9166860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09" name="Text 102"/>
          <p:cNvSpPr txBox="1"/>
          <p:nvPr/>
        </p:nvSpPr>
        <p:spPr>
          <a:xfrm>
            <a:off x="4087368" y="9198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550 =</a:t>
            </a:r>
            <a:endParaRPr lang="en-US" sz="1150" dirty="0"/>
          </a:p>
        </p:txBody>
      </p:sp>
      <p:sp>
        <p:nvSpPr>
          <p:cNvPr id="110" name="Shape 103"/>
          <p:cNvSpPr/>
          <p:nvPr/>
        </p:nvSpPr>
        <p:spPr>
          <a:xfrm>
            <a:off x="5093208" y="9409176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1" name="Text 104"/>
          <p:cNvSpPr txBox="1"/>
          <p:nvPr/>
        </p:nvSpPr>
        <p:spPr>
          <a:xfrm>
            <a:off x="4087368" y="94411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900 =</a:t>
            </a:r>
            <a:endParaRPr lang="en-US" sz="1150" dirty="0"/>
          </a:p>
        </p:txBody>
      </p:sp>
      <p:sp>
        <p:nvSpPr>
          <p:cNvPr id="112" name="Shape 105"/>
          <p:cNvSpPr/>
          <p:nvPr/>
        </p:nvSpPr>
        <p:spPr>
          <a:xfrm>
            <a:off x="5093208" y="9651492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3" name="Text 106"/>
          <p:cNvSpPr txBox="1"/>
          <p:nvPr/>
        </p:nvSpPr>
        <p:spPr>
          <a:xfrm>
            <a:off x="4087368" y="9683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 =</a:t>
            </a:r>
            <a:endParaRPr lang="en-US" sz="1150" dirty="0"/>
          </a:p>
        </p:txBody>
      </p:sp>
      <p:sp>
        <p:nvSpPr>
          <p:cNvPr id="114" name="Shape 107"/>
          <p:cNvSpPr/>
          <p:nvPr/>
        </p:nvSpPr>
        <p:spPr>
          <a:xfrm>
            <a:off x="5093208" y="9893808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5" name="Text 108"/>
          <p:cNvSpPr txBox="1"/>
          <p:nvPr/>
        </p:nvSpPr>
        <p:spPr>
          <a:xfrm>
            <a:off x="4087368" y="99258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999 =</a:t>
            </a:r>
            <a:endParaRPr lang="en-US" sz="1150" dirty="0"/>
          </a:p>
        </p:txBody>
      </p:sp>
      <p:sp>
        <p:nvSpPr>
          <p:cNvPr id="116" name="Shape 109"/>
          <p:cNvSpPr/>
          <p:nvPr/>
        </p:nvSpPr>
        <p:spPr>
          <a:xfrm>
            <a:off x="5093208" y="10136124"/>
            <a:ext cx="173736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2026-10-29T17:46:58Z</dcterms:created>
  <dcterms:modified xsi:type="dcterms:W3CDTF">2026-10-29T17:46:58Z</dcterms:modified>
</cp:coreProperties>
</file>