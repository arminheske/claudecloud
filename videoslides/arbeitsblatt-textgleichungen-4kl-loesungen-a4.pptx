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Lösungen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Lösungen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BCD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Lösungen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leverbox – modern. kostenlos. lehrreic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"/>
            <a:ext cx="2331720" cy="864835"/>
          </a:xfrm>
          <a:prstGeom prst="rect">
            <a:avLst/>
          </a:prstGeom>
        </p:spPr>
      </p:pic>
      <p:pic>
        <p:nvPicPr>
          <p:cNvPr id="4" name="Image 1" descr="QR-Code zu www.cleverbox.co.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1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4864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Lösungsblatt · Mathematik · 4. Klasse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64592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 und noch ein paar </a:t>
            </a:r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4459A"/>
                </a:solidFill>
                <a:highlight>
                  <a:srgbClr val="BCD6F5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Textgleichungen</a:t>
            </a:r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Lösungen</a:t>
            </a:r>
            <a:endParaRPr lang="en-US" sz="1900" dirty="0"/>
          </a:p>
        </p:txBody>
      </p:sp>
      <p:sp>
        <p:nvSpPr>
          <p:cNvPr id="9" name="Shape 4"/>
          <p:cNvSpPr/>
          <p:nvPr/>
        </p:nvSpPr>
        <p:spPr>
          <a:xfrm>
            <a:off x="548640" y="2377440"/>
            <a:ext cx="6464808" cy="1453896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85800" y="2514600"/>
            <a:ext cx="384048" cy="384048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123444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2. Zahl, 1. Zahl: x − 46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1234440" y="27706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(x − 46) + x = 550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x − 46 = 550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x = 596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298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029200" y="2834640"/>
            <a:ext cx="0" cy="768096"/>
          </a:xfrm>
          <a:prstGeom prst="line">
            <a:avLst/>
          </a:prstGeom>
          <a:noFill/>
          <a:ln w="12700">
            <a:solidFill>
              <a:srgbClr val="8DBBF2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16636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Antwort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5166360" y="2743200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Zahlen sind 252 und 298.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3922776"/>
            <a:ext cx="6464808" cy="1453896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5800" y="4059936"/>
            <a:ext cx="384048" cy="384048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234440" y="3995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Seite a, b: x − 12, c: 1,5 · x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234440" y="431596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+ (x − 12) + 1,5 · x = 198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3,5 · x − 12 = 198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3,5 · x = 210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60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0" y="4379976"/>
            <a:ext cx="0" cy="768096"/>
          </a:xfrm>
          <a:prstGeom prst="line">
            <a:avLst/>
          </a:prstGeom>
          <a:noFill/>
          <a:ln w="12700">
            <a:solidFill>
              <a:srgbClr val="8DBBF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166360" y="3995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Antwort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5166360" y="4288536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60 cm, b = 48 cm, c = 90 cm.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5468112"/>
            <a:ext cx="6464808" cy="1453896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5800" y="5605272"/>
            <a:ext cx="384048" cy="384048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85800" y="5605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1234440" y="5541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 = Stunden nach 9 Uhr (um 9 Uhr: 60 km von A)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1234440" y="586130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+ 60 · t = 255 − 70 · 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130 · t = 195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 = 1,5 (= 1 Stunde 30 Minuten)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Entfernung von A: 60 + 60 · 1,5 = 150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029200" y="5925312"/>
            <a:ext cx="0" cy="768096"/>
          </a:xfrm>
          <a:prstGeom prst="line">
            <a:avLst/>
          </a:prstGeom>
          <a:noFill/>
          <a:ln w="12700">
            <a:solidFill>
              <a:srgbClr val="8DBBF2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166360" y="5541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Antwort</a:t>
            </a:r>
            <a:endParaRPr lang="en-US" sz="950" dirty="0"/>
          </a:p>
        </p:txBody>
      </p:sp>
      <p:sp>
        <p:nvSpPr>
          <p:cNvPr id="32" name="Text 27"/>
          <p:cNvSpPr txBox="1"/>
          <p:nvPr/>
        </p:nvSpPr>
        <p:spPr>
          <a:xfrm>
            <a:off x="5166360" y="5833872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Sie treffen einander um 10:30 Uhr, 150 km von A entfernt.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48640" y="7013448"/>
            <a:ext cx="6464808" cy="1225296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85800" y="7150608"/>
            <a:ext cx="384048" cy="384048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85800" y="7150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1234440" y="7086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kleiner spitzer Winkel, größerer: 4 · x</a:t>
            </a:r>
            <a:endParaRPr 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1234440" y="7406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+ 4 · x = 90°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· x = 90°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= 18°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5029200" y="7470648"/>
            <a:ext cx="0" cy="539496"/>
          </a:xfrm>
          <a:prstGeom prst="line">
            <a:avLst/>
          </a:prstGeom>
          <a:noFill/>
          <a:ln w="12700">
            <a:solidFill>
              <a:srgbClr val="8DBBF2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5166360" y="7086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Antwort</a:t>
            </a:r>
            <a:endParaRPr lang="en-US" sz="950" dirty="0"/>
          </a:p>
        </p:txBody>
      </p:sp>
      <p:sp>
        <p:nvSpPr>
          <p:cNvPr id="40" name="Text 35"/>
          <p:cNvSpPr txBox="1"/>
          <p:nvPr/>
        </p:nvSpPr>
        <p:spPr>
          <a:xfrm>
            <a:off x="5166360" y="7379208"/>
            <a:ext cx="1737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spitzen Winkel sind 18° und 72° (der dritte Winkel ist 90°).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548640" y="8330184"/>
            <a:ext cx="6464808" cy="1453896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685800" y="8467344"/>
            <a:ext cx="384048" cy="384048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685800" y="8467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Text 39"/>
          <p:cNvSpPr txBox="1"/>
          <p:nvPr/>
        </p:nvSpPr>
        <p:spPr>
          <a:xfrm>
            <a:off x="1234440" y="8403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Quadratseite</a:t>
            </a:r>
            <a:endParaRPr lang="en-US" sz="950" dirty="0"/>
          </a:p>
        </p:txBody>
      </p:sp>
      <p:sp>
        <p:nvSpPr>
          <p:cNvPr id="45" name="Text 40"/>
          <p:cNvSpPr txBox="1"/>
          <p:nvPr/>
        </p:nvSpPr>
        <p:spPr>
          <a:xfrm>
            <a:off x="1234440" y="872337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(a + 6) · (a − 3) = a · 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a² + 3a − 18 = a²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3a = 18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6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5029200" y="8787384"/>
            <a:ext cx="0" cy="768096"/>
          </a:xfrm>
          <a:prstGeom prst="line">
            <a:avLst/>
          </a:prstGeom>
          <a:noFill/>
          <a:ln w="12700">
            <a:solidFill>
              <a:srgbClr val="8DBBF2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5166360" y="8403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Antwort</a:t>
            </a:r>
            <a:endParaRPr lang="en-US" sz="950" dirty="0"/>
          </a:p>
        </p:txBody>
      </p:sp>
      <p:sp>
        <p:nvSpPr>
          <p:cNvPr id="48" name="Text 43"/>
          <p:cNvSpPr txBox="1"/>
          <p:nvPr/>
        </p:nvSpPr>
        <p:spPr>
          <a:xfrm>
            <a:off x="5166360" y="8695944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Quadratseite ist 6 cm lang.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Einfache Textgleichungen – Arbeitsblatt</dc:title>
  <dc:subject>PptxGenJS Presentation</dc:subject>
  <dc:creator>Armin Heske</dc:creator>
  <cp:lastModifiedBy>Armin Heske</cp:lastModifiedBy>
  <cp:revision>1</cp:revision>
  <dcterms:created xsi:type="dcterms:W3CDTF">2026-10-29T17:44:53Z</dcterms:created>
  <dcterms:modified xsi:type="dcterms:W3CDTF">2026-10-29T17:44:53Z</dcterms:modified>
</cp:coreProperties>
</file>