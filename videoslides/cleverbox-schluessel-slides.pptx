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 – Skript: Hallo und herzlich willkommen zurück! In den letzten Videos haben wir eine Datenbank für unsere Klassenbibliothek gebaut, mit Titeln, Autoren, Seiten und Preisen.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 – Skript: Aber eine Frage ist noch offen: Wer hat welches Buch ausgeliehen?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 – Skript: Um das zu lösen, brauchen wir mehr als eine Tabelle. Und damit sind wir bei zwei Begriffen, die in jeder Datenbank eine große Rolle spielen: dem Primärschlüssel und dem Fremdschlüssel. In diesem Video klären wir, was sie bedeuten und warum sie so nützlich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 – Skript: Im nächsten Video setzen wir das Ganze dann in Access um also lasst unbedingt ein Abo da um dieses und auch sonst keine unserer künftigen Videos zu verpassen.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5 – Skript: Jetzt widmen wir uns aber unserer Aufbgabenstellung. Also wir wollen in unserer Datenbank festhalten, welche SchülerIn bzw Schüler sich das Buch ausgeborgt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6 – Skript: Stell dir vor, wir erweitern unsere Bücher-Tabelle einfach um zwei Spalten: „Name des Entlehners” und „Klasse”.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7 – Skript: Leiht Anna Huber aus der 2b nun drei Bücher aus, steht in drei Zeilen dreimal „Anna Huber” und dreimal „2b”.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8 – Skript: Das hat mehrere Nachteile.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9 – Skript: Erstens verschwenden wir Platz, weil dieselbe Information mehrfach gespeichert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10 – Skript: Zweitens schleichen sich Tippfehler ein: einmal „Anna Huber”, einmal „Anna Hubr”, einmal „A. Huber”. Für den Computer sind das drei verschiedene Personen.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11 – Skript: Drittens: Wenn Anna in die 3b wechselt, müssen wir die Klasse in drei Zeilen ändern. Vergessen wir eine, stimmt die Datenbank nicht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12 – Skript: Eine solche unnötige Wiederholung nennt man Redundanz. Sie macht Datenbanken fehleranfällig und unübersichtlich.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13 – Skript: Die Lösung: Mehrere Tabellen. Die Lösung ist einfach: Jede Art von Information bekommt ihre eigene Tabelle. Eine Tabelle für die Bücher. Eine Tabelle für die Schüler:innen. Und eine dritte Tabelle, die festhält, wer wann welches Buch ausgeliehen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14 – Skript: Jede Schülerin und jeder Schüler steht dann nur ein einziges Mal in der 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15 – Skript: Aber wie weiß die Datenbank, welche Zeile in welcher Tabelle zusammengehört? Dafür gibt es die Schlüssel. Wir beginnen mit dem Primärschlüssel.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16 – Skript: Der Primärschlüssel ist ein Feld, das jeden Datensatz einer Tabelle eindeutig kennzeichnet. Stell dir eine Ausweisnummer vor: Es kann zwei Personen mit dem Namen Anna Huber geben, aber nur eine mit der Schülernummer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17 – Skript: Ein Primärschlüssel muss drei Bedingungen erfüllen.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18 – Skript: Erstens ist er eindeutig: Kein Wert kommt zweimal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19 – Skript: Zweitens ist er nie leer: Jeder Datensatz hat einen.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20 – Skript: Drittens ändert er sich nicht: Wenn eine Nummer einmal vergeben ist, bleibt sie dieselbe.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21 – Skript: Warum nehmen wir nicht den Namen als Schlüssel? Weil Namen sich wiederholen können und manchmal falsch geschrieben oder geändert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22 – Skript: Deshalb verwendet man meistens eine fortlaufende Nummer, die der Computer selbst vergibt. Die Bücher-Tabelle hat sie schon: das Feld „Nummer”.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23 – Skript: Jetzt kommt der neue Begriff. Ein Fremdschlüssel ist ein Feld in einer Tabelle, das auf den Primärschlüssel einer anderen Tabelle zeigt. Er heißt „fremd”, weil er in dieser Tabelle nicht zu Hause ist, sondern aus einer fremden Tabelle stammt.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24 – Skript: Ein Beispiel aus dem Alltag: Dein Schülerausweis hat eine Nummer. In der Schul-Datenbank steht sie in der Tabelle der Schüler:innen und ist dort der Primärschlüssel.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25 – Skript: Wenn du in der Bibliothek ein Buch ausleihst, notiert die Bibliothekarin nicht deinen ganzen Namen, deine Adresse und deine Klasse, sondern nur deine Nummer. Mit der Nummer kann man alles andere nachschlagen. Diese Nummer in der Ausleihe-Liste ist ein Fremdschlüssel.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26 – Skript: Zwei Dinge sind wichtig. Ein Fremdschlüssel darf mehrfach vorkommen, denn Anna darf mehrere Bücher ausleihen, und ihre Nummer steht dann mehrmals in der Ausleihe-Tabelle.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27 – Skript: Und: Ein Fremdschlüssel hat denselben Datentyp wie der Primärschlüssel, auf den er zeigt, denn sonst passen die Werte nicht zusammen.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28 – Skript: Unser Beispiel auf dem Papier. Schauen wir uns an, wie unsere drei Tabellen aussehen.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29 – Skript: Die Tabelle Buecher hat unter anderem diese Zeilen: Nummer 1, „Der Drache”; Nummer 2, „Das Geheimnis”; Nummer 3, „Die Insel”.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30 – Skript: Die Tabelle Schueler hat: SchuelerID 1, Anna Huber, 2b; SchuelerID 2, Max Gruber, 2a; SchuelerID 3, Lea Maier, 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31 – Skript: Die Tabelle Ausleihe sieht so aus: AusleiheID 1, BuchNummer 3, SchuelerID 1. AusleiheID 2, BuchNummer 1, SchuelerID 1. AusleiheID 3, BuchNummer 2, SchuelerID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32 – Skript: Was können wir daraus lesen? Die erste Ausleihe sagt: Buch Nummer 3 („Die Insel”) wurde von Schüler-ID 1, also Anna Huber, ausgeliehen.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33 – Skript: Die zweite: Auch Buch 1 („Der Drache”) hat Anna. Die dritte: Buch 2 hat Lea.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34 – Skript: Die Ausleihe-Tabelle enthält nur Nummern, aber über die Nummern finden wir in den anderen Tabellen alle Details. Und Anna steht nur ein einziges Mal in der Schüler-Tabelle. Wechselt sie die Klasse, ändern wir das an einer einzigen Stelle.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35 – Skript: In der Tabelle Ausleihe ist die AusleiheID der Primärschlüssel, BuchNummer und SchuelerID sind Fremdschlüssel.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36 – Skript: Man sagt, dass zwischen den Tabellen eine Beziehung besteht. Hier ist es eine 1-zu-n-Beziehung.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37 – Skript: Ein Buch kann in vielen Ausleihen vorkommen, aber jede Ausleihe betrifft nur ein Buch. Eine Schülerin kann viele Ausleihen haben, aber jede Ausleihe gehört nur einer Schülerin.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38 – Skript: Die „1” steht immer bei der Tabelle mit dem Primärschlüssel, das „n” bei der Tabelle mit dem Fremdschlüssel.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39 – Skript: Zusammenfassung. Wenn Informationen mehrfach vorkommen, teilen wir sie in mehrere Tabellen auf. Der Primärschlüssel kennzeichnet jeden Datensatz einer Tabelle eindeutig. Er ist einmalig, nie leer und ändert sich nicht. Der Fremdschlüssel ist ein Feld, das auf den Primärschlüssel einer anderen Tabelle zeigt und so die Tabellen verbindet.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40 – Skript: Wenn dir das Video geholfen hat, lass gerne ein Abo da. Im nächsten DGB Video, wenden wir das heute gelernte in der Praxis an. Bis zum nächsten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FFBDC"/>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5B6B50"/>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01A"/>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A9C79A"/>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EON">
    <p:bg>
      <p:bgPr>
        <a:solidFill>
          <a:srgbClr val="B1FF37"/>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12301A"/>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Digitale Grundbildung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Primär- und </a:t>
            </a:r>
            <a:pPr indent="0" marL="0">
              <a:lnSpc>
                <a:spcPct val="105000"/>
              </a:lnSpc>
              <a:buNone/>
            </a:pPr>
            <a:r>
              <a:rPr lang="en-US" sz="4200" dirty="0">
                <a:solidFill>
                  <a:srgbClr val="26720A"/>
                </a:solidFill>
                <a:highlight>
                  <a:srgbClr val="B1FF37"/>
                </a:highlight>
                <a:latin typeface="Poppins" pitchFamily="34" charset="0"/>
                <a:ea typeface="Poppins" pitchFamily="34" charset="-122"/>
                <a:cs typeface="Poppins" pitchFamily="34" charset="-120"/>
              </a:rPr>
              <a:t>Fremdschlüssel</a:t>
            </a:r>
            <a:endParaRPr lang="en-US" sz="4200" dirty="0"/>
          </a:p>
        </p:txBody>
      </p:sp>
      <p:sp>
        <p:nvSpPr>
          <p:cNvPr id="5" name="Text 2"/>
          <p:cNvSpPr txBox="1"/>
          <p:nvPr/>
        </p:nvSpPr>
        <p:spPr>
          <a:xfrm>
            <a:off x="640080" y="457200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Theorie – wer hat welches Buch ausgeliehen?</a:t>
            </a:r>
            <a:endParaRPr lang="en-US" sz="1800" dirty="0"/>
          </a:p>
        </p:txBody>
      </p:sp>
      <p:sp>
        <p:nvSpPr>
          <p:cNvPr id="6" name="Shape 3"/>
          <p:cNvSpPr/>
          <p:nvPr/>
        </p:nvSpPr>
        <p:spPr>
          <a:xfrm>
            <a:off x="6583680" y="1188720"/>
            <a:ext cx="1005840" cy="548640"/>
          </a:xfrm>
          <a:prstGeom prst="rect">
            <a:avLst/>
          </a:prstGeom>
          <a:solidFill>
            <a:srgbClr val="12301A"/>
          </a:solidFill>
          <a:ln w="12700">
            <a:solidFill>
              <a:srgbClr val="B8D98A"/>
            </a:solidFill>
            <a:prstDash val="solid"/>
          </a:ln>
        </p:spPr>
      </p:sp>
      <p:sp>
        <p:nvSpPr>
          <p:cNvPr id="7" name="Text 4"/>
          <p:cNvSpPr txBox="1"/>
          <p:nvPr/>
        </p:nvSpPr>
        <p:spPr>
          <a:xfrm>
            <a:off x="6656832" y="1188720"/>
            <a:ext cx="896112" cy="54864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Nummer</a:t>
            </a:r>
            <a:endParaRPr lang="en-US" sz="1500" dirty="0"/>
          </a:p>
        </p:txBody>
      </p:sp>
      <p:sp>
        <p:nvSpPr>
          <p:cNvPr id="8" name="Shape 5"/>
          <p:cNvSpPr/>
          <p:nvPr/>
        </p:nvSpPr>
        <p:spPr>
          <a:xfrm>
            <a:off x="7589520" y="1188720"/>
            <a:ext cx="2286000" cy="548640"/>
          </a:xfrm>
          <a:prstGeom prst="rect">
            <a:avLst/>
          </a:prstGeom>
          <a:solidFill>
            <a:srgbClr val="12301A"/>
          </a:solidFill>
          <a:ln w="12700">
            <a:solidFill>
              <a:srgbClr val="B8D98A"/>
            </a:solidFill>
            <a:prstDash val="solid"/>
          </a:ln>
        </p:spPr>
      </p:sp>
      <p:sp>
        <p:nvSpPr>
          <p:cNvPr id="9" name="Text 6"/>
          <p:cNvSpPr txBox="1"/>
          <p:nvPr/>
        </p:nvSpPr>
        <p:spPr>
          <a:xfrm>
            <a:off x="7662672" y="1188720"/>
            <a:ext cx="2176272" cy="54864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Titel</a:t>
            </a:r>
            <a:endParaRPr lang="en-US" sz="1500" dirty="0"/>
          </a:p>
        </p:txBody>
      </p:sp>
      <p:sp>
        <p:nvSpPr>
          <p:cNvPr id="10" name="Shape 7"/>
          <p:cNvSpPr/>
          <p:nvPr/>
        </p:nvSpPr>
        <p:spPr>
          <a:xfrm>
            <a:off x="9875520" y="1188720"/>
            <a:ext cx="1645920" cy="548640"/>
          </a:xfrm>
          <a:prstGeom prst="rect">
            <a:avLst/>
          </a:prstGeom>
          <a:solidFill>
            <a:srgbClr val="12301A"/>
          </a:solidFill>
          <a:ln w="12700">
            <a:solidFill>
              <a:srgbClr val="B8D98A"/>
            </a:solidFill>
            <a:prstDash val="solid"/>
          </a:ln>
        </p:spPr>
      </p:sp>
      <p:sp>
        <p:nvSpPr>
          <p:cNvPr id="11" name="Text 8"/>
          <p:cNvSpPr txBox="1"/>
          <p:nvPr/>
        </p:nvSpPr>
        <p:spPr>
          <a:xfrm>
            <a:off x="9948672" y="1188720"/>
            <a:ext cx="1536192" cy="54864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Preis</a:t>
            </a:r>
            <a:endParaRPr lang="en-US" sz="1500" dirty="0"/>
          </a:p>
        </p:txBody>
      </p:sp>
      <p:sp>
        <p:nvSpPr>
          <p:cNvPr id="12" name="Shape 9"/>
          <p:cNvSpPr/>
          <p:nvPr/>
        </p:nvSpPr>
        <p:spPr>
          <a:xfrm>
            <a:off x="6583680" y="1737360"/>
            <a:ext cx="1005840" cy="548640"/>
          </a:xfrm>
          <a:prstGeom prst="rect">
            <a:avLst/>
          </a:prstGeom>
          <a:solidFill>
            <a:srgbClr val="DDF3B8"/>
          </a:solidFill>
          <a:ln w="12700">
            <a:solidFill>
              <a:srgbClr val="B8D98A"/>
            </a:solidFill>
            <a:prstDash val="solid"/>
          </a:ln>
        </p:spPr>
      </p:sp>
      <p:sp>
        <p:nvSpPr>
          <p:cNvPr id="13" name="Text 10"/>
          <p:cNvSpPr txBox="1"/>
          <p:nvPr/>
        </p:nvSpPr>
        <p:spPr>
          <a:xfrm>
            <a:off x="6656832" y="1737360"/>
            <a:ext cx="89611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14" name="Shape 11"/>
          <p:cNvSpPr/>
          <p:nvPr/>
        </p:nvSpPr>
        <p:spPr>
          <a:xfrm>
            <a:off x="7589520" y="1737360"/>
            <a:ext cx="2286000" cy="548640"/>
          </a:xfrm>
          <a:prstGeom prst="rect">
            <a:avLst/>
          </a:prstGeom>
          <a:solidFill>
            <a:srgbClr val="FBFFF4"/>
          </a:solidFill>
          <a:ln w="12700">
            <a:solidFill>
              <a:srgbClr val="B8D98A"/>
            </a:solidFill>
            <a:prstDash val="solid"/>
          </a:ln>
        </p:spPr>
      </p:sp>
      <p:sp>
        <p:nvSpPr>
          <p:cNvPr id="15" name="Text 12"/>
          <p:cNvSpPr txBox="1"/>
          <p:nvPr/>
        </p:nvSpPr>
        <p:spPr>
          <a:xfrm>
            <a:off x="7662672" y="1737360"/>
            <a:ext cx="217627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Der Drache</a:t>
            </a:r>
            <a:endParaRPr lang="en-US" sz="1500" dirty="0"/>
          </a:p>
        </p:txBody>
      </p:sp>
      <p:sp>
        <p:nvSpPr>
          <p:cNvPr id="16" name="Shape 13"/>
          <p:cNvSpPr/>
          <p:nvPr/>
        </p:nvSpPr>
        <p:spPr>
          <a:xfrm>
            <a:off x="9875520" y="1737360"/>
            <a:ext cx="1645920" cy="548640"/>
          </a:xfrm>
          <a:prstGeom prst="rect">
            <a:avLst/>
          </a:prstGeom>
          <a:solidFill>
            <a:srgbClr val="FBFFF4"/>
          </a:solidFill>
          <a:ln w="12700">
            <a:solidFill>
              <a:srgbClr val="B8D98A"/>
            </a:solidFill>
            <a:prstDash val="solid"/>
          </a:ln>
        </p:spPr>
      </p:sp>
      <p:sp>
        <p:nvSpPr>
          <p:cNvPr id="17" name="Text 14"/>
          <p:cNvSpPr txBox="1"/>
          <p:nvPr/>
        </p:nvSpPr>
        <p:spPr>
          <a:xfrm>
            <a:off x="9948672" y="1737360"/>
            <a:ext cx="153619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18" name="Shape 15"/>
          <p:cNvSpPr/>
          <p:nvPr/>
        </p:nvSpPr>
        <p:spPr>
          <a:xfrm>
            <a:off x="6583680" y="2286000"/>
            <a:ext cx="1005840" cy="548640"/>
          </a:xfrm>
          <a:prstGeom prst="rect">
            <a:avLst/>
          </a:prstGeom>
          <a:solidFill>
            <a:srgbClr val="DDF3B8"/>
          </a:solidFill>
          <a:ln w="12700">
            <a:solidFill>
              <a:srgbClr val="B8D98A"/>
            </a:solidFill>
            <a:prstDash val="solid"/>
          </a:ln>
        </p:spPr>
      </p:sp>
      <p:sp>
        <p:nvSpPr>
          <p:cNvPr id="19" name="Text 16"/>
          <p:cNvSpPr txBox="1"/>
          <p:nvPr/>
        </p:nvSpPr>
        <p:spPr>
          <a:xfrm>
            <a:off x="6656832" y="2286000"/>
            <a:ext cx="89611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2</a:t>
            </a:r>
            <a:endParaRPr lang="en-US" sz="1500" dirty="0"/>
          </a:p>
        </p:txBody>
      </p:sp>
      <p:sp>
        <p:nvSpPr>
          <p:cNvPr id="20" name="Shape 17"/>
          <p:cNvSpPr/>
          <p:nvPr/>
        </p:nvSpPr>
        <p:spPr>
          <a:xfrm>
            <a:off x="7589520" y="2286000"/>
            <a:ext cx="2286000" cy="548640"/>
          </a:xfrm>
          <a:prstGeom prst="rect">
            <a:avLst/>
          </a:prstGeom>
          <a:solidFill>
            <a:srgbClr val="FBFFF4"/>
          </a:solidFill>
          <a:ln w="12700">
            <a:solidFill>
              <a:srgbClr val="B8D98A"/>
            </a:solidFill>
            <a:prstDash val="solid"/>
          </a:ln>
        </p:spPr>
      </p:sp>
      <p:sp>
        <p:nvSpPr>
          <p:cNvPr id="21" name="Text 18"/>
          <p:cNvSpPr txBox="1"/>
          <p:nvPr/>
        </p:nvSpPr>
        <p:spPr>
          <a:xfrm>
            <a:off x="7662672" y="2286000"/>
            <a:ext cx="217627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Das Geheimnis</a:t>
            </a:r>
            <a:endParaRPr lang="en-US" sz="1500" dirty="0"/>
          </a:p>
        </p:txBody>
      </p:sp>
      <p:sp>
        <p:nvSpPr>
          <p:cNvPr id="22" name="Shape 19"/>
          <p:cNvSpPr/>
          <p:nvPr/>
        </p:nvSpPr>
        <p:spPr>
          <a:xfrm>
            <a:off x="9875520" y="2286000"/>
            <a:ext cx="1645920" cy="548640"/>
          </a:xfrm>
          <a:prstGeom prst="rect">
            <a:avLst/>
          </a:prstGeom>
          <a:solidFill>
            <a:srgbClr val="FBFFF4"/>
          </a:solidFill>
          <a:ln w="12700">
            <a:solidFill>
              <a:srgbClr val="B8D98A"/>
            </a:solidFill>
            <a:prstDash val="solid"/>
          </a:ln>
        </p:spPr>
      </p:sp>
      <p:sp>
        <p:nvSpPr>
          <p:cNvPr id="23" name="Text 20"/>
          <p:cNvSpPr txBox="1"/>
          <p:nvPr/>
        </p:nvSpPr>
        <p:spPr>
          <a:xfrm>
            <a:off x="9948672" y="2286000"/>
            <a:ext cx="153619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24" name="Shape 21"/>
          <p:cNvSpPr/>
          <p:nvPr/>
        </p:nvSpPr>
        <p:spPr>
          <a:xfrm>
            <a:off x="6583680" y="2834640"/>
            <a:ext cx="1005840" cy="548640"/>
          </a:xfrm>
          <a:prstGeom prst="rect">
            <a:avLst/>
          </a:prstGeom>
          <a:solidFill>
            <a:srgbClr val="DDF3B8"/>
          </a:solidFill>
          <a:ln w="12700">
            <a:solidFill>
              <a:srgbClr val="B8D98A"/>
            </a:solidFill>
            <a:prstDash val="solid"/>
          </a:ln>
        </p:spPr>
      </p:sp>
      <p:sp>
        <p:nvSpPr>
          <p:cNvPr id="25" name="Text 22"/>
          <p:cNvSpPr txBox="1"/>
          <p:nvPr/>
        </p:nvSpPr>
        <p:spPr>
          <a:xfrm>
            <a:off x="6656832" y="2834640"/>
            <a:ext cx="89611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26" name="Shape 23"/>
          <p:cNvSpPr/>
          <p:nvPr/>
        </p:nvSpPr>
        <p:spPr>
          <a:xfrm>
            <a:off x="7589520" y="2834640"/>
            <a:ext cx="2286000" cy="548640"/>
          </a:xfrm>
          <a:prstGeom prst="rect">
            <a:avLst/>
          </a:prstGeom>
          <a:solidFill>
            <a:srgbClr val="FBFFF4"/>
          </a:solidFill>
          <a:ln w="12700">
            <a:solidFill>
              <a:srgbClr val="B8D98A"/>
            </a:solidFill>
            <a:prstDash val="solid"/>
          </a:ln>
        </p:spPr>
      </p:sp>
      <p:sp>
        <p:nvSpPr>
          <p:cNvPr id="27" name="Text 24"/>
          <p:cNvSpPr txBox="1"/>
          <p:nvPr/>
        </p:nvSpPr>
        <p:spPr>
          <a:xfrm>
            <a:off x="7662672" y="2834640"/>
            <a:ext cx="217627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Die Insel</a:t>
            </a:r>
            <a:endParaRPr lang="en-US" sz="1500" dirty="0"/>
          </a:p>
        </p:txBody>
      </p:sp>
      <p:sp>
        <p:nvSpPr>
          <p:cNvPr id="28" name="Shape 25"/>
          <p:cNvSpPr/>
          <p:nvPr/>
        </p:nvSpPr>
        <p:spPr>
          <a:xfrm>
            <a:off x="9875520" y="2834640"/>
            <a:ext cx="1645920" cy="548640"/>
          </a:xfrm>
          <a:prstGeom prst="rect">
            <a:avLst/>
          </a:prstGeom>
          <a:solidFill>
            <a:srgbClr val="FBFFF4"/>
          </a:solidFill>
          <a:ln w="12700">
            <a:solidFill>
              <a:srgbClr val="B8D98A"/>
            </a:solidFill>
            <a:prstDash val="solid"/>
          </a:ln>
        </p:spPr>
      </p:sp>
      <p:sp>
        <p:nvSpPr>
          <p:cNvPr id="29" name="Text 26"/>
          <p:cNvSpPr txBox="1"/>
          <p:nvPr/>
        </p:nvSpPr>
        <p:spPr>
          <a:xfrm>
            <a:off x="9948672" y="2834640"/>
            <a:ext cx="153619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30" name="Shape 27"/>
          <p:cNvSpPr/>
          <p:nvPr/>
        </p:nvSpPr>
        <p:spPr>
          <a:xfrm>
            <a:off x="6766560" y="4114800"/>
            <a:ext cx="731520" cy="731520"/>
          </a:xfrm>
          <a:prstGeom prst="ellipse">
            <a:avLst/>
          </a:prstGeom>
          <a:solidFill>
            <a:srgbClr val="B1FF37"/>
          </a:solidFill>
          <a:ln w="25400">
            <a:solidFill>
              <a:srgbClr val="12301A"/>
            </a:solidFill>
            <a:prstDash val="solid"/>
          </a:ln>
        </p:spPr>
      </p:sp>
      <p:sp>
        <p:nvSpPr>
          <p:cNvPr id="31" name="Shape 28"/>
          <p:cNvSpPr/>
          <p:nvPr/>
        </p:nvSpPr>
        <p:spPr>
          <a:xfrm>
            <a:off x="7498080" y="4480560"/>
            <a:ext cx="1316736" cy="0"/>
          </a:xfrm>
          <a:prstGeom prst="line">
            <a:avLst/>
          </a:prstGeom>
          <a:noFill/>
          <a:ln w="38100">
            <a:solidFill>
              <a:srgbClr val="12301A"/>
            </a:solidFill>
            <a:prstDash val="solid"/>
          </a:ln>
        </p:spPr>
      </p:sp>
      <p:sp>
        <p:nvSpPr>
          <p:cNvPr id="32" name="Shape 29"/>
          <p:cNvSpPr/>
          <p:nvPr/>
        </p:nvSpPr>
        <p:spPr>
          <a:xfrm>
            <a:off x="8302752" y="4480560"/>
            <a:ext cx="0" cy="365760"/>
          </a:xfrm>
          <a:prstGeom prst="line">
            <a:avLst/>
          </a:prstGeom>
          <a:noFill/>
          <a:ln w="38100">
            <a:solidFill>
              <a:srgbClr val="12301A"/>
            </a:solidFill>
            <a:prstDash val="solid"/>
          </a:ln>
        </p:spPr>
      </p:sp>
      <p:sp>
        <p:nvSpPr>
          <p:cNvPr id="33" name="Shape 30"/>
          <p:cNvSpPr/>
          <p:nvPr/>
        </p:nvSpPr>
        <p:spPr>
          <a:xfrm>
            <a:off x="8668512" y="4480560"/>
            <a:ext cx="0" cy="292608"/>
          </a:xfrm>
          <a:prstGeom prst="line">
            <a:avLst/>
          </a:prstGeom>
          <a:noFill/>
          <a:ln w="38100">
            <a:solidFill>
              <a:srgbClr val="12301A"/>
            </a:solidFill>
            <a:prstDash val="solid"/>
          </a:ln>
        </p:spPr>
      </p:sp>
      <p:sp>
        <p:nvSpPr>
          <p:cNvPr id="34" name="Shape 31"/>
          <p:cNvSpPr/>
          <p:nvPr/>
        </p:nvSpPr>
        <p:spPr>
          <a:xfrm>
            <a:off x="9052560" y="4114800"/>
            <a:ext cx="731520" cy="731520"/>
          </a:xfrm>
          <a:prstGeom prst="ellipse">
            <a:avLst/>
          </a:prstGeom>
          <a:solidFill>
            <a:srgbClr val="26720A"/>
          </a:solidFill>
          <a:ln w="25400">
            <a:solidFill>
              <a:srgbClr val="12301A"/>
            </a:solidFill>
            <a:prstDash val="solid"/>
          </a:ln>
        </p:spPr>
      </p:sp>
      <p:sp>
        <p:nvSpPr>
          <p:cNvPr id="35" name="Shape 32"/>
          <p:cNvSpPr/>
          <p:nvPr/>
        </p:nvSpPr>
        <p:spPr>
          <a:xfrm>
            <a:off x="9784080" y="4480560"/>
            <a:ext cx="1316736" cy="0"/>
          </a:xfrm>
          <a:prstGeom prst="line">
            <a:avLst/>
          </a:prstGeom>
          <a:noFill/>
          <a:ln w="38100">
            <a:solidFill>
              <a:srgbClr val="12301A"/>
            </a:solidFill>
            <a:prstDash val="solid"/>
          </a:ln>
        </p:spPr>
      </p:sp>
      <p:sp>
        <p:nvSpPr>
          <p:cNvPr id="36" name="Shape 33"/>
          <p:cNvSpPr/>
          <p:nvPr/>
        </p:nvSpPr>
        <p:spPr>
          <a:xfrm>
            <a:off x="10588752" y="4480560"/>
            <a:ext cx="0" cy="365760"/>
          </a:xfrm>
          <a:prstGeom prst="line">
            <a:avLst/>
          </a:prstGeom>
          <a:noFill/>
          <a:ln w="38100">
            <a:solidFill>
              <a:srgbClr val="12301A"/>
            </a:solidFill>
            <a:prstDash val="solid"/>
          </a:ln>
        </p:spPr>
      </p:sp>
      <p:sp>
        <p:nvSpPr>
          <p:cNvPr id="37" name="Shape 34"/>
          <p:cNvSpPr/>
          <p:nvPr/>
        </p:nvSpPr>
        <p:spPr>
          <a:xfrm>
            <a:off x="10954512" y="4480560"/>
            <a:ext cx="0" cy="292608"/>
          </a:xfrm>
          <a:prstGeom prst="line">
            <a:avLst/>
          </a:prstGeom>
          <a:noFill/>
          <a:ln w="38100">
            <a:solidFill>
              <a:srgbClr val="12301A"/>
            </a:solidFill>
            <a:prstDash val="solid"/>
          </a:ln>
        </p:spPr>
      </p:sp>
      <p:sp>
        <p:nvSpPr>
          <p:cNvPr id="38" name="Text 35"/>
          <p:cNvSpPr txBox="1"/>
          <p:nvPr/>
        </p:nvSpPr>
        <p:spPr>
          <a:xfrm>
            <a:off x="6766560" y="4846320"/>
            <a:ext cx="2011680" cy="365760"/>
          </a:xfrm>
          <a:prstGeom prst="rect">
            <a:avLst/>
          </a:prstGeom>
          <a:noFill/>
          <a:ln/>
        </p:spPr>
        <p:txBody>
          <a:bodyPr wrap="square" lIns="0" tIns="0" rIns="0" bIns="0" rtlCol="0" anchor="t"/>
          <a:lstStyle/>
          <a:p>
            <a:pPr indent="0" marL="0">
              <a:buNone/>
            </a:pPr>
            <a:r>
              <a:rPr lang="en-US" sz="1500" b="1" dirty="0">
                <a:solidFill>
                  <a:srgbClr val="0E1F0C"/>
                </a:solidFill>
                <a:latin typeface="Poppins" pitchFamily="34" charset="0"/>
                <a:ea typeface="Poppins" pitchFamily="34" charset="-122"/>
                <a:cs typeface="Poppins" pitchFamily="34" charset="-120"/>
              </a:rPr>
              <a:t>Primär</a:t>
            </a:r>
            <a:endParaRPr lang="en-US" sz="1500" dirty="0"/>
          </a:p>
        </p:txBody>
      </p:sp>
      <p:sp>
        <p:nvSpPr>
          <p:cNvPr id="39" name="Text 36"/>
          <p:cNvSpPr txBox="1"/>
          <p:nvPr/>
        </p:nvSpPr>
        <p:spPr>
          <a:xfrm>
            <a:off x="9052560" y="4846320"/>
            <a:ext cx="2011680" cy="365760"/>
          </a:xfrm>
          <a:prstGeom prst="rect">
            <a:avLst/>
          </a:prstGeom>
          <a:noFill/>
          <a:ln/>
        </p:spPr>
        <p:txBody>
          <a:bodyPr wrap="square" lIns="0" tIns="0" rIns="0" bIns="0" rtlCol="0" anchor="t"/>
          <a:lstStyle/>
          <a:p>
            <a:pPr indent="0" marL="0">
              <a:buNone/>
            </a:pPr>
            <a:r>
              <a:rPr lang="en-US" sz="1500" b="1" dirty="0">
                <a:solidFill>
                  <a:srgbClr val="0E1F0C"/>
                </a:solidFill>
                <a:latin typeface="Poppins" pitchFamily="34" charset="0"/>
                <a:ea typeface="Poppins" pitchFamily="34" charset="-122"/>
                <a:cs typeface="Poppins" pitchFamily="34" charset="-120"/>
              </a:rPr>
              <a:t>Fremd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Eine Frage ist offen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Wer hat </a:t>
            </a:r>
            <a:pPr indent="0" marL="0">
              <a:lnSpc>
                <a:spcPct val="105000"/>
              </a:lnSpc>
              <a:buNone/>
            </a:pPr>
            <a:r>
              <a:rPr lang="en-US" sz="4200" dirty="0">
                <a:solidFill>
                  <a:srgbClr val="26720A"/>
                </a:solidFill>
                <a:highlight>
                  <a:srgbClr val="B1FF37"/>
                </a:highlight>
                <a:latin typeface="Poppins" pitchFamily="34" charset="0"/>
                <a:ea typeface="Poppins" pitchFamily="34" charset="-122"/>
                <a:cs typeface="Poppins" pitchFamily="34" charset="-120"/>
              </a:rPr>
              <a:t>welches Buch</a:t>
            </a:r>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 ausgeliehen?</a:t>
            </a:r>
            <a:endParaRPr lang="en-US" sz="42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Die Klassenbibliothek kennt die Bücher – aber noch nicht, wer sie hat.</a:t>
            </a:r>
            <a:endParaRPr lang="en-US" sz="1800" dirty="0"/>
          </a:p>
        </p:txBody>
      </p:sp>
      <p:sp>
        <p:nvSpPr>
          <p:cNvPr id="6" name="Shape 3"/>
          <p:cNvSpPr/>
          <p:nvPr/>
        </p:nvSpPr>
        <p:spPr>
          <a:xfrm>
            <a:off x="6766560" y="2011680"/>
            <a:ext cx="594360" cy="1645920"/>
          </a:xfrm>
          <a:prstGeom prst="rect">
            <a:avLst/>
          </a:prstGeom>
          <a:solidFill>
            <a:srgbClr val="B1FF37"/>
          </a:solidFill>
          <a:ln w="19050">
            <a:solidFill>
              <a:srgbClr val="12301A"/>
            </a:solidFill>
            <a:prstDash val="solid"/>
          </a:ln>
        </p:spPr>
      </p:sp>
      <p:sp>
        <p:nvSpPr>
          <p:cNvPr id="7" name="Shape 4"/>
          <p:cNvSpPr/>
          <p:nvPr/>
        </p:nvSpPr>
        <p:spPr>
          <a:xfrm>
            <a:off x="7452360" y="2011680"/>
            <a:ext cx="594360" cy="0"/>
          </a:xfrm>
          <a:prstGeom prst="rect">
            <a:avLst/>
          </a:prstGeom>
          <a:solidFill>
            <a:srgbClr val="26720A"/>
          </a:solidFill>
          <a:ln w="19050">
            <a:solidFill>
              <a:srgbClr val="12301A"/>
            </a:solidFill>
            <a:prstDash val="solid"/>
          </a:ln>
        </p:spPr>
      </p:sp>
      <p:sp>
        <p:nvSpPr>
          <p:cNvPr id="8" name="Shape 5"/>
          <p:cNvSpPr/>
          <p:nvPr/>
        </p:nvSpPr>
        <p:spPr>
          <a:xfrm>
            <a:off x="8138160" y="2011680"/>
            <a:ext cx="594360" cy="1463040"/>
          </a:xfrm>
          <a:prstGeom prst="rect">
            <a:avLst/>
          </a:prstGeom>
          <a:solidFill>
            <a:srgbClr val="DDF3B8"/>
          </a:solidFill>
          <a:ln w="19050">
            <a:solidFill>
              <a:srgbClr val="12301A"/>
            </a:solidFill>
            <a:prstDash val="solid"/>
          </a:ln>
        </p:spPr>
      </p:sp>
      <p:sp>
        <p:nvSpPr>
          <p:cNvPr id="9" name="Shape 6"/>
          <p:cNvSpPr/>
          <p:nvPr/>
        </p:nvSpPr>
        <p:spPr>
          <a:xfrm>
            <a:off x="7452360" y="2194560"/>
            <a:ext cx="594360" cy="1463040"/>
          </a:xfrm>
          <a:prstGeom prst="rect">
            <a:avLst/>
          </a:prstGeom>
          <a:solidFill>
            <a:srgbClr val="FBFFF4"/>
          </a:solidFill>
          <a:ln w="31750">
            <a:solidFill>
              <a:srgbClr val="FF7A45"/>
            </a:solidFill>
            <a:prstDash val="dash"/>
          </a:ln>
        </p:spPr>
      </p:sp>
      <p:sp>
        <p:nvSpPr>
          <p:cNvPr id="10" name="Text 7"/>
          <p:cNvSpPr txBox="1"/>
          <p:nvPr/>
        </p:nvSpPr>
        <p:spPr>
          <a:xfrm>
            <a:off x="7452360" y="2194560"/>
            <a:ext cx="594360" cy="1463040"/>
          </a:xfrm>
          <a:prstGeom prst="rect">
            <a:avLst/>
          </a:prstGeom>
          <a:noFill/>
          <a:ln/>
        </p:spPr>
        <p:txBody>
          <a:bodyPr wrap="square" lIns="0" tIns="0" rIns="0" bIns="0" rtlCol="0" anchor="ctr"/>
          <a:lstStyle/>
          <a:p>
            <a:pPr algn="ctr" indent="0" marL="0">
              <a:buNone/>
            </a:pPr>
            <a:r>
              <a:rPr lang="en-US" sz="3600" b="1" dirty="0">
                <a:solidFill>
                  <a:srgbClr val="FF7A45"/>
                </a:solidFill>
                <a:latin typeface="Poppins" pitchFamily="34" charset="0"/>
                <a:ea typeface="Poppins" pitchFamily="34" charset="-122"/>
                <a:cs typeface="Poppins" pitchFamily="34" charset="-120"/>
              </a:rPr>
              <a:t>?</a:t>
            </a:r>
            <a:endParaRPr lang="en-US" sz="3600" dirty="0"/>
          </a:p>
        </p:txBody>
      </p:sp>
      <p:sp>
        <p:nvSpPr>
          <p:cNvPr id="11" name="Shape 8"/>
          <p:cNvSpPr/>
          <p:nvPr/>
        </p:nvSpPr>
        <p:spPr>
          <a:xfrm>
            <a:off x="6583680" y="3657600"/>
            <a:ext cx="2194560" cy="182880"/>
          </a:xfrm>
          <a:prstGeom prst="roundRect">
            <a:avLst>
              <a:gd name="adj" fmla="val 25000"/>
            </a:avLst>
          </a:prstGeom>
          <a:solidFill>
            <a:srgbClr val="12301A"/>
          </a:solidFill>
          <a:ln w="12700">
            <a:solidFill>
              <a:srgbClr val="12301A"/>
            </a:solidFill>
            <a:prstDash val="solid"/>
          </a:ln>
        </p:spPr>
      </p:sp>
      <p:sp>
        <p:nvSpPr>
          <p:cNvPr id="12" name="Shape 9"/>
          <p:cNvSpPr/>
          <p:nvPr/>
        </p:nvSpPr>
        <p:spPr>
          <a:xfrm>
            <a:off x="8961120" y="2651760"/>
            <a:ext cx="640080" cy="457200"/>
          </a:xfrm>
          <a:prstGeom prst="rightArrow">
            <a:avLst/>
          </a:prstGeom>
          <a:solidFill>
            <a:srgbClr val="26720A"/>
          </a:solidFill>
          <a:ln w="12700">
            <a:solidFill>
              <a:srgbClr val="26720A"/>
            </a:solidFill>
            <a:prstDash val="solid"/>
          </a:ln>
        </p:spPr>
      </p:sp>
      <p:sp>
        <p:nvSpPr>
          <p:cNvPr id="13" name="Shape 10"/>
          <p:cNvSpPr/>
          <p:nvPr/>
        </p:nvSpPr>
        <p:spPr>
          <a:xfrm>
            <a:off x="10195560" y="2011680"/>
            <a:ext cx="640080" cy="640080"/>
          </a:xfrm>
          <a:prstGeom prst="ellipse">
            <a:avLst/>
          </a:prstGeom>
          <a:solidFill>
            <a:srgbClr val="2F6B3E"/>
          </a:solidFill>
          <a:ln w="12700">
            <a:solidFill>
              <a:srgbClr val="2F6B3E"/>
            </a:solidFill>
            <a:prstDash val="solid"/>
          </a:ln>
        </p:spPr>
      </p:sp>
      <p:sp>
        <p:nvSpPr>
          <p:cNvPr id="14" name="Shape 11"/>
          <p:cNvSpPr/>
          <p:nvPr/>
        </p:nvSpPr>
        <p:spPr>
          <a:xfrm>
            <a:off x="9875520" y="2754173"/>
            <a:ext cx="1280160" cy="793699"/>
          </a:xfrm>
          <a:prstGeom prst="roundRect">
            <a:avLst>
              <a:gd name="adj" fmla="val 45161"/>
            </a:avLst>
          </a:prstGeom>
          <a:solidFill>
            <a:srgbClr val="2F6B3E"/>
          </a:solidFill>
          <a:ln w="12700">
            <a:solidFill>
              <a:srgbClr val="2F6B3E"/>
            </a:solidFill>
            <a:prstDash val="solid"/>
          </a:ln>
        </p:spPr>
      </p:sp>
      <p:sp>
        <p:nvSpPr>
          <p:cNvPr id="15" name="Text 12"/>
          <p:cNvSpPr txBox="1"/>
          <p:nvPr/>
        </p:nvSpPr>
        <p:spPr>
          <a:xfrm>
            <a:off x="9966960" y="3657600"/>
            <a:ext cx="1097280" cy="457200"/>
          </a:xfrm>
          <a:prstGeom prst="rect">
            <a:avLst/>
          </a:prstGeom>
          <a:noFill/>
          <a:ln/>
        </p:spPr>
        <p:txBody>
          <a:bodyPr wrap="square" lIns="0" tIns="0" rIns="0" bIns="0" rtlCol="0" anchor="t"/>
          <a:lstStyle/>
          <a:p>
            <a:pPr algn="ctr" indent="0" marL="0">
              <a:buNone/>
            </a:pPr>
            <a:r>
              <a:rPr lang="en-US" sz="2000" b="1" dirty="0">
                <a:solidFill>
                  <a:srgbClr val="FF7A45"/>
                </a:solidFill>
                <a:latin typeface="Poppins" pitchFamily="34" charset="0"/>
                <a:ea typeface="Poppins" pitchFamily="34" charset="-122"/>
                <a:cs typeface="Poppins" pitchFamily="34" charset="-120"/>
              </a:rPr>
              <a:t>wer?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Zwei wichtige Begriffe</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Mehr als eine Tabelle: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Schlüssel.</a:t>
            </a:r>
            <a:endParaRPr lang="en-US" sz="4000" dirty="0"/>
          </a:p>
        </p:txBody>
      </p:sp>
      <p:sp>
        <p:nvSpPr>
          <p:cNvPr id="5" name="Text 2"/>
          <p:cNvSpPr txBox="1"/>
          <p:nvPr/>
        </p:nvSpPr>
        <p:spPr>
          <a:xfrm>
            <a:off x="640080" y="429768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Primärschlüssel und Fremdschlüssel spielen in jeder Datenbank eine große Rolle.</a:t>
            </a:r>
            <a:endParaRPr lang="en-US" sz="1800" dirty="0"/>
          </a:p>
        </p:txBody>
      </p:sp>
      <p:sp>
        <p:nvSpPr>
          <p:cNvPr id="6" name="Shape 3"/>
          <p:cNvSpPr/>
          <p:nvPr/>
        </p:nvSpPr>
        <p:spPr>
          <a:xfrm>
            <a:off x="6583680" y="914400"/>
            <a:ext cx="4937760" cy="2286000"/>
          </a:xfrm>
          <a:prstGeom prst="roundRect">
            <a:avLst>
              <a:gd name="adj" fmla="val 6000"/>
            </a:avLst>
          </a:prstGeom>
          <a:solidFill>
            <a:srgbClr val="FBFFF4"/>
          </a:solidFill>
          <a:ln w="15875">
            <a:solidFill>
              <a:srgbClr val="B8D98A"/>
            </a:solidFill>
            <a:prstDash val="solid"/>
          </a:ln>
        </p:spPr>
      </p:sp>
      <p:sp>
        <p:nvSpPr>
          <p:cNvPr id="7" name="Shape 4"/>
          <p:cNvSpPr/>
          <p:nvPr/>
        </p:nvSpPr>
        <p:spPr>
          <a:xfrm>
            <a:off x="6858000" y="1371600"/>
            <a:ext cx="731520" cy="731520"/>
          </a:xfrm>
          <a:prstGeom prst="ellipse">
            <a:avLst/>
          </a:prstGeom>
          <a:solidFill>
            <a:srgbClr val="B1FF37"/>
          </a:solidFill>
          <a:ln w="25400">
            <a:solidFill>
              <a:srgbClr val="12301A"/>
            </a:solidFill>
            <a:prstDash val="solid"/>
          </a:ln>
        </p:spPr>
      </p:sp>
      <p:sp>
        <p:nvSpPr>
          <p:cNvPr id="8" name="Shape 5"/>
          <p:cNvSpPr/>
          <p:nvPr/>
        </p:nvSpPr>
        <p:spPr>
          <a:xfrm>
            <a:off x="7589520" y="1737360"/>
            <a:ext cx="1316736" cy="0"/>
          </a:xfrm>
          <a:prstGeom prst="line">
            <a:avLst/>
          </a:prstGeom>
          <a:noFill/>
          <a:ln w="38100">
            <a:solidFill>
              <a:srgbClr val="12301A"/>
            </a:solidFill>
            <a:prstDash val="solid"/>
          </a:ln>
        </p:spPr>
      </p:sp>
      <p:sp>
        <p:nvSpPr>
          <p:cNvPr id="9" name="Shape 6"/>
          <p:cNvSpPr/>
          <p:nvPr/>
        </p:nvSpPr>
        <p:spPr>
          <a:xfrm>
            <a:off x="8394192" y="1737360"/>
            <a:ext cx="0" cy="365760"/>
          </a:xfrm>
          <a:prstGeom prst="line">
            <a:avLst/>
          </a:prstGeom>
          <a:noFill/>
          <a:ln w="38100">
            <a:solidFill>
              <a:srgbClr val="12301A"/>
            </a:solidFill>
            <a:prstDash val="solid"/>
          </a:ln>
        </p:spPr>
      </p:sp>
      <p:sp>
        <p:nvSpPr>
          <p:cNvPr id="10" name="Shape 7"/>
          <p:cNvSpPr/>
          <p:nvPr/>
        </p:nvSpPr>
        <p:spPr>
          <a:xfrm>
            <a:off x="8759952" y="1737360"/>
            <a:ext cx="0" cy="292608"/>
          </a:xfrm>
          <a:prstGeom prst="line">
            <a:avLst/>
          </a:prstGeom>
          <a:noFill/>
          <a:ln w="38100">
            <a:solidFill>
              <a:srgbClr val="12301A"/>
            </a:solidFill>
            <a:prstDash val="solid"/>
          </a:ln>
        </p:spPr>
      </p:sp>
      <p:sp>
        <p:nvSpPr>
          <p:cNvPr id="11" name="Text 8"/>
          <p:cNvSpPr txBox="1"/>
          <p:nvPr/>
        </p:nvSpPr>
        <p:spPr>
          <a:xfrm>
            <a:off x="6858000" y="2286000"/>
            <a:ext cx="4389120" cy="548640"/>
          </a:xfrm>
          <a:prstGeom prst="rect">
            <a:avLst/>
          </a:prstGeom>
          <a:noFill/>
          <a:ln/>
        </p:spPr>
        <p:txBody>
          <a:bodyPr wrap="square" lIns="0" tIns="0" rIns="0" bIns="0" rtlCol="0" anchor="t"/>
          <a:lstStyle/>
          <a:p>
            <a:pPr indent="0" marL="0">
              <a:buNone/>
            </a:pPr>
            <a:r>
              <a:rPr lang="en-US" sz="2200" b="1" dirty="0">
                <a:solidFill>
                  <a:srgbClr val="0E1F0C"/>
                </a:solidFill>
                <a:latin typeface="Poppins" pitchFamily="34" charset="0"/>
                <a:ea typeface="Poppins" pitchFamily="34" charset="-122"/>
                <a:cs typeface="Poppins" pitchFamily="34" charset="-120"/>
              </a:rPr>
              <a:t>Primärschlüssel</a:t>
            </a:r>
            <a:endParaRPr lang="en-US" sz="2200" dirty="0"/>
          </a:p>
        </p:txBody>
      </p:sp>
      <p:sp>
        <p:nvSpPr>
          <p:cNvPr id="12" name="Shape 9"/>
          <p:cNvSpPr/>
          <p:nvPr/>
        </p:nvSpPr>
        <p:spPr>
          <a:xfrm>
            <a:off x="6583680" y="3474720"/>
            <a:ext cx="4937760" cy="2286000"/>
          </a:xfrm>
          <a:prstGeom prst="roundRect">
            <a:avLst>
              <a:gd name="adj" fmla="val 6000"/>
            </a:avLst>
          </a:prstGeom>
          <a:solidFill>
            <a:srgbClr val="FBFFF4"/>
          </a:solidFill>
          <a:ln w="15875">
            <a:solidFill>
              <a:srgbClr val="B8D98A"/>
            </a:solidFill>
            <a:prstDash val="solid"/>
          </a:ln>
        </p:spPr>
      </p:sp>
      <p:sp>
        <p:nvSpPr>
          <p:cNvPr id="13" name="Shape 10"/>
          <p:cNvSpPr/>
          <p:nvPr/>
        </p:nvSpPr>
        <p:spPr>
          <a:xfrm>
            <a:off x="6858000" y="3931920"/>
            <a:ext cx="731520" cy="731520"/>
          </a:xfrm>
          <a:prstGeom prst="ellipse">
            <a:avLst/>
          </a:prstGeom>
          <a:solidFill>
            <a:srgbClr val="26720A"/>
          </a:solidFill>
          <a:ln w="25400">
            <a:solidFill>
              <a:srgbClr val="12301A"/>
            </a:solidFill>
            <a:prstDash val="solid"/>
          </a:ln>
        </p:spPr>
      </p:sp>
      <p:sp>
        <p:nvSpPr>
          <p:cNvPr id="14" name="Shape 11"/>
          <p:cNvSpPr/>
          <p:nvPr/>
        </p:nvSpPr>
        <p:spPr>
          <a:xfrm>
            <a:off x="7589520" y="4297680"/>
            <a:ext cx="1316736" cy="0"/>
          </a:xfrm>
          <a:prstGeom prst="line">
            <a:avLst/>
          </a:prstGeom>
          <a:noFill/>
          <a:ln w="38100">
            <a:solidFill>
              <a:srgbClr val="12301A"/>
            </a:solidFill>
            <a:prstDash val="solid"/>
          </a:ln>
        </p:spPr>
      </p:sp>
      <p:sp>
        <p:nvSpPr>
          <p:cNvPr id="15" name="Shape 12"/>
          <p:cNvSpPr/>
          <p:nvPr/>
        </p:nvSpPr>
        <p:spPr>
          <a:xfrm>
            <a:off x="8394192" y="4297680"/>
            <a:ext cx="0" cy="365760"/>
          </a:xfrm>
          <a:prstGeom prst="line">
            <a:avLst/>
          </a:prstGeom>
          <a:noFill/>
          <a:ln w="38100">
            <a:solidFill>
              <a:srgbClr val="12301A"/>
            </a:solidFill>
            <a:prstDash val="solid"/>
          </a:ln>
        </p:spPr>
      </p:sp>
      <p:sp>
        <p:nvSpPr>
          <p:cNvPr id="16" name="Shape 13"/>
          <p:cNvSpPr/>
          <p:nvPr/>
        </p:nvSpPr>
        <p:spPr>
          <a:xfrm>
            <a:off x="8759952" y="4297680"/>
            <a:ext cx="0" cy="292608"/>
          </a:xfrm>
          <a:prstGeom prst="line">
            <a:avLst/>
          </a:prstGeom>
          <a:noFill/>
          <a:ln w="38100">
            <a:solidFill>
              <a:srgbClr val="12301A"/>
            </a:solidFill>
            <a:prstDash val="solid"/>
          </a:ln>
        </p:spPr>
      </p:sp>
      <p:sp>
        <p:nvSpPr>
          <p:cNvPr id="17" name="Text 14"/>
          <p:cNvSpPr txBox="1"/>
          <p:nvPr/>
        </p:nvSpPr>
        <p:spPr>
          <a:xfrm>
            <a:off x="6858000" y="4846320"/>
            <a:ext cx="4389120" cy="548640"/>
          </a:xfrm>
          <a:prstGeom prst="rect">
            <a:avLst/>
          </a:prstGeom>
          <a:noFill/>
          <a:ln/>
        </p:spPr>
        <p:txBody>
          <a:bodyPr wrap="square" lIns="0" tIns="0" rIns="0" bIns="0" rtlCol="0" anchor="t"/>
          <a:lstStyle/>
          <a:p>
            <a:pPr indent="0" marL="0">
              <a:buNone/>
            </a:pPr>
            <a:r>
              <a:rPr lang="en-US" sz="2200" b="1" dirty="0">
                <a:solidFill>
                  <a:srgbClr val="0E1F0C"/>
                </a:solidFill>
                <a:latin typeface="Poppins" pitchFamily="34" charset="0"/>
                <a:ea typeface="Poppins" pitchFamily="34" charset="-122"/>
                <a:cs typeface="Poppins" pitchFamily="34" charset="-120"/>
              </a:rPr>
              <a:t>Fremdschlüssel</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Nächstes Video</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Im nächsten Video setzen wir es in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Access</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um.</a:t>
            </a:r>
            <a:endParaRPr lang="en-US" sz="38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Abo da lassen und keine Folge verpassen.</a:t>
            </a:r>
            <a:endParaRPr lang="en-US" sz="1800" dirty="0"/>
          </a:p>
        </p:txBody>
      </p:sp>
      <p:sp>
        <p:nvSpPr>
          <p:cNvPr id="6" name="Shape 3"/>
          <p:cNvSpPr/>
          <p:nvPr/>
        </p:nvSpPr>
        <p:spPr>
          <a:xfrm>
            <a:off x="6766560" y="1417320"/>
            <a:ext cx="2194560" cy="640080"/>
          </a:xfrm>
          <a:prstGeom prst="ellipse">
            <a:avLst/>
          </a:prstGeom>
          <a:solidFill>
            <a:srgbClr val="12301A"/>
          </a:solidFill>
          <a:ln w="12700">
            <a:solidFill>
              <a:srgbClr val="12301A"/>
            </a:solidFill>
            <a:prstDash val="solid"/>
          </a:ln>
        </p:spPr>
      </p:sp>
      <p:sp>
        <p:nvSpPr>
          <p:cNvPr id="7" name="Shape 4"/>
          <p:cNvSpPr/>
          <p:nvPr/>
        </p:nvSpPr>
        <p:spPr>
          <a:xfrm>
            <a:off x="6766560" y="1234440"/>
            <a:ext cx="2194560" cy="548640"/>
          </a:xfrm>
          <a:prstGeom prst="rect">
            <a:avLst/>
          </a:prstGeom>
          <a:solidFill>
            <a:srgbClr val="12301A"/>
          </a:solidFill>
          <a:ln w="12700">
            <a:solidFill>
              <a:srgbClr val="12301A"/>
            </a:solidFill>
            <a:prstDash val="solid"/>
          </a:ln>
        </p:spPr>
      </p:sp>
      <p:sp>
        <p:nvSpPr>
          <p:cNvPr id="8" name="Shape 5"/>
          <p:cNvSpPr/>
          <p:nvPr/>
        </p:nvSpPr>
        <p:spPr>
          <a:xfrm>
            <a:off x="6766560" y="914400"/>
            <a:ext cx="2194560" cy="640080"/>
          </a:xfrm>
          <a:prstGeom prst="ellipse">
            <a:avLst/>
          </a:prstGeom>
          <a:solidFill>
            <a:srgbClr val="B1FF37"/>
          </a:solidFill>
          <a:ln w="31750">
            <a:solidFill>
              <a:srgbClr val="12301A"/>
            </a:solidFill>
            <a:prstDash val="solid"/>
          </a:ln>
        </p:spPr>
      </p:sp>
      <p:sp>
        <p:nvSpPr>
          <p:cNvPr id="9" name="Shape 6"/>
          <p:cNvSpPr/>
          <p:nvPr/>
        </p:nvSpPr>
        <p:spPr>
          <a:xfrm>
            <a:off x="6766560" y="2240280"/>
            <a:ext cx="2194560" cy="640080"/>
          </a:xfrm>
          <a:prstGeom prst="ellipse">
            <a:avLst/>
          </a:prstGeom>
          <a:solidFill>
            <a:srgbClr val="12301A"/>
          </a:solidFill>
          <a:ln w="12700">
            <a:solidFill>
              <a:srgbClr val="12301A"/>
            </a:solidFill>
            <a:prstDash val="solid"/>
          </a:ln>
        </p:spPr>
      </p:sp>
      <p:sp>
        <p:nvSpPr>
          <p:cNvPr id="10" name="Shape 7"/>
          <p:cNvSpPr/>
          <p:nvPr/>
        </p:nvSpPr>
        <p:spPr>
          <a:xfrm>
            <a:off x="6766560" y="2057400"/>
            <a:ext cx="2194560" cy="548640"/>
          </a:xfrm>
          <a:prstGeom prst="rect">
            <a:avLst/>
          </a:prstGeom>
          <a:solidFill>
            <a:srgbClr val="12301A"/>
          </a:solidFill>
          <a:ln w="12700">
            <a:solidFill>
              <a:srgbClr val="12301A"/>
            </a:solidFill>
            <a:prstDash val="solid"/>
          </a:ln>
        </p:spPr>
      </p:sp>
      <p:sp>
        <p:nvSpPr>
          <p:cNvPr id="11" name="Shape 8"/>
          <p:cNvSpPr/>
          <p:nvPr/>
        </p:nvSpPr>
        <p:spPr>
          <a:xfrm>
            <a:off x="6766560" y="1737360"/>
            <a:ext cx="2194560" cy="640080"/>
          </a:xfrm>
          <a:prstGeom prst="ellipse">
            <a:avLst/>
          </a:prstGeom>
          <a:solidFill>
            <a:srgbClr val="C9EF8F"/>
          </a:solidFill>
          <a:ln w="31750">
            <a:solidFill>
              <a:srgbClr val="12301A"/>
            </a:solidFill>
            <a:prstDash val="solid"/>
          </a:ln>
        </p:spPr>
      </p:sp>
      <p:sp>
        <p:nvSpPr>
          <p:cNvPr id="12" name="Shape 9"/>
          <p:cNvSpPr/>
          <p:nvPr/>
        </p:nvSpPr>
        <p:spPr>
          <a:xfrm>
            <a:off x="6766560" y="3063240"/>
            <a:ext cx="2194560" cy="640080"/>
          </a:xfrm>
          <a:prstGeom prst="ellipse">
            <a:avLst/>
          </a:prstGeom>
          <a:solidFill>
            <a:srgbClr val="12301A"/>
          </a:solidFill>
          <a:ln w="12700">
            <a:solidFill>
              <a:srgbClr val="12301A"/>
            </a:solidFill>
            <a:prstDash val="solid"/>
          </a:ln>
        </p:spPr>
      </p:sp>
      <p:sp>
        <p:nvSpPr>
          <p:cNvPr id="13" name="Shape 10"/>
          <p:cNvSpPr/>
          <p:nvPr/>
        </p:nvSpPr>
        <p:spPr>
          <a:xfrm>
            <a:off x="6766560" y="2880360"/>
            <a:ext cx="2194560" cy="548640"/>
          </a:xfrm>
          <a:prstGeom prst="rect">
            <a:avLst/>
          </a:prstGeom>
          <a:solidFill>
            <a:srgbClr val="12301A"/>
          </a:solidFill>
          <a:ln w="12700">
            <a:solidFill>
              <a:srgbClr val="12301A"/>
            </a:solidFill>
            <a:prstDash val="solid"/>
          </a:ln>
        </p:spPr>
      </p:sp>
      <p:sp>
        <p:nvSpPr>
          <p:cNvPr id="14" name="Shape 11"/>
          <p:cNvSpPr/>
          <p:nvPr/>
        </p:nvSpPr>
        <p:spPr>
          <a:xfrm>
            <a:off x="6766560" y="2560320"/>
            <a:ext cx="2194560" cy="640080"/>
          </a:xfrm>
          <a:prstGeom prst="ellipse">
            <a:avLst/>
          </a:prstGeom>
          <a:solidFill>
            <a:srgbClr val="C9EF8F"/>
          </a:solidFill>
          <a:ln w="31750">
            <a:solidFill>
              <a:srgbClr val="12301A"/>
            </a:solidFill>
            <a:prstDash val="solid"/>
          </a:ln>
        </p:spPr>
      </p:sp>
      <p:sp>
        <p:nvSpPr>
          <p:cNvPr id="15" name="Text 12"/>
          <p:cNvSpPr txBox="1"/>
          <p:nvPr/>
        </p:nvSpPr>
        <p:spPr>
          <a:xfrm>
            <a:off x="6766560" y="3794760"/>
            <a:ext cx="2194560" cy="457200"/>
          </a:xfrm>
          <a:prstGeom prst="rect">
            <a:avLst/>
          </a:prstGeom>
          <a:noFill/>
          <a:ln/>
        </p:spPr>
        <p:txBody>
          <a:bodyPr wrap="square" lIns="0" tIns="0" rIns="0" bIns="0" rtlCol="0" anchor="t"/>
          <a:lstStyle/>
          <a:p>
            <a:pPr algn="ctr" indent="0" marL="0">
              <a:buNone/>
            </a:pPr>
            <a:r>
              <a:rPr lang="en-US" sz="1800" b="1" dirty="0">
                <a:solidFill>
                  <a:srgbClr val="0E1F0C"/>
                </a:solidFill>
                <a:latin typeface="Poppins" pitchFamily="34" charset="0"/>
                <a:ea typeface="Poppins" pitchFamily="34" charset="-122"/>
                <a:cs typeface="Poppins" pitchFamily="34" charset="-120"/>
              </a:rPr>
              <a:t>Access</a:t>
            </a:r>
            <a:endParaRPr lang="en-US" sz="1800" dirty="0"/>
          </a:p>
        </p:txBody>
      </p:sp>
      <p:sp>
        <p:nvSpPr>
          <p:cNvPr id="16" name="Shape 13"/>
          <p:cNvSpPr/>
          <p:nvPr/>
        </p:nvSpPr>
        <p:spPr>
          <a:xfrm>
            <a:off x="9052560" y="1645920"/>
            <a:ext cx="731520" cy="502920"/>
          </a:xfrm>
          <a:prstGeom prst="rightArrow">
            <a:avLst/>
          </a:prstGeom>
          <a:solidFill>
            <a:srgbClr val="26720A"/>
          </a:solidFill>
          <a:ln w="12700">
            <a:solidFill>
              <a:srgbClr val="26720A"/>
            </a:solidFill>
            <a:prstDash val="solid"/>
          </a:ln>
        </p:spPr>
      </p:sp>
      <p:sp>
        <p:nvSpPr>
          <p:cNvPr id="17" name="Shape 14"/>
          <p:cNvSpPr/>
          <p:nvPr/>
        </p:nvSpPr>
        <p:spPr>
          <a:xfrm>
            <a:off x="6766560" y="4297680"/>
            <a:ext cx="3474720" cy="914400"/>
          </a:xfrm>
          <a:prstGeom prst="roundRect">
            <a:avLst>
              <a:gd name="adj" fmla="val 50000"/>
            </a:avLst>
          </a:prstGeom>
          <a:solidFill>
            <a:srgbClr val="12301A"/>
          </a:solidFill>
          <a:ln w="12700">
            <a:solidFill>
              <a:srgbClr val="12301A"/>
            </a:solidFill>
            <a:prstDash val="solid"/>
          </a:ln>
        </p:spPr>
      </p:sp>
      <p:sp>
        <p:nvSpPr>
          <p:cNvPr id="18" name="Text 15"/>
          <p:cNvSpPr txBox="1"/>
          <p:nvPr/>
        </p:nvSpPr>
        <p:spPr>
          <a:xfrm>
            <a:off x="7863840" y="4297680"/>
            <a:ext cx="2286000" cy="914400"/>
          </a:xfrm>
          <a:prstGeom prst="rect">
            <a:avLst/>
          </a:prstGeom>
          <a:noFill/>
          <a:ln/>
        </p:spPr>
        <p:txBody>
          <a:bodyPr wrap="square" lIns="0" tIns="0" rIns="0" bIns="0" rtlCol="0" anchor="ctr"/>
          <a:lstStyle/>
          <a:p>
            <a:pPr indent="0" marL="0">
              <a:buNone/>
            </a:pPr>
            <a:r>
              <a:rPr lang="en-US" sz="2800" b="1" dirty="0">
                <a:solidFill>
                  <a:srgbClr val="B1FF37"/>
                </a:solidFill>
                <a:latin typeface="Poppins" pitchFamily="34" charset="0"/>
                <a:ea typeface="Poppins" pitchFamily="34" charset="-122"/>
                <a:cs typeface="Poppins" pitchFamily="34" charset="-120"/>
              </a:rPr>
              <a:t>Abo</a:t>
            </a:r>
            <a:endParaRPr lang="en-US" sz="2800" dirty="0"/>
          </a:p>
        </p:txBody>
      </p:sp>
      <p:sp>
        <p:nvSpPr>
          <p:cNvPr id="19" name="Shape 16"/>
          <p:cNvSpPr/>
          <p:nvPr/>
        </p:nvSpPr>
        <p:spPr>
          <a:xfrm>
            <a:off x="7155180" y="4503420"/>
            <a:ext cx="502920" cy="502920"/>
          </a:xfrm>
          <a:prstGeom prst="ellipse">
            <a:avLst/>
          </a:prstGeom>
          <a:solidFill>
            <a:srgbClr val="B1FF37"/>
          </a:solidFill>
          <a:ln w="12700">
            <a:solidFill>
              <a:srgbClr val="B1FF37"/>
            </a:solidFill>
            <a:prstDash val="solid"/>
          </a:ln>
        </p:spPr>
      </p:sp>
      <p:sp>
        <p:nvSpPr>
          <p:cNvPr id="20" name="Shape 17"/>
          <p:cNvSpPr/>
          <p:nvPr/>
        </p:nvSpPr>
        <p:spPr>
          <a:xfrm rot="10800000">
            <a:off x="7251192" y="4572000"/>
            <a:ext cx="320040" cy="320040"/>
          </a:xfrm>
          <a:prstGeom prst="triangle">
            <a:avLst/>
          </a:prstGeom>
          <a:solidFill>
            <a:srgbClr val="12301A"/>
          </a:solidFill>
          <a:ln w="12700">
            <a:solidFill>
              <a:srgbClr val="12301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Aufgabe</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0E1F0C"/>
                </a:solidFill>
                <a:latin typeface="Poppins" pitchFamily="34" charset="0"/>
                <a:ea typeface="Poppins" pitchFamily="34" charset="-122"/>
                <a:cs typeface="Poppins" pitchFamily="34" charset="-120"/>
              </a:rPr>
              <a:t>Wer hat sich das Buch </a:t>
            </a:r>
            <a:pPr indent="0" marL="0">
              <a:lnSpc>
                <a:spcPct val="105000"/>
              </a:lnSpc>
              <a:buNone/>
            </a:pPr>
            <a:r>
              <a:rPr lang="en-US" sz="4400" dirty="0">
                <a:solidFill>
                  <a:srgbClr val="26720A"/>
                </a:solidFill>
                <a:highlight>
                  <a:srgbClr val="B1FF37"/>
                </a:highlight>
                <a:latin typeface="Poppins" pitchFamily="34" charset="0"/>
                <a:ea typeface="Poppins" pitchFamily="34" charset="-122"/>
                <a:cs typeface="Poppins" pitchFamily="34" charset="-120"/>
              </a:rPr>
              <a:t>ausgeborgt?</a:t>
            </a:r>
            <a:endParaRPr lang="en-US" sz="44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Das wollen wir in der Datenbank festhalten.</a:t>
            </a:r>
            <a:endParaRPr lang="en-US" sz="1800" dirty="0"/>
          </a:p>
        </p:txBody>
      </p:sp>
      <p:sp>
        <p:nvSpPr>
          <p:cNvPr id="6" name="Shape 3"/>
          <p:cNvSpPr/>
          <p:nvPr/>
        </p:nvSpPr>
        <p:spPr>
          <a:xfrm>
            <a:off x="6583680" y="1188720"/>
            <a:ext cx="1828800" cy="2194560"/>
          </a:xfrm>
          <a:prstGeom prst="roundRect">
            <a:avLst>
              <a:gd name="adj" fmla="val 7500"/>
            </a:avLst>
          </a:prstGeom>
          <a:solidFill>
            <a:srgbClr val="FBFFF4"/>
          </a:solidFill>
          <a:ln w="15875">
            <a:solidFill>
              <a:srgbClr val="B8D98A"/>
            </a:solidFill>
            <a:prstDash val="solid"/>
          </a:ln>
        </p:spPr>
      </p:sp>
      <p:sp>
        <p:nvSpPr>
          <p:cNvPr id="7" name="Shape 4"/>
          <p:cNvSpPr/>
          <p:nvPr/>
        </p:nvSpPr>
        <p:spPr>
          <a:xfrm>
            <a:off x="7223760" y="1554480"/>
            <a:ext cx="640080" cy="1371600"/>
          </a:xfrm>
          <a:prstGeom prst="rect">
            <a:avLst/>
          </a:prstGeom>
          <a:solidFill>
            <a:srgbClr val="B1FF37"/>
          </a:solidFill>
          <a:ln w="25400">
            <a:solidFill>
              <a:srgbClr val="12301A"/>
            </a:solidFill>
            <a:prstDash val="solid"/>
          </a:ln>
        </p:spPr>
      </p:sp>
      <p:sp>
        <p:nvSpPr>
          <p:cNvPr id="8" name="Text 5"/>
          <p:cNvSpPr txBox="1"/>
          <p:nvPr/>
        </p:nvSpPr>
        <p:spPr>
          <a:xfrm>
            <a:off x="6583680" y="2926080"/>
            <a:ext cx="1828800" cy="365760"/>
          </a:xfrm>
          <a:prstGeom prst="rect">
            <a:avLst/>
          </a:prstGeom>
          <a:noFill/>
          <a:ln/>
        </p:spPr>
        <p:txBody>
          <a:bodyPr wrap="square" lIns="0" tIns="0" rIns="0" bIns="0" rtlCol="0" anchor="t"/>
          <a:lstStyle/>
          <a:p>
            <a:pPr algn="ctr" indent="0" marL="0">
              <a:buNone/>
            </a:pPr>
            <a:r>
              <a:rPr lang="en-US" sz="1500" b="1" dirty="0">
                <a:solidFill>
                  <a:srgbClr val="0E1F0C"/>
                </a:solidFill>
                <a:latin typeface="Poppins" pitchFamily="34" charset="0"/>
                <a:ea typeface="Poppins" pitchFamily="34" charset="-122"/>
                <a:cs typeface="Poppins" pitchFamily="34" charset="-120"/>
              </a:rPr>
              <a:t>Buch</a:t>
            </a:r>
            <a:endParaRPr lang="en-US" sz="1500" dirty="0"/>
          </a:p>
        </p:txBody>
      </p:sp>
      <p:sp>
        <p:nvSpPr>
          <p:cNvPr id="9" name="Shape 6"/>
          <p:cNvSpPr/>
          <p:nvPr/>
        </p:nvSpPr>
        <p:spPr>
          <a:xfrm>
            <a:off x="8549640" y="2011680"/>
            <a:ext cx="731520" cy="457200"/>
          </a:xfrm>
          <a:prstGeom prst="rightArrow">
            <a:avLst/>
          </a:prstGeom>
          <a:solidFill>
            <a:srgbClr val="26720A"/>
          </a:solidFill>
          <a:ln w="12700">
            <a:solidFill>
              <a:srgbClr val="26720A"/>
            </a:solidFill>
            <a:prstDash val="solid"/>
          </a:ln>
        </p:spPr>
      </p:sp>
      <p:sp>
        <p:nvSpPr>
          <p:cNvPr id="10" name="Shape 7"/>
          <p:cNvSpPr/>
          <p:nvPr/>
        </p:nvSpPr>
        <p:spPr>
          <a:xfrm>
            <a:off x="9418320" y="1188720"/>
            <a:ext cx="2103120" cy="2194560"/>
          </a:xfrm>
          <a:prstGeom prst="roundRect">
            <a:avLst>
              <a:gd name="adj" fmla="val 6522"/>
            </a:avLst>
          </a:prstGeom>
          <a:solidFill>
            <a:srgbClr val="FBFFF4"/>
          </a:solidFill>
          <a:ln w="15875">
            <a:solidFill>
              <a:srgbClr val="B8D98A"/>
            </a:solidFill>
            <a:prstDash val="solid"/>
          </a:ln>
        </p:spPr>
      </p:sp>
      <p:sp>
        <p:nvSpPr>
          <p:cNvPr id="11" name="Shape 8"/>
          <p:cNvSpPr/>
          <p:nvPr/>
        </p:nvSpPr>
        <p:spPr>
          <a:xfrm>
            <a:off x="10241280" y="1554480"/>
            <a:ext cx="457200" cy="457200"/>
          </a:xfrm>
          <a:prstGeom prst="ellipse">
            <a:avLst/>
          </a:prstGeom>
          <a:solidFill>
            <a:srgbClr val="26720A"/>
          </a:solidFill>
          <a:ln w="12700">
            <a:solidFill>
              <a:srgbClr val="26720A"/>
            </a:solidFill>
            <a:prstDash val="solid"/>
          </a:ln>
        </p:spPr>
      </p:sp>
      <p:sp>
        <p:nvSpPr>
          <p:cNvPr id="12" name="Shape 9"/>
          <p:cNvSpPr/>
          <p:nvPr/>
        </p:nvSpPr>
        <p:spPr>
          <a:xfrm>
            <a:off x="10012680" y="2084832"/>
            <a:ext cx="914400" cy="566928"/>
          </a:xfrm>
          <a:prstGeom prst="roundRect">
            <a:avLst>
              <a:gd name="adj" fmla="val 45161"/>
            </a:avLst>
          </a:prstGeom>
          <a:solidFill>
            <a:srgbClr val="26720A"/>
          </a:solidFill>
          <a:ln w="12700">
            <a:solidFill>
              <a:srgbClr val="26720A"/>
            </a:solidFill>
            <a:prstDash val="solid"/>
          </a:ln>
        </p:spPr>
      </p:sp>
      <p:sp>
        <p:nvSpPr>
          <p:cNvPr id="13" name="Text 10"/>
          <p:cNvSpPr txBox="1"/>
          <p:nvPr/>
        </p:nvSpPr>
        <p:spPr>
          <a:xfrm>
            <a:off x="9418320" y="2926080"/>
            <a:ext cx="2103120" cy="365760"/>
          </a:xfrm>
          <a:prstGeom prst="rect">
            <a:avLst/>
          </a:prstGeom>
          <a:noFill/>
          <a:ln/>
        </p:spPr>
        <p:txBody>
          <a:bodyPr wrap="square" lIns="0" tIns="0" rIns="0" bIns="0" rtlCol="0" anchor="t"/>
          <a:lstStyle/>
          <a:p>
            <a:pPr algn="ctr" indent="0" marL="0">
              <a:buNone/>
            </a:pPr>
            <a:r>
              <a:rPr lang="en-US" sz="1500" b="1" dirty="0">
                <a:solidFill>
                  <a:srgbClr val="0E1F0C"/>
                </a:solidFill>
                <a:latin typeface="Poppins" pitchFamily="34" charset="0"/>
                <a:ea typeface="Poppins" pitchFamily="34" charset="-122"/>
                <a:cs typeface="Poppins" pitchFamily="34" charset="-120"/>
              </a:rPr>
              <a:t>Schüler:in</a:t>
            </a:r>
            <a:endParaRPr lang="en-US" sz="1500" dirty="0"/>
          </a:p>
        </p:txBody>
      </p:sp>
      <p:sp>
        <p:nvSpPr>
          <p:cNvPr id="14" name="Shape 11"/>
          <p:cNvSpPr/>
          <p:nvPr/>
        </p:nvSpPr>
        <p:spPr>
          <a:xfrm>
            <a:off x="6583680" y="4023360"/>
            <a:ext cx="4937760" cy="640080"/>
          </a:xfrm>
          <a:prstGeom prst="roundRect">
            <a:avLst>
              <a:gd name="adj" fmla="val 11429"/>
            </a:avLst>
          </a:prstGeom>
          <a:solidFill>
            <a:srgbClr val="12301A"/>
          </a:solidFill>
          <a:ln w="12700">
            <a:solidFill>
              <a:srgbClr val="12301A"/>
            </a:solidFill>
            <a:prstDash val="solid"/>
          </a:ln>
        </p:spPr>
      </p:sp>
      <p:sp>
        <p:nvSpPr>
          <p:cNvPr id="15" name="Text 12"/>
          <p:cNvSpPr txBox="1"/>
          <p:nvPr/>
        </p:nvSpPr>
        <p:spPr>
          <a:xfrm>
            <a:off x="6583680" y="4023360"/>
            <a:ext cx="4937760" cy="640080"/>
          </a:xfrm>
          <a:prstGeom prst="rect">
            <a:avLst/>
          </a:prstGeom>
          <a:noFill/>
          <a:ln/>
        </p:spPr>
        <p:txBody>
          <a:bodyPr wrap="square" lIns="0" tIns="0" rIns="0" bIns="0" rtlCol="0" anchor="ctr"/>
          <a:lstStyle/>
          <a:p>
            <a:pPr algn="ctr" indent="0" marL="0">
              <a:buNone/>
            </a:pPr>
            <a:r>
              <a:rPr lang="en-US" sz="1700" b="1" dirty="0">
                <a:solidFill>
                  <a:srgbClr val="B1FF37"/>
                </a:solidFill>
                <a:latin typeface="Poppins" pitchFamily="34" charset="0"/>
                <a:ea typeface="Poppins" pitchFamily="34" charset="-122"/>
                <a:cs typeface="Poppins" pitchFamily="34" charset="-120"/>
              </a:rPr>
              <a:t>in der Datenbank speichern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Ein erster Ansatz</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Die Bücher-Tabelle bekommt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zwei Spalten</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mehr.</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„Name des Entlehners“ und „Klasse“.</a:t>
            </a:r>
            <a:endParaRPr lang="en-US" sz="1800" dirty="0"/>
          </a:p>
        </p:txBody>
      </p:sp>
      <p:sp>
        <p:nvSpPr>
          <p:cNvPr id="6" name="Shape 3"/>
          <p:cNvSpPr/>
          <p:nvPr/>
        </p:nvSpPr>
        <p:spPr>
          <a:xfrm>
            <a:off x="6583680" y="1463040"/>
            <a:ext cx="822960" cy="685800"/>
          </a:xfrm>
          <a:prstGeom prst="rect">
            <a:avLst/>
          </a:prstGeom>
          <a:solidFill>
            <a:srgbClr val="12301A"/>
          </a:solidFill>
          <a:ln w="12700">
            <a:solidFill>
              <a:srgbClr val="B8D98A"/>
            </a:solidFill>
            <a:prstDash val="solid"/>
          </a:ln>
        </p:spPr>
      </p:sp>
      <p:sp>
        <p:nvSpPr>
          <p:cNvPr id="7" name="Text 4"/>
          <p:cNvSpPr txBox="1"/>
          <p:nvPr/>
        </p:nvSpPr>
        <p:spPr>
          <a:xfrm>
            <a:off x="6656832" y="1463040"/>
            <a:ext cx="71323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Nr.</a:t>
            </a:r>
            <a:endParaRPr lang="en-US" sz="1200" dirty="0"/>
          </a:p>
        </p:txBody>
      </p:sp>
      <p:sp>
        <p:nvSpPr>
          <p:cNvPr id="8" name="Shape 5"/>
          <p:cNvSpPr/>
          <p:nvPr/>
        </p:nvSpPr>
        <p:spPr>
          <a:xfrm>
            <a:off x="7406640" y="1463040"/>
            <a:ext cx="1280160" cy="685800"/>
          </a:xfrm>
          <a:prstGeom prst="rect">
            <a:avLst/>
          </a:prstGeom>
          <a:solidFill>
            <a:srgbClr val="12301A"/>
          </a:solidFill>
          <a:ln w="12700">
            <a:solidFill>
              <a:srgbClr val="B8D98A"/>
            </a:solidFill>
            <a:prstDash val="solid"/>
          </a:ln>
        </p:spPr>
      </p:sp>
      <p:sp>
        <p:nvSpPr>
          <p:cNvPr id="9" name="Text 6"/>
          <p:cNvSpPr txBox="1"/>
          <p:nvPr/>
        </p:nvSpPr>
        <p:spPr>
          <a:xfrm>
            <a:off x="7479792" y="1463040"/>
            <a:ext cx="117043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Titel</a:t>
            </a:r>
            <a:endParaRPr lang="en-US" sz="1200" dirty="0"/>
          </a:p>
        </p:txBody>
      </p:sp>
      <p:sp>
        <p:nvSpPr>
          <p:cNvPr id="10" name="Shape 7"/>
          <p:cNvSpPr/>
          <p:nvPr/>
        </p:nvSpPr>
        <p:spPr>
          <a:xfrm>
            <a:off x="8686800" y="1463040"/>
            <a:ext cx="1645920" cy="685800"/>
          </a:xfrm>
          <a:prstGeom prst="rect">
            <a:avLst/>
          </a:prstGeom>
          <a:solidFill>
            <a:srgbClr val="26720A"/>
          </a:solidFill>
          <a:ln w="12700">
            <a:solidFill>
              <a:srgbClr val="B8D98A"/>
            </a:solidFill>
            <a:prstDash val="solid"/>
          </a:ln>
        </p:spPr>
      </p:sp>
      <p:sp>
        <p:nvSpPr>
          <p:cNvPr id="11" name="Text 8"/>
          <p:cNvSpPr txBox="1"/>
          <p:nvPr/>
        </p:nvSpPr>
        <p:spPr>
          <a:xfrm>
            <a:off x="8759952" y="1463040"/>
            <a:ext cx="153619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 des Entlehners</a:t>
            </a:r>
            <a:endParaRPr lang="en-US" sz="1200" dirty="0"/>
          </a:p>
        </p:txBody>
      </p:sp>
      <p:sp>
        <p:nvSpPr>
          <p:cNvPr id="12" name="Shape 9"/>
          <p:cNvSpPr/>
          <p:nvPr/>
        </p:nvSpPr>
        <p:spPr>
          <a:xfrm>
            <a:off x="10332720" y="1463040"/>
            <a:ext cx="1188720" cy="685800"/>
          </a:xfrm>
          <a:prstGeom prst="rect">
            <a:avLst/>
          </a:prstGeom>
          <a:solidFill>
            <a:srgbClr val="26720A"/>
          </a:solidFill>
          <a:ln w="12700">
            <a:solidFill>
              <a:srgbClr val="B8D98A"/>
            </a:solidFill>
            <a:prstDash val="solid"/>
          </a:ln>
        </p:spPr>
      </p:sp>
      <p:sp>
        <p:nvSpPr>
          <p:cNvPr id="13" name="Text 10"/>
          <p:cNvSpPr txBox="1"/>
          <p:nvPr/>
        </p:nvSpPr>
        <p:spPr>
          <a:xfrm>
            <a:off x="10405872" y="1463040"/>
            <a:ext cx="107899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Klasse</a:t>
            </a:r>
            <a:endParaRPr lang="en-US" sz="1200" dirty="0"/>
          </a:p>
        </p:txBody>
      </p:sp>
      <p:sp>
        <p:nvSpPr>
          <p:cNvPr id="14" name="Shape 11"/>
          <p:cNvSpPr/>
          <p:nvPr/>
        </p:nvSpPr>
        <p:spPr>
          <a:xfrm>
            <a:off x="6583680" y="2148840"/>
            <a:ext cx="822960" cy="685800"/>
          </a:xfrm>
          <a:prstGeom prst="rect">
            <a:avLst/>
          </a:prstGeom>
          <a:solidFill>
            <a:srgbClr val="FBFFF4"/>
          </a:solidFill>
          <a:ln w="12700">
            <a:solidFill>
              <a:srgbClr val="B8D98A"/>
            </a:solidFill>
            <a:prstDash val="solid"/>
          </a:ln>
        </p:spPr>
      </p:sp>
      <p:sp>
        <p:nvSpPr>
          <p:cNvPr id="15" name="Text 12"/>
          <p:cNvSpPr txBox="1"/>
          <p:nvPr/>
        </p:nvSpPr>
        <p:spPr>
          <a:xfrm>
            <a:off x="6656832" y="214884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16" name="Shape 13"/>
          <p:cNvSpPr/>
          <p:nvPr/>
        </p:nvSpPr>
        <p:spPr>
          <a:xfrm>
            <a:off x="7406640" y="2148840"/>
            <a:ext cx="1280160" cy="685800"/>
          </a:xfrm>
          <a:prstGeom prst="rect">
            <a:avLst/>
          </a:prstGeom>
          <a:solidFill>
            <a:srgbClr val="FBFFF4"/>
          </a:solidFill>
          <a:ln w="12700">
            <a:solidFill>
              <a:srgbClr val="B8D98A"/>
            </a:solidFill>
            <a:prstDash val="solid"/>
          </a:ln>
        </p:spPr>
      </p:sp>
      <p:sp>
        <p:nvSpPr>
          <p:cNvPr id="17" name="Text 14"/>
          <p:cNvSpPr txBox="1"/>
          <p:nvPr/>
        </p:nvSpPr>
        <p:spPr>
          <a:xfrm>
            <a:off x="7479792" y="214884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Der Drache</a:t>
            </a:r>
            <a:endParaRPr lang="en-US" sz="1200" dirty="0"/>
          </a:p>
        </p:txBody>
      </p:sp>
      <p:sp>
        <p:nvSpPr>
          <p:cNvPr id="18" name="Shape 15"/>
          <p:cNvSpPr/>
          <p:nvPr/>
        </p:nvSpPr>
        <p:spPr>
          <a:xfrm>
            <a:off x="8686800" y="2148840"/>
            <a:ext cx="1645920" cy="685800"/>
          </a:xfrm>
          <a:prstGeom prst="rect">
            <a:avLst/>
          </a:prstGeom>
          <a:solidFill>
            <a:srgbClr val="B1FF37"/>
          </a:solidFill>
          <a:ln w="12700">
            <a:solidFill>
              <a:srgbClr val="B8D98A"/>
            </a:solidFill>
            <a:prstDash val="solid"/>
          </a:ln>
        </p:spPr>
      </p:sp>
      <p:sp>
        <p:nvSpPr>
          <p:cNvPr id="19" name="Text 16"/>
          <p:cNvSpPr txBox="1"/>
          <p:nvPr/>
        </p:nvSpPr>
        <p:spPr>
          <a:xfrm>
            <a:off x="8759952" y="2148840"/>
            <a:ext cx="1536192" cy="685800"/>
          </a:xfrm>
          <a:prstGeom prst="rect">
            <a:avLst/>
          </a:prstGeom>
          <a:noFill/>
          <a:ln/>
        </p:spPr>
        <p:txBody>
          <a:bodyPr wrap="square" lIns="0" tIns="0" rIns="0" bIns="0" rtlCol="0" anchor="ctr"/>
          <a:lstStyle/>
          <a:p>
            <a:pPr indent="0" marL="0">
              <a:buNone/>
            </a:pPr>
            <a:endParaRPr lang="en-US" sz="1200" dirty="0"/>
          </a:p>
        </p:txBody>
      </p:sp>
      <p:sp>
        <p:nvSpPr>
          <p:cNvPr id="20" name="Shape 17"/>
          <p:cNvSpPr/>
          <p:nvPr/>
        </p:nvSpPr>
        <p:spPr>
          <a:xfrm>
            <a:off x="10332720" y="2148840"/>
            <a:ext cx="1188720" cy="685800"/>
          </a:xfrm>
          <a:prstGeom prst="rect">
            <a:avLst/>
          </a:prstGeom>
          <a:solidFill>
            <a:srgbClr val="B1FF37"/>
          </a:solidFill>
          <a:ln w="12700">
            <a:solidFill>
              <a:srgbClr val="B8D98A"/>
            </a:solidFill>
            <a:prstDash val="solid"/>
          </a:ln>
        </p:spPr>
      </p:sp>
      <p:sp>
        <p:nvSpPr>
          <p:cNvPr id="21" name="Text 18"/>
          <p:cNvSpPr txBox="1"/>
          <p:nvPr/>
        </p:nvSpPr>
        <p:spPr>
          <a:xfrm>
            <a:off x="10405872" y="2148840"/>
            <a:ext cx="1078992" cy="685800"/>
          </a:xfrm>
          <a:prstGeom prst="rect">
            <a:avLst/>
          </a:prstGeom>
          <a:noFill/>
          <a:ln/>
        </p:spPr>
        <p:txBody>
          <a:bodyPr wrap="square" lIns="0" tIns="0" rIns="0" bIns="0" rtlCol="0" anchor="ctr"/>
          <a:lstStyle/>
          <a:p>
            <a:pPr indent="0" marL="0">
              <a:buNone/>
            </a:pPr>
            <a:endParaRPr lang="en-US" sz="1200" dirty="0"/>
          </a:p>
        </p:txBody>
      </p:sp>
      <p:sp>
        <p:nvSpPr>
          <p:cNvPr id="22" name="Shape 19"/>
          <p:cNvSpPr/>
          <p:nvPr/>
        </p:nvSpPr>
        <p:spPr>
          <a:xfrm>
            <a:off x="6583680" y="2834640"/>
            <a:ext cx="822960" cy="685800"/>
          </a:xfrm>
          <a:prstGeom prst="rect">
            <a:avLst/>
          </a:prstGeom>
          <a:solidFill>
            <a:srgbClr val="FBFFF4"/>
          </a:solidFill>
          <a:ln w="12700">
            <a:solidFill>
              <a:srgbClr val="B8D98A"/>
            </a:solidFill>
            <a:prstDash val="solid"/>
          </a:ln>
        </p:spPr>
      </p:sp>
      <p:sp>
        <p:nvSpPr>
          <p:cNvPr id="23" name="Text 20"/>
          <p:cNvSpPr txBox="1"/>
          <p:nvPr/>
        </p:nvSpPr>
        <p:spPr>
          <a:xfrm>
            <a:off x="6656832" y="283464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24" name="Shape 21"/>
          <p:cNvSpPr/>
          <p:nvPr/>
        </p:nvSpPr>
        <p:spPr>
          <a:xfrm>
            <a:off x="7406640" y="2834640"/>
            <a:ext cx="1280160" cy="685800"/>
          </a:xfrm>
          <a:prstGeom prst="rect">
            <a:avLst/>
          </a:prstGeom>
          <a:solidFill>
            <a:srgbClr val="FBFFF4"/>
          </a:solidFill>
          <a:ln w="12700">
            <a:solidFill>
              <a:srgbClr val="B8D98A"/>
            </a:solidFill>
            <a:prstDash val="solid"/>
          </a:ln>
        </p:spPr>
      </p:sp>
      <p:sp>
        <p:nvSpPr>
          <p:cNvPr id="25" name="Text 22"/>
          <p:cNvSpPr txBox="1"/>
          <p:nvPr/>
        </p:nvSpPr>
        <p:spPr>
          <a:xfrm>
            <a:off x="7479792" y="283464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Das Geheimnis</a:t>
            </a:r>
            <a:endParaRPr lang="en-US" sz="1200" dirty="0"/>
          </a:p>
        </p:txBody>
      </p:sp>
      <p:sp>
        <p:nvSpPr>
          <p:cNvPr id="26" name="Shape 23"/>
          <p:cNvSpPr/>
          <p:nvPr/>
        </p:nvSpPr>
        <p:spPr>
          <a:xfrm>
            <a:off x="8686800" y="2834640"/>
            <a:ext cx="1645920" cy="685800"/>
          </a:xfrm>
          <a:prstGeom prst="rect">
            <a:avLst/>
          </a:prstGeom>
          <a:solidFill>
            <a:srgbClr val="B1FF37"/>
          </a:solidFill>
          <a:ln w="12700">
            <a:solidFill>
              <a:srgbClr val="B8D98A"/>
            </a:solidFill>
            <a:prstDash val="solid"/>
          </a:ln>
        </p:spPr>
      </p:sp>
      <p:sp>
        <p:nvSpPr>
          <p:cNvPr id="27" name="Text 24"/>
          <p:cNvSpPr txBox="1"/>
          <p:nvPr/>
        </p:nvSpPr>
        <p:spPr>
          <a:xfrm>
            <a:off x="8759952" y="2834640"/>
            <a:ext cx="1536192" cy="685800"/>
          </a:xfrm>
          <a:prstGeom prst="rect">
            <a:avLst/>
          </a:prstGeom>
          <a:noFill/>
          <a:ln/>
        </p:spPr>
        <p:txBody>
          <a:bodyPr wrap="square" lIns="0" tIns="0" rIns="0" bIns="0" rtlCol="0" anchor="ctr"/>
          <a:lstStyle/>
          <a:p>
            <a:pPr indent="0" marL="0">
              <a:buNone/>
            </a:pPr>
            <a:endParaRPr lang="en-US" sz="1200" dirty="0"/>
          </a:p>
        </p:txBody>
      </p:sp>
      <p:sp>
        <p:nvSpPr>
          <p:cNvPr id="28" name="Shape 25"/>
          <p:cNvSpPr/>
          <p:nvPr/>
        </p:nvSpPr>
        <p:spPr>
          <a:xfrm>
            <a:off x="10332720" y="2834640"/>
            <a:ext cx="1188720" cy="685800"/>
          </a:xfrm>
          <a:prstGeom prst="rect">
            <a:avLst/>
          </a:prstGeom>
          <a:solidFill>
            <a:srgbClr val="B1FF37"/>
          </a:solidFill>
          <a:ln w="12700">
            <a:solidFill>
              <a:srgbClr val="B8D98A"/>
            </a:solidFill>
            <a:prstDash val="solid"/>
          </a:ln>
        </p:spPr>
      </p:sp>
      <p:sp>
        <p:nvSpPr>
          <p:cNvPr id="29" name="Text 26"/>
          <p:cNvSpPr txBox="1"/>
          <p:nvPr/>
        </p:nvSpPr>
        <p:spPr>
          <a:xfrm>
            <a:off x="10405872" y="2834640"/>
            <a:ext cx="1078992" cy="685800"/>
          </a:xfrm>
          <a:prstGeom prst="rect">
            <a:avLst/>
          </a:prstGeom>
          <a:noFill/>
          <a:ln/>
        </p:spPr>
        <p:txBody>
          <a:bodyPr wrap="square" lIns="0" tIns="0" rIns="0" bIns="0" rtlCol="0" anchor="ctr"/>
          <a:lstStyle/>
          <a:p>
            <a:pPr indent="0" marL="0">
              <a:buNone/>
            </a:pPr>
            <a:endParaRPr lang="en-US" sz="1200" dirty="0"/>
          </a:p>
        </p:txBody>
      </p:sp>
      <p:sp>
        <p:nvSpPr>
          <p:cNvPr id="30" name="Shape 27"/>
          <p:cNvSpPr/>
          <p:nvPr/>
        </p:nvSpPr>
        <p:spPr>
          <a:xfrm>
            <a:off x="6583680" y="3520440"/>
            <a:ext cx="822960" cy="685800"/>
          </a:xfrm>
          <a:prstGeom prst="rect">
            <a:avLst/>
          </a:prstGeom>
          <a:solidFill>
            <a:srgbClr val="FBFFF4"/>
          </a:solidFill>
          <a:ln w="12700">
            <a:solidFill>
              <a:srgbClr val="B8D98A"/>
            </a:solidFill>
            <a:prstDash val="solid"/>
          </a:ln>
        </p:spPr>
      </p:sp>
      <p:sp>
        <p:nvSpPr>
          <p:cNvPr id="31" name="Text 28"/>
          <p:cNvSpPr txBox="1"/>
          <p:nvPr/>
        </p:nvSpPr>
        <p:spPr>
          <a:xfrm>
            <a:off x="6656832" y="352044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32" name="Shape 29"/>
          <p:cNvSpPr/>
          <p:nvPr/>
        </p:nvSpPr>
        <p:spPr>
          <a:xfrm>
            <a:off x="7406640" y="3520440"/>
            <a:ext cx="1280160" cy="685800"/>
          </a:xfrm>
          <a:prstGeom prst="rect">
            <a:avLst/>
          </a:prstGeom>
          <a:solidFill>
            <a:srgbClr val="FBFFF4"/>
          </a:solidFill>
          <a:ln w="12700">
            <a:solidFill>
              <a:srgbClr val="B8D98A"/>
            </a:solidFill>
            <a:prstDash val="solid"/>
          </a:ln>
        </p:spPr>
      </p:sp>
      <p:sp>
        <p:nvSpPr>
          <p:cNvPr id="33" name="Text 30"/>
          <p:cNvSpPr txBox="1"/>
          <p:nvPr/>
        </p:nvSpPr>
        <p:spPr>
          <a:xfrm>
            <a:off x="7479792" y="352044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Die Insel</a:t>
            </a:r>
            <a:endParaRPr lang="en-US" sz="1200" dirty="0"/>
          </a:p>
        </p:txBody>
      </p:sp>
      <p:sp>
        <p:nvSpPr>
          <p:cNvPr id="34" name="Shape 31"/>
          <p:cNvSpPr/>
          <p:nvPr/>
        </p:nvSpPr>
        <p:spPr>
          <a:xfrm>
            <a:off x="8686800" y="3520440"/>
            <a:ext cx="1645920" cy="685800"/>
          </a:xfrm>
          <a:prstGeom prst="rect">
            <a:avLst/>
          </a:prstGeom>
          <a:solidFill>
            <a:srgbClr val="B1FF37"/>
          </a:solidFill>
          <a:ln w="12700">
            <a:solidFill>
              <a:srgbClr val="B8D98A"/>
            </a:solidFill>
            <a:prstDash val="solid"/>
          </a:ln>
        </p:spPr>
      </p:sp>
      <p:sp>
        <p:nvSpPr>
          <p:cNvPr id="35" name="Text 32"/>
          <p:cNvSpPr txBox="1"/>
          <p:nvPr/>
        </p:nvSpPr>
        <p:spPr>
          <a:xfrm>
            <a:off x="8759952" y="3520440"/>
            <a:ext cx="1536192" cy="685800"/>
          </a:xfrm>
          <a:prstGeom prst="rect">
            <a:avLst/>
          </a:prstGeom>
          <a:noFill/>
          <a:ln/>
        </p:spPr>
        <p:txBody>
          <a:bodyPr wrap="square" lIns="0" tIns="0" rIns="0" bIns="0" rtlCol="0" anchor="ctr"/>
          <a:lstStyle/>
          <a:p>
            <a:pPr indent="0" marL="0">
              <a:buNone/>
            </a:pPr>
            <a:endParaRPr lang="en-US" sz="1200" dirty="0"/>
          </a:p>
        </p:txBody>
      </p:sp>
      <p:sp>
        <p:nvSpPr>
          <p:cNvPr id="36" name="Shape 33"/>
          <p:cNvSpPr/>
          <p:nvPr/>
        </p:nvSpPr>
        <p:spPr>
          <a:xfrm>
            <a:off x="10332720" y="3520440"/>
            <a:ext cx="1188720" cy="685800"/>
          </a:xfrm>
          <a:prstGeom prst="rect">
            <a:avLst/>
          </a:prstGeom>
          <a:solidFill>
            <a:srgbClr val="B1FF37"/>
          </a:solidFill>
          <a:ln w="12700">
            <a:solidFill>
              <a:srgbClr val="B8D98A"/>
            </a:solidFill>
            <a:prstDash val="solid"/>
          </a:ln>
        </p:spPr>
      </p:sp>
      <p:sp>
        <p:nvSpPr>
          <p:cNvPr id="37" name="Text 34"/>
          <p:cNvSpPr txBox="1"/>
          <p:nvPr/>
        </p:nvSpPr>
        <p:spPr>
          <a:xfrm>
            <a:off x="10405872" y="3520440"/>
            <a:ext cx="1078992" cy="685800"/>
          </a:xfrm>
          <a:prstGeom prst="rect">
            <a:avLst/>
          </a:prstGeom>
          <a:noFill/>
          <a:ln/>
        </p:spPr>
        <p:txBody>
          <a:bodyPr wrap="square" lIns="0" tIns="0" rIns="0" bIns="0" rtlCol="0" anchor="ctr"/>
          <a:lstStyle/>
          <a:p>
            <a:pPr indent="0" marL="0">
              <a:buNone/>
            </a:pPr>
            <a:endParaRPr lang="en-US" sz="1200" dirty="0"/>
          </a:p>
        </p:txBody>
      </p:sp>
      <p:sp>
        <p:nvSpPr>
          <p:cNvPr id="38" name="Shape 35"/>
          <p:cNvSpPr/>
          <p:nvPr/>
        </p:nvSpPr>
        <p:spPr>
          <a:xfrm>
            <a:off x="8961120" y="4572000"/>
            <a:ext cx="2560320" cy="457200"/>
          </a:xfrm>
          <a:prstGeom prst="roundRect">
            <a:avLst>
              <a:gd name="adj" fmla="val 16000"/>
            </a:avLst>
          </a:prstGeom>
          <a:solidFill>
            <a:srgbClr val="B1FF37"/>
          </a:solidFill>
          <a:ln w="12700">
            <a:solidFill>
              <a:srgbClr val="B1FF37"/>
            </a:solidFill>
            <a:prstDash val="solid"/>
          </a:ln>
        </p:spPr>
      </p:sp>
      <p:sp>
        <p:nvSpPr>
          <p:cNvPr id="39" name="Text 36"/>
          <p:cNvSpPr txBox="1"/>
          <p:nvPr/>
        </p:nvSpPr>
        <p:spPr>
          <a:xfrm>
            <a:off x="8961120" y="4572000"/>
            <a:ext cx="2560320" cy="457200"/>
          </a:xfrm>
          <a:prstGeom prst="rect">
            <a:avLst/>
          </a:prstGeom>
          <a:noFill/>
          <a:ln/>
        </p:spPr>
        <p:txBody>
          <a:bodyPr wrap="square" lIns="0" tIns="0" rIns="0" bIns="0" rtlCol="0" anchor="ctr"/>
          <a:lstStyle/>
          <a:p>
            <a:pPr algn="ctr" indent="0" marL="0">
              <a:buNone/>
            </a:pPr>
            <a:r>
              <a:rPr lang="en-US" sz="1400" b="1" dirty="0">
                <a:solidFill>
                  <a:srgbClr val="0E1F0C"/>
                </a:solidFill>
                <a:latin typeface="Poppins" pitchFamily="34" charset="0"/>
                <a:ea typeface="Poppins" pitchFamily="34" charset="-122"/>
                <a:cs typeface="Poppins" pitchFamily="34" charset="-120"/>
              </a:rPr>
              <a:t>neue Spalten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Anna leiht drei Bücher aus</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Dreimal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„Anna Huber“</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und dreimal „2b“.</a:t>
            </a:r>
            <a:endParaRPr lang="en-US" sz="4000" dirty="0"/>
          </a:p>
        </p:txBody>
      </p:sp>
      <p:sp>
        <p:nvSpPr>
          <p:cNvPr id="5" name="Shape 2"/>
          <p:cNvSpPr/>
          <p:nvPr/>
        </p:nvSpPr>
        <p:spPr>
          <a:xfrm>
            <a:off x="6583680" y="1280160"/>
            <a:ext cx="822960" cy="685800"/>
          </a:xfrm>
          <a:prstGeom prst="rect">
            <a:avLst/>
          </a:prstGeom>
          <a:solidFill>
            <a:srgbClr val="12301A"/>
          </a:solidFill>
          <a:ln w="12700">
            <a:solidFill>
              <a:srgbClr val="B8D98A"/>
            </a:solidFill>
            <a:prstDash val="solid"/>
          </a:ln>
        </p:spPr>
      </p:sp>
      <p:sp>
        <p:nvSpPr>
          <p:cNvPr id="6" name="Text 3"/>
          <p:cNvSpPr txBox="1"/>
          <p:nvPr/>
        </p:nvSpPr>
        <p:spPr>
          <a:xfrm>
            <a:off x="6656832" y="1280160"/>
            <a:ext cx="71323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Nr.</a:t>
            </a:r>
            <a:endParaRPr lang="en-US" sz="1200" dirty="0"/>
          </a:p>
        </p:txBody>
      </p:sp>
      <p:sp>
        <p:nvSpPr>
          <p:cNvPr id="7" name="Shape 4"/>
          <p:cNvSpPr/>
          <p:nvPr/>
        </p:nvSpPr>
        <p:spPr>
          <a:xfrm>
            <a:off x="7406640" y="1280160"/>
            <a:ext cx="1280160" cy="685800"/>
          </a:xfrm>
          <a:prstGeom prst="rect">
            <a:avLst/>
          </a:prstGeom>
          <a:solidFill>
            <a:srgbClr val="12301A"/>
          </a:solidFill>
          <a:ln w="12700">
            <a:solidFill>
              <a:srgbClr val="B8D98A"/>
            </a:solidFill>
            <a:prstDash val="solid"/>
          </a:ln>
        </p:spPr>
      </p:sp>
      <p:sp>
        <p:nvSpPr>
          <p:cNvPr id="8" name="Text 5"/>
          <p:cNvSpPr txBox="1"/>
          <p:nvPr/>
        </p:nvSpPr>
        <p:spPr>
          <a:xfrm>
            <a:off x="7479792" y="1280160"/>
            <a:ext cx="117043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Titel</a:t>
            </a:r>
            <a:endParaRPr lang="en-US" sz="1200" dirty="0"/>
          </a:p>
        </p:txBody>
      </p:sp>
      <p:sp>
        <p:nvSpPr>
          <p:cNvPr id="9" name="Shape 6"/>
          <p:cNvSpPr/>
          <p:nvPr/>
        </p:nvSpPr>
        <p:spPr>
          <a:xfrm>
            <a:off x="8686800" y="1280160"/>
            <a:ext cx="1645920" cy="685800"/>
          </a:xfrm>
          <a:prstGeom prst="rect">
            <a:avLst/>
          </a:prstGeom>
          <a:solidFill>
            <a:srgbClr val="12301A"/>
          </a:solidFill>
          <a:ln w="12700">
            <a:solidFill>
              <a:srgbClr val="B8D98A"/>
            </a:solidFill>
            <a:prstDash val="solid"/>
          </a:ln>
        </p:spPr>
      </p:sp>
      <p:sp>
        <p:nvSpPr>
          <p:cNvPr id="10" name="Text 7"/>
          <p:cNvSpPr txBox="1"/>
          <p:nvPr/>
        </p:nvSpPr>
        <p:spPr>
          <a:xfrm>
            <a:off x="8759952" y="1280160"/>
            <a:ext cx="153619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 des Entlehners</a:t>
            </a:r>
            <a:endParaRPr lang="en-US" sz="1200" dirty="0"/>
          </a:p>
        </p:txBody>
      </p:sp>
      <p:sp>
        <p:nvSpPr>
          <p:cNvPr id="11" name="Shape 8"/>
          <p:cNvSpPr/>
          <p:nvPr/>
        </p:nvSpPr>
        <p:spPr>
          <a:xfrm>
            <a:off x="10332720" y="1280160"/>
            <a:ext cx="1188720" cy="685800"/>
          </a:xfrm>
          <a:prstGeom prst="rect">
            <a:avLst/>
          </a:prstGeom>
          <a:solidFill>
            <a:srgbClr val="12301A"/>
          </a:solidFill>
          <a:ln w="12700">
            <a:solidFill>
              <a:srgbClr val="B8D98A"/>
            </a:solidFill>
            <a:prstDash val="solid"/>
          </a:ln>
        </p:spPr>
      </p:sp>
      <p:sp>
        <p:nvSpPr>
          <p:cNvPr id="12" name="Text 9"/>
          <p:cNvSpPr txBox="1"/>
          <p:nvPr/>
        </p:nvSpPr>
        <p:spPr>
          <a:xfrm>
            <a:off x="10405872" y="1280160"/>
            <a:ext cx="1078992" cy="68580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Klasse</a:t>
            </a:r>
            <a:endParaRPr lang="en-US" sz="1200" dirty="0"/>
          </a:p>
        </p:txBody>
      </p:sp>
      <p:sp>
        <p:nvSpPr>
          <p:cNvPr id="13" name="Shape 10"/>
          <p:cNvSpPr/>
          <p:nvPr/>
        </p:nvSpPr>
        <p:spPr>
          <a:xfrm>
            <a:off x="6583680" y="1965960"/>
            <a:ext cx="822960" cy="685800"/>
          </a:xfrm>
          <a:prstGeom prst="rect">
            <a:avLst/>
          </a:prstGeom>
          <a:solidFill>
            <a:srgbClr val="FBFFF4"/>
          </a:solidFill>
          <a:ln w="12700">
            <a:solidFill>
              <a:srgbClr val="B8D98A"/>
            </a:solidFill>
            <a:prstDash val="solid"/>
          </a:ln>
        </p:spPr>
      </p:sp>
      <p:sp>
        <p:nvSpPr>
          <p:cNvPr id="14" name="Text 11"/>
          <p:cNvSpPr txBox="1"/>
          <p:nvPr/>
        </p:nvSpPr>
        <p:spPr>
          <a:xfrm>
            <a:off x="6656832" y="196596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15" name="Shape 12"/>
          <p:cNvSpPr/>
          <p:nvPr/>
        </p:nvSpPr>
        <p:spPr>
          <a:xfrm>
            <a:off x="7406640" y="1965960"/>
            <a:ext cx="1280160" cy="685800"/>
          </a:xfrm>
          <a:prstGeom prst="rect">
            <a:avLst/>
          </a:prstGeom>
          <a:solidFill>
            <a:srgbClr val="FBFFF4"/>
          </a:solidFill>
          <a:ln w="12700">
            <a:solidFill>
              <a:srgbClr val="B8D98A"/>
            </a:solidFill>
            <a:prstDash val="solid"/>
          </a:ln>
        </p:spPr>
      </p:sp>
      <p:sp>
        <p:nvSpPr>
          <p:cNvPr id="16" name="Text 13"/>
          <p:cNvSpPr txBox="1"/>
          <p:nvPr/>
        </p:nvSpPr>
        <p:spPr>
          <a:xfrm>
            <a:off x="7479792" y="196596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Der Drache</a:t>
            </a:r>
            <a:endParaRPr lang="en-US" sz="1200" dirty="0"/>
          </a:p>
        </p:txBody>
      </p:sp>
      <p:sp>
        <p:nvSpPr>
          <p:cNvPr id="17" name="Shape 14"/>
          <p:cNvSpPr/>
          <p:nvPr/>
        </p:nvSpPr>
        <p:spPr>
          <a:xfrm>
            <a:off x="8686800" y="1965960"/>
            <a:ext cx="1645920" cy="685800"/>
          </a:xfrm>
          <a:prstGeom prst="rect">
            <a:avLst/>
          </a:prstGeom>
          <a:solidFill>
            <a:srgbClr val="B1FF37"/>
          </a:solidFill>
          <a:ln w="12700">
            <a:solidFill>
              <a:srgbClr val="B8D98A"/>
            </a:solidFill>
            <a:prstDash val="solid"/>
          </a:ln>
        </p:spPr>
      </p:sp>
      <p:sp>
        <p:nvSpPr>
          <p:cNvPr id="18" name="Text 15"/>
          <p:cNvSpPr txBox="1"/>
          <p:nvPr/>
        </p:nvSpPr>
        <p:spPr>
          <a:xfrm>
            <a:off x="8759952" y="1965960"/>
            <a:ext cx="15361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19" name="Shape 16"/>
          <p:cNvSpPr/>
          <p:nvPr/>
        </p:nvSpPr>
        <p:spPr>
          <a:xfrm>
            <a:off x="10332720" y="1965960"/>
            <a:ext cx="1188720" cy="685800"/>
          </a:xfrm>
          <a:prstGeom prst="rect">
            <a:avLst/>
          </a:prstGeom>
          <a:solidFill>
            <a:srgbClr val="B1FF37"/>
          </a:solidFill>
          <a:ln w="12700">
            <a:solidFill>
              <a:srgbClr val="B8D98A"/>
            </a:solidFill>
            <a:prstDash val="solid"/>
          </a:ln>
        </p:spPr>
      </p:sp>
      <p:sp>
        <p:nvSpPr>
          <p:cNvPr id="20" name="Text 17"/>
          <p:cNvSpPr txBox="1"/>
          <p:nvPr/>
        </p:nvSpPr>
        <p:spPr>
          <a:xfrm>
            <a:off x="10405872" y="1965960"/>
            <a:ext cx="10789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21" name="Shape 18"/>
          <p:cNvSpPr/>
          <p:nvPr/>
        </p:nvSpPr>
        <p:spPr>
          <a:xfrm>
            <a:off x="6583680" y="2651760"/>
            <a:ext cx="822960" cy="685800"/>
          </a:xfrm>
          <a:prstGeom prst="rect">
            <a:avLst/>
          </a:prstGeom>
          <a:solidFill>
            <a:srgbClr val="FBFFF4"/>
          </a:solidFill>
          <a:ln w="12700">
            <a:solidFill>
              <a:srgbClr val="B8D98A"/>
            </a:solidFill>
            <a:prstDash val="solid"/>
          </a:ln>
        </p:spPr>
      </p:sp>
      <p:sp>
        <p:nvSpPr>
          <p:cNvPr id="22" name="Text 19"/>
          <p:cNvSpPr txBox="1"/>
          <p:nvPr/>
        </p:nvSpPr>
        <p:spPr>
          <a:xfrm>
            <a:off x="6656832" y="265176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23" name="Shape 20"/>
          <p:cNvSpPr/>
          <p:nvPr/>
        </p:nvSpPr>
        <p:spPr>
          <a:xfrm>
            <a:off x="7406640" y="2651760"/>
            <a:ext cx="1280160" cy="685800"/>
          </a:xfrm>
          <a:prstGeom prst="rect">
            <a:avLst/>
          </a:prstGeom>
          <a:solidFill>
            <a:srgbClr val="FBFFF4"/>
          </a:solidFill>
          <a:ln w="12700">
            <a:solidFill>
              <a:srgbClr val="B8D98A"/>
            </a:solidFill>
            <a:prstDash val="solid"/>
          </a:ln>
        </p:spPr>
      </p:sp>
      <p:sp>
        <p:nvSpPr>
          <p:cNvPr id="24" name="Text 21"/>
          <p:cNvSpPr txBox="1"/>
          <p:nvPr/>
        </p:nvSpPr>
        <p:spPr>
          <a:xfrm>
            <a:off x="7479792" y="265176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Das Geheimnis</a:t>
            </a:r>
            <a:endParaRPr lang="en-US" sz="1200" dirty="0"/>
          </a:p>
        </p:txBody>
      </p:sp>
      <p:sp>
        <p:nvSpPr>
          <p:cNvPr id="25" name="Shape 22"/>
          <p:cNvSpPr/>
          <p:nvPr/>
        </p:nvSpPr>
        <p:spPr>
          <a:xfrm>
            <a:off x="8686800" y="2651760"/>
            <a:ext cx="1645920" cy="685800"/>
          </a:xfrm>
          <a:prstGeom prst="rect">
            <a:avLst/>
          </a:prstGeom>
          <a:solidFill>
            <a:srgbClr val="B1FF37"/>
          </a:solidFill>
          <a:ln w="12700">
            <a:solidFill>
              <a:srgbClr val="B8D98A"/>
            </a:solidFill>
            <a:prstDash val="solid"/>
          </a:ln>
        </p:spPr>
      </p:sp>
      <p:sp>
        <p:nvSpPr>
          <p:cNvPr id="26" name="Text 23"/>
          <p:cNvSpPr txBox="1"/>
          <p:nvPr/>
        </p:nvSpPr>
        <p:spPr>
          <a:xfrm>
            <a:off x="8759952" y="2651760"/>
            <a:ext cx="15361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27" name="Shape 24"/>
          <p:cNvSpPr/>
          <p:nvPr/>
        </p:nvSpPr>
        <p:spPr>
          <a:xfrm>
            <a:off x="10332720" y="2651760"/>
            <a:ext cx="1188720" cy="685800"/>
          </a:xfrm>
          <a:prstGeom prst="rect">
            <a:avLst/>
          </a:prstGeom>
          <a:solidFill>
            <a:srgbClr val="B1FF37"/>
          </a:solidFill>
          <a:ln w="12700">
            <a:solidFill>
              <a:srgbClr val="B8D98A"/>
            </a:solidFill>
            <a:prstDash val="solid"/>
          </a:ln>
        </p:spPr>
      </p:sp>
      <p:sp>
        <p:nvSpPr>
          <p:cNvPr id="28" name="Text 25"/>
          <p:cNvSpPr txBox="1"/>
          <p:nvPr/>
        </p:nvSpPr>
        <p:spPr>
          <a:xfrm>
            <a:off x="10405872" y="2651760"/>
            <a:ext cx="10789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29" name="Shape 26"/>
          <p:cNvSpPr/>
          <p:nvPr/>
        </p:nvSpPr>
        <p:spPr>
          <a:xfrm>
            <a:off x="6583680" y="3337560"/>
            <a:ext cx="822960" cy="685800"/>
          </a:xfrm>
          <a:prstGeom prst="rect">
            <a:avLst/>
          </a:prstGeom>
          <a:solidFill>
            <a:srgbClr val="FBFFF4"/>
          </a:solidFill>
          <a:ln w="12700">
            <a:solidFill>
              <a:srgbClr val="B8D98A"/>
            </a:solidFill>
            <a:prstDash val="solid"/>
          </a:ln>
        </p:spPr>
      </p:sp>
      <p:sp>
        <p:nvSpPr>
          <p:cNvPr id="30" name="Text 27"/>
          <p:cNvSpPr txBox="1"/>
          <p:nvPr/>
        </p:nvSpPr>
        <p:spPr>
          <a:xfrm>
            <a:off x="6656832" y="3337560"/>
            <a:ext cx="7132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31" name="Shape 28"/>
          <p:cNvSpPr/>
          <p:nvPr/>
        </p:nvSpPr>
        <p:spPr>
          <a:xfrm>
            <a:off x="7406640" y="3337560"/>
            <a:ext cx="1280160" cy="685800"/>
          </a:xfrm>
          <a:prstGeom prst="rect">
            <a:avLst/>
          </a:prstGeom>
          <a:solidFill>
            <a:srgbClr val="FBFFF4"/>
          </a:solidFill>
          <a:ln w="12700">
            <a:solidFill>
              <a:srgbClr val="B8D98A"/>
            </a:solidFill>
            <a:prstDash val="solid"/>
          </a:ln>
        </p:spPr>
      </p:sp>
      <p:sp>
        <p:nvSpPr>
          <p:cNvPr id="32" name="Text 29"/>
          <p:cNvSpPr txBox="1"/>
          <p:nvPr/>
        </p:nvSpPr>
        <p:spPr>
          <a:xfrm>
            <a:off x="7479792" y="3337560"/>
            <a:ext cx="117043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Die Insel</a:t>
            </a:r>
            <a:endParaRPr lang="en-US" sz="1200" dirty="0"/>
          </a:p>
        </p:txBody>
      </p:sp>
      <p:sp>
        <p:nvSpPr>
          <p:cNvPr id="33" name="Shape 30"/>
          <p:cNvSpPr/>
          <p:nvPr/>
        </p:nvSpPr>
        <p:spPr>
          <a:xfrm>
            <a:off x="8686800" y="3337560"/>
            <a:ext cx="1645920" cy="685800"/>
          </a:xfrm>
          <a:prstGeom prst="rect">
            <a:avLst/>
          </a:prstGeom>
          <a:solidFill>
            <a:srgbClr val="B1FF37"/>
          </a:solidFill>
          <a:ln w="12700">
            <a:solidFill>
              <a:srgbClr val="B8D98A"/>
            </a:solidFill>
            <a:prstDash val="solid"/>
          </a:ln>
        </p:spPr>
      </p:sp>
      <p:sp>
        <p:nvSpPr>
          <p:cNvPr id="34" name="Text 31"/>
          <p:cNvSpPr txBox="1"/>
          <p:nvPr/>
        </p:nvSpPr>
        <p:spPr>
          <a:xfrm>
            <a:off x="8759952" y="3337560"/>
            <a:ext cx="15361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35" name="Shape 32"/>
          <p:cNvSpPr/>
          <p:nvPr/>
        </p:nvSpPr>
        <p:spPr>
          <a:xfrm>
            <a:off x="10332720" y="3337560"/>
            <a:ext cx="1188720" cy="685800"/>
          </a:xfrm>
          <a:prstGeom prst="rect">
            <a:avLst/>
          </a:prstGeom>
          <a:solidFill>
            <a:srgbClr val="B1FF37"/>
          </a:solidFill>
          <a:ln w="12700">
            <a:solidFill>
              <a:srgbClr val="B8D98A"/>
            </a:solidFill>
            <a:prstDash val="solid"/>
          </a:ln>
        </p:spPr>
      </p:sp>
      <p:sp>
        <p:nvSpPr>
          <p:cNvPr id="36" name="Text 33"/>
          <p:cNvSpPr txBox="1"/>
          <p:nvPr/>
        </p:nvSpPr>
        <p:spPr>
          <a:xfrm>
            <a:off x="10405872" y="3337560"/>
            <a:ext cx="1078992" cy="68580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37" name="Text 34"/>
          <p:cNvSpPr txBox="1"/>
          <p:nvPr/>
        </p:nvSpPr>
        <p:spPr>
          <a:xfrm>
            <a:off x="6583680" y="4663440"/>
            <a:ext cx="4937760" cy="54864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dieselbe Information, dreimal gespeichert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Das ist nicht gut</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800" dirty="0">
                <a:solidFill>
                  <a:srgbClr val="0E1F0C"/>
                </a:solidFill>
                <a:latin typeface="Poppins" pitchFamily="34" charset="0"/>
                <a:ea typeface="Poppins" pitchFamily="34" charset="-122"/>
                <a:cs typeface="Poppins" pitchFamily="34" charset="-120"/>
              </a:rPr>
              <a:t>Das hat mehrere </a:t>
            </a:r>
            <a:pPr indent="0" marL="0">
              <a:lnSpc>
                <a:spcPct val="105000"/>
              </a:lnSpc>
              <a:buNone/>
            </a:pPr>
            <a:r>
              <a:rPr lang="en-US" sz="4800" dirty="0">
                <a:solidFill>
                  <a:srgbClr val="26720A"/>
                </a:solidFill>
                <a:highlight>
                  <a:srgbClr val="B1FF37"/>
                </a:highlight>
                <a:latin typeface="Poppins" pitchFamily="34" charset="0"/>
                <a:ea typeface="Poppins" pitchFamily="34" charset="-122"/>
                <a:cs typeface="Poppins" pitchFamily="34" charset="-120"/>
              </a:rPr>
              <a:t>Nachteile.</a:t>
            </a:r>
            <a:endParaRPr lang="en-US" sz="4800" dirty="0"/>
          </a:p>
        </p:txBody>
      </p:sp>
      <p:sp>
        <p:nvSpPr>
          <p:cNvPr id="5" name="Shape 2"/>
          <p:cNvSpPr/>
          <p:nvPr/>
        </p:nvSpPr>
        <p:spPr>
          <a:xfrm>
            <a:off x="6583680" y="914400"/>
            <a:ext cx="4937760" cy="1417320"/>
          </a:xfrm>
          <a:prstGeom prst="roundRect">
            <a:avLst>
              <a:gd name="adj" fmla="val 9677"/>
            </a:avLst>
          </a:prstGeom>
          <a:solidFill>
            <a:srgbClr val="FBFFF4"/>
          </a:solidFill>
          <a:ln w="15875">
            <a:solidFill>
              <a:srgbClr val="B8D98A"/>
            </a:solidFill>
            <a:prstDash val="solid"/>
          </a:ln>
        </p:spPr>
      </p:sp>
      <p:sp>
        <p:nvSpPr>
          <p:cNvPr id="6" name="Shape 3"/>
          <p:cNvSpPr/>
          <p:nvPr/>
        </p:nvSpPr>
        <p:spPr>
          <a:xfrm>
            <a:off x="6995160" y="1211580"/>
            <a:ext cx="822960" cy="822960"/>
          </a:xfrm>
          <a:prstGeom prst="ellipse">
            <a:avLst/>
          </a:prstGeom>
          <a:solidFill>
            <a:srgbClr val="FF7A45"/>
          </a:solidFill>
          <a:ln w="12700">
            <a:solidFill>
              <a:srgbClr val="FF7A45"/>
            </a:solidFill>
            <a:prstDash val="solid"/>
          </a:ln>
        </p:spPr>
      </p:sp>
      <p:sp>
        <p:nvSpPr>
          <p:cNvPr id="7" name="Shape 4"/>
          <p:cNvSpPr/>
          <p:nvPr/>
        </p:nvSpPr>
        <p:spPr>
          <a:xfrm>
            <a:off x="7178040" y="1371600"/>
            <a:ext cx="457200" cy="457200"/>
          </a:xfrm>
          <a:prstGeom prst="mathMultiply">
            <a:avLst/>
          </a:prstGeom>
          <a:solidFill>
            <a:srgbClr val="FF7A45"/>
          </a:solidFill>
          <a:ln w="12700">
            <a:solidFill>
              <a:srgbClr val="FF7A45"/>
            </a:solidFill>
            <a:prstDash val="solid"/>
          </a:ln>
        </p:spPr>
      </p:sp>
      <p:sp>
        <p:nvSpPr>
          <p:cNvPr id="8" name="Text 5"/>
          <p:cNvSpPr txBox="1"/>
          <p:nvPr/>
        </p:nvSpPr>
        <p:spPr>
          <a:xfrm>
            <a:off x="8229600" y="914400"/>
            <a:ext cx="3108960" cy="141732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Nachteil 1</a:t>
            </a:r>
            <a:endParaRPr lang="en-US" sz="2400" dirty="0"/>
          </a:p>
        </p:txBody>
      </p:sp>
      <p:sp>
        <p:nvSpPr>
          <p:cNvPr id="9" name="Shape 6"/>
          <p:cNvSpPr/>
          <p:nvPr/>
        </p:nvSpPr>
        <p:spPr>
          <a:xfrm>
            <a:off x="6583680" y="2651760"/>
            <a:ext cx="4937760" cy="1417320"/>
          </a:xfrm>
          <a:prstGeom prst="roundRect">
            <a:avLst>
              <a:gd name="adj" fmla="val 9677"/>
            </a:avLst>
          </a:prstGeom>
          <a:solidFill>
            <a:srgbClr val="FBFFF4"/>
          </a:solidFill>
          <a:ln w="15875">
            <a:solidFill>
              <a:srgbClr val="B8D98A"/>
            </a:solidFill>
            <a:prstDash val="solid"/>
          </a:ln>
        </p:spPr>
      </p:sp>
      <p:sp>
        <p:nvSpPr>
          <p:cNvPr id="10" name="Shape 7"/>
          <p:cNvSpPr/>
          <p:nvPr/>
        </p:nvSpPr>
        <p:spPr>
          <a:xfrm>
            <a:off x="6995160" y="2948940"/>
            <a:ext cx="822960" cy="822960"/>
          </a:xfrm>
          <a:prstGeom prst="ellipse">
            <a:avLst/>
          </a:prstGeom>
          <a:solidFill>
            <a:srgbClr val="FF7A45"/>
          </a:solidFill>
          <a:ln w="12700">
            <a:solidFill>
              <a:srgbClr val="FF7A45"/>
            </a:solidFill>
            <a:prstDash val="solid"/>
          </a:ln>
        </p:spPr>
      </p:sp>
      <p:sp>
        <p:nvSpPr>
          <p:cNvPr id="11" name="Shape 8"/>
          <p:cNvSpPr/>
          <p:nvPr/>
        </p:nvSpPr>
        <p:spPr>
          <a:xfrm>
            <a:off x="7178040" y="3108960"/>
            <a:ext cx="457200" cy="457200"/>
          </a:xfrm>
          <a:prstGeom prst="mathMultiply">
            <a:avLst/>
          </a:prstGeom>
          <a:solidFill>
            <a:srgbClr val="FF7A45"/>
          </a:solidFill>
          <a:ln w="12700">
            <a:solidFill>
              <a:srgbClr val="FF7A45"/>
            </a:solidFill>
            <a:prstDash val="solid"/>
          </a:ln>
        </p:spPr>
      </p:sp>
      <p:sp>
        <p:nvSpPr>
          <p:cNvPr id="12" name="Text 9"/>
          <p:cNvSpPr txBox="1"/>
          <p:nvPr/>
        </p:nvSpPr>
        <p:spPr>
          <a:xfrm>
            <a:off x="8229600" y="2651760"/>
            <a:ext cx="3108960" cy="141732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Nachteil 2</a:t>
            </a:r>
            <a:endParaRPr lang="en-US" sz="2400" dirty="0"/>
          </a:p>
        </p:txBody>
      </p:sp>
      <p:sp>
        <p:nvSpPr>
          <p:cNvPr id="13" name="Shape 10"/>
          <p:cNvSpPr/>
          <p:nvPr/>
        </p:nvSpPr>
        <p:spPr>
          <a:xfrm>
            <a:off x="6583680" y="4389120"/>
            <a:ext cx="4937760" cy="1417320"/>
          </a:xfrm>
          <a:prstGeom prst="roundRect">
            <a:avLst>
              <a:gd name="adj" fmla="val 9677"/>
            </a:avLst>
          </a:prstGeom>
          <a:solidFill>
            <a:srgbClr val="FBFFF4"/>
          </a:solidFill>
          <a:ln w="15875">
            <a:solidFill>
              <a:srgbClr val="B8D98A"/>
            </a:solidFill>
            <a:prstDash val="solid"/>
          </a:ln>
        </p:spPr>
      </p:sp>
      <p:sp>
        <p:nvSpPr>
          <p:cNvPr id="14" name="Shape 11"/>
          <p:cNvSpPr/>
          <p:nvPr/>
        </p:nvSpPr>
        <p:spPr>
          <a:xfrm>
            <a:off x="6995160" y="4686300"/>
            <a:ext cx="822960" cy="822960"/>
          </a:xfrm>
          <a:prstGeom prst="ellipse">
            <a:avLst/>
          </a:prstGeom>
          <a:solidFill>
            <a:srgbClr val="FF7A45"/>
          </a:solidFill>
          <a:ln w="12700">
            <a:solidFill>
              <a:srgbClr val="FF7A45"/>
            </a:solidFill>
            <a:prstDash val="solid"/>
          </a:ln>
        </p:spPr>
      </p:sp>
      <p:sp>
        <p:nvSpPr>
          <p:cNvPr id="15" name="Shape 12"/>
          <p:cNvSpPr/>
          <p:nvPr/>
        </p:nvSpPr>
        <p:spPr>
          <a:xfrm>
            <a:off x="7178040" y="4846320"/>
            <a:ext cx="457200" cy="457200"/>
          </a:xfrm>
          <a:prstGeom prst="mathMultiply">
            <a:avLst/>
          </a:prstGeom>
          <a:solidFill>
            <a:srgbClr val="FF7A45"/>
          </a:solidFill>
          <a:ln w="12700">
            <a:solidFill>
              <a:srgbClr val="FF7A45"/>
            </a:solidFill>
            <a:prstDash val="solid"/>
          </a:ln>
        </p:spPr>
      </p:sp>
      <p:sp>
        <p:nvSpPr>
          <p:cNvPr id="16" name="Text 13"/>
          <p:cNvSpPr txBox="1"/>
          <p:nvPr/>
        </p:nvSpPr>
        <p:spPr>
          <a:xfrm>
            <a:off x="8229600" y="4389120"/>
            <a:ext cx="3108960" cy="141732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Nachteil 3</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Nachteil 1</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0E1F0C"/>
                </a:solidFill>
                <a:latin typeface="Poppins" pitchFamily="34" charset="0"/>
                <a:ea typeface="Poppins" pitchFamily="34" charset="-122"/>
                <a:cs typeface="Poppins" pitchFamily="34" charset="-120"/>
              </a:rPr>
              <a:t>Wir </a:t>
            </a:r>
            <a:pPr indent="0" marL="0">
              <a:lnSpc>
                <a:spcPct val="105000"/>
              </a:lnSpc>
              <a:buNone/>
            </a:pPr>
            <a:r>
              <a:rPr lang="en-US" sz="4400" dirty="0">
                <a:solidFill>
                  <a:srgbClr val="26720A"/>
                </a:solidFill>
                <a:highlight>
                  <a:srgbClr val="B1FF37"/>
                </a:highlight>
                <a:latin typeface="Poppins" pitchFamily="34" charset="0"/>
                <a:ea typeface="Poppins" pitchFamily="34" charset="-122"/>
                <a:cs typeface="Poppins" pitchFamily="34" charset="-120"/>
              </a:rPr>
              <a:t>verschwenden Platz.</a:t>
            </a:r>
            <a:endParaRPr lang="en-US" sz="44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Dieselbe Information wird mehrfach gespeichert.</a:t>
            </a:r>
            <a:endParaRPr lang="en-US" sz="1800" dirty="0"/>
          </a:p>
        </p:txBody>
      </p:sp>
      <p:sp>
        <p:nvSpPr>
          <p:cNvPr id="6" name="Shape 3"/>
          <p:cNvSpPr/>
          <p:nvPr/>
        </p:nvSpPr>
        <p:spPr>
          <a:xfrm>
            <a:off x="7223760" y="1737360"/>
            <a:ext cx="3657600" cy="1371600"/>
          </a:xfrm>
          <a:prstGeom prst="roundRect">
            <a:avLst>
              <a:gd name="adj" fmla="val 10000"/>
            </a:avLst>
          </a:prstGeom>
          <a:solidFill>
            <a:srgbClr val="FBFFF4"/>
          </a:solidFill>
          <a:ln w="15875">
            <a:solidFill>
              <a:srgbClr val="B8D98A"/>
            </a:solidFill>
            <a:prstDash val="solid"/>
          </a:ln>
        </p:spPr>
      </p:sp>
      <p:sp>
        <p:nvSpPr>
          <p:cNvPr id="7" name="Shape 4"/>
          <p:cNvSpPr/>
          <p:nvPr/>
        </p:nvSpPr>
        <p:spPr>
          <a:xfrm>
            <a:off x="7406640" y="2011680"/>
            <a:ext cx="2103120" cy="822960"/>
          </a:xfrm>
          <a:prstGeom prst="roundRect">
            <a:avLst>
              <a:gd name="adj" fmla="val 13333"/>
            </a:avLst>
          </a:prstGeom>
          <a:solidFill>
            <a:srgbClr val="DDF3B8"/>
          </a:solidFill>
          <a:ln w="12700">
            <a:solidFill>
              <a:srgbClr val="DDF3B8"/>
            </a:solidFill>
            <a:prstDash val="solid"/>
          </a:ln>
        </p:spPr>
      </p:sp>
      <p:sp>
        <p:nvSpPr>
          <p:cNvPr id="8" name="Text 5"/>
          <p:cNvSpPr txBox="1"/>
          <p:nvPr/>
        </p:nvSpPr>
        <p:spPr>
          <a:xfrm>
            <a:off x="7406640" y="2011680"/>
            <a:ext cx="210312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9" name="Shape 6"/>
          <p:cNvSpPr/>
          <p:nvPr/>
        </p:nvSpPr>
        <p:spPr>
          <a:xfrm>
            <a:off x="9646920" y="2011680"/>
            <a:ext cx="1097280" cy="822960"/>
          </a:xfrm>
          <a:prstGeom prst="roundRect">
            <a:avLst>
              <a:gd name="adj" fmla="val 13333"/>
            </a:avLst>
          </a:prstGeom>
          <a:solidFill>
            <a:srgbClr val="DDF3B8"/>
          </a:solidFill>
          <a:ln w="12700">
            <a:solidFill>
              <a:srgbClr val="DDF3B8"/>
            </a:solidFill>
            <a:prstDash val="solid"/>
          </a:ln>
        </p:spPr>
      </p:sp>
      <p:sp>
        <p:nvSpPr>
          <p:cNvPr id="10" name="Text 7"/>
          <p:cNvSpPr txBox="1"/>
          <p:nvPr/>
        </p:nvSpPr>
        <p:spPr>
          <a:xfrm>
            <a:off x="9646920" y="2011680"/>
            <a:ext cx="109728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2b</a:t>
            </a:r>
            <a:endParaRPr lang="en-US" sz="1700" dirty="0"/>
          </a:p>
        </p:txBody>
      </p:sp>
      <p:sp>
        <p:nvSpPr>
          <p:cNvPr id="11" name="Shape 8"/>
          <p:cNvSpPr/>
          <p:nvPr/>
        </p:nvSpPr>
        <p:spPr>
          <a:xfrm>
            <a:off x="6903720" y="1417320"/>
            <a:ext cx="3657600" cy="1371600"/>
          </a:xfrm>
          <a:prstGeom prst="roundRect">
            <a:avLst>
              <a:gd name="adj" fmla="val 10000"/>
            </a:avLst>
          </a:prstGeom>
          <a:solidFill>
            <a:srgbClr val="FBFFF4"/>
          </a:solidFill>
          <a:ln w="15875">
            <a:solidFill>
              <a:srgbClr val="B8D98A"/>
            </a:solidFill>
            <a:prstDash val="solid"/>
          </a:ln>
        </p:spPr>
      </p:sp>
      <p:sp>
        <p:nvSpPr>
          <p:cNvPr id="12" name="Shape 9"/>
          <p:cNvSpPr/>
          <p:nvPr/>
        </p:nvSpPr>
        <p:spPr>
          <a:xfrm>
            <a:off x="7086600" y="1691640"/>
            <a:ext cx="2103120" cy="822960"/>
          </a:xfrm>
          <a:prstGeom prst="roundRect">
            <a:avLst>
              <a:gd name="adj" fmla="val 13333"/>
            </a:avLst>
          </a:prstGeom>
          <a:solidFill>
            <a:srgbClr val="DDF3B8"/>
          </a:solidFill>
          <a:ln w="12700">
            <a:solidFill>
              <a:srgbClr val="DDF3B8"/>
            </a:solidFill>
            <a:prstDash val="solid"/>
          </a:ln>
        </p:spPr>
      </p:sp>
      <p:sp>
        <p:nvSpPr>
          <p:cNvPr id="13" name="Text 10"/>
          <p:cNvSpPr txBox="1"/>
          <p:nvPr/>
        </p:nvSpPr>
        <p:spPr>
          <a:xfrm>
            <a:off x="7086600" y="1691640"/>
            <a:ext cx="210312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14" name="Shape 11"/>
          <p:cNvSpPr/>
          <p:nvPr/>
        </p:nvSpPr>
        <p:spPr>
          <a:xfrm>
            <a:off x="9326880" y="1691640"/>
            <a:ext cx="1097280" cy="822960"/>
          </a:xfrm>
          <a:prstGeom prst="roundRect">
            <a:avLst>
              <a:gd name="adj" fmla="val 13333"/>
            </a:avLst>
          </a:prstGeom>
          <a:solidFill>
            <a:srgbClr val="DDF3B8"/>
          </a:solidFill>
          <a:ln w="12700">
            <a:solidFill>
              <a:srgbClr val="DDF3B8"/>
            </a:solidFill>
            <a:prstDash val="solid"/>
          </a:ln>
        </p:spPr>
      </p:sp>
      <p:sp>
        <p:nvSpPr>
          <p:cNvPr id="15" name="Text 12"/>
          <p:cNvSpPr txBox="1"/>
          <p:nvPr/>
        </p:nvSpPr>
        <p:spPr>
          <a:xfrm>
            <a:off x="9326880" y="1691640"/>
            <a:ext cx="109728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2b</a:t>
            </a:r>
            <a:endParaRPr lang="en-US" sz="1700" dirty="0"/>
          </a:p>
        </p:txBody>
      </p:sp>
      <p:sp>
        <p:nvSpPr>
          <p:cNvPr id="16" name="Shape 13"/>
          <p:cNvSpPr/>
          <p:nvPr/>
        </p:nvSpPr>
        <p:spPr>
          <a:xfrm>
            <a:off x="6583680" y="1097280"/>
            <a:ext cx="3657600" cy="1371600"/>
          </a:xfrm>
          <a:prstGeom prst="roundRect">
            <a:avLst>
              <a:gd name="adj" fmla="val 10000"/>
            </a:avLst>
          </a:prstGeom>
          <a:solidFill>
            <a:srgbClr val="FBFFF4"/>
          </a:solidFill>
          <a:ln w="15875">
            <a:solidFill>
              <a:srgbClr val="B8D98A"/>
            </a:solidFill>
            <a:prstDash val="solid"/>
          </a:ln>
        </p:spPr>
      </p:sp>
      <p:sp>
        <p:nvSpPr>
          <p:cNvPr id="17" name="Shape 14"/>
          <p:cNvSpPr/>
          <p:nvPr/>
        </p:nvSpPr>
        <p:spPr>
          <a:xfrm>
            <a:off x="6766560" y="1371600"/>
            <a:ext cx="2103120" cy="822960"/>
          </a:xfrm>
          <a:prstGeom prst="roundRect">
            <a:avLst>
              <a:gd name="adj" fmla="val 13333"/>
            </a:avLst>
          </a:prstGeom>
          <a:solidFill>
            <a:srgbClr val="B1FF37"/>
          </a:solidFill>
          <a:ln w="12700">
            <a:solidFill>
              <a:srgbClr val="B1FF37"/>
            </a:solidFill>
            <a:prstDash val="solid"/>
          </a:ln>
        </p:spPr>
      </p:sp>
      <p:sp>
        <p:nvSpPr>
          <p:cNvPr id="18" name="Text 15"/>
          <p:cNvSpPr txBox="1"/>
          <p:nvPr/>
        </p:nvSpPr>
        <p:spPr>
          <a:xfrm>
            <a:off x="6766560" y="1371600"/>
            <a:ext cx="210312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19" name="Shape 16"/>
          <p:cNvSpPr/>
          <p:nvPr/>
        </p:nvSpPr>
        <p:spPr>
          <a:xfrm>
            <a:off x="9006840" y="1371600"/>
            <a:ext cx="1097280" cy="822960"/>
          </a:xfrm>
          <a:prstGeom prst="roundRect">
            <a:avLst>
              <a:gd name="adj" fmla="val 13333"/>
            </a:avLst>
          </a:prstGeom>
          <a:solidFill>
            <a:srgbClr val="B1FF37"/>
          </a:solidFill>
          <a:ln w="12700">
            <a:solidFill>
              <a:srgbClr val="B1FF37"/>
            </a:solidFill>
            <a:prstDash val="solid"/>
          </a:ln>
        </p:spPr>
      </p:sp>
      <p:sp>
        <p:nvSpPr>
          <p:cNvPr id="20" name="Text 17"/>
          <p:cNvSpPr txBox="1"/>
          <p:nvPr/>
        </p:nvSpPr>
        <p:spPr>
          <a:xfrm>
            <a:off x="9006840" y="1371600"/>
            <a:ext cx="1097280" cy="82296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2b</a:t>
            </a:r>
            <a:endParaRPr lang="en-US" sz="1700" dirty="0"/>
          </a:p>
        </p:txBody>
      </p:sp>
      <p:sp>
        <p:nvSpPr>
          <p:cNvPr id="21" name="Shape 18"/>
          <p:cNvSpPr/>
          <p:nvPr/>
        </p:nvSpPr>
        <p:spPr>
          <a:xfrm>
            <a:off x="7498080" y="4480560"/>
            <a:ext cx="2926080" cy="548640"/>
          </a:xfrm>
          <a:prstGeom prst="roundRect">
            <a:avLst>
              <a:gd name="adj" fmla="val 13333"/>
            </a:avLst>
          </a:prstGeom>
          <a:solidFill>
            <a:srgbClr val="12301A"/>
          </a:solidFill>
          <a:ln w="12700">
            <a:solidFill>
              <a:srgbClr val="12301A"/>
            </a:solidFill>
            <a:prstDash val="solid"/>
          </a:ln>
        </p:spPr>
      </p:sp>
      <p:sp>
        <p:nvSpPr>
          <p:cNvPr id="22" name="Text 19"/>
          <p:cNvSpPr txBox="1"/>
          <p:nvPr/>
        </p:nvSpPr>
        <p:spPr>
          <a:xfrm>
            <a:off x="7498080" y="4480560"/>
            <a:ext cx="2926080" cy="548640"/>
          </a:xfrm>
          <a:prstGeom prst="rect">
            <a:avLst/>
          </a:prstGeom>
          <a:noFill/>
          <a:ln/>
        </p:spPr>
        <p:txBody>
          <a:bodyPr wrap="square" lIns="0" tIns="0" rIns="0" bIns="0" rtlCol="0" anchor="ctr"/>
          <a:lstStyle/>
          <a:p>
            <a:pPr algn="ctr" indent="0" marL="0">
              <a:buNone/>
            </a:pPr>
            <a:r>
              <a:rPr lang="en-US" sz="1700" b="1" dirty="0">
                <a:solidFill>
                  <a:srgbClr val="B1FF37"/>
                </a:solidFill>
                <a:latin typeface="Poppins" pitchFamily="34" charset="0"/>
                <a:ea typeface="Poppins" pitchFamily="34" charset="-122"/>
                <a:cs typeface="Poppins" pitchFamily="34" charset="-120"/>
              </a:rPr>
              <a:t>3 × gespeichert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Nachteil 2</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Es schleichen sich </a:t>
            </a:r>
            <a:pPr indent="0" marL="0">
              <a:lnSpc>
                <a:spcPct val="105000"/>
              </a:lnSpc>
              <a:buNone/>
            </a:pPr>
            <a:r>
              <a:rPr lang="en-US" sz="4200" dirty="0">
                <a:solidFill>
                  <a:srgbClr val="26720A"/>
                </a:solidFill>
                <a:highlight>
                  <a:srgbClr val="B1FF37"/>
                </a:highlight>
                <a:latin typeface="Poppins" pitchFamily="34" charset="0"/>
                <a:ea typeface="Poppins" pitchFamily="34" charset="-122"/>
                <a:cs typeface="Poppins" pitchFamily="34" charset="-120"/>
              </a:rPr>
              <a:t>Tippfehler</a:t>
            </a:r>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 ein.</a:t>
            </a:r>
            <a:endParaRPr lang="en-US" sz="42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Für den Computer sind das drei verschiedene Personen.</a:t>
            </a:r>
            <a:endParaRPr lang="en-US" sz="1800" dirty="0"/>
          </a:p>
        </p:txBody>
      </p:sp>
      <p:sp>
        <p:nvSpPr>
          <p:cNvPr id="6" name="Shape 3"/>
          <p:cNvSpPr/>
          <p:nvPr/>
        </p:nvSpPr>
        <p:spPr>
          <a:xfrm>
            <a:off x="6583680" y="914400"/>
            <a:ext cx="4937760" cy="1371600"/>
          </a:xfrm>
          <a:prstGeom prst="roundRect">
            <a:avLst>
              <a:gd name="adj" fmla="val 10000"/>
            </a:avLst>
          </a:prstGeom>
          <a:solidFill>
            <a:srgbClr val="FBFFF4"/>
          </a:solidFill>
          <a:ln w="15875">
            <a:solidFill>
              <a:srgbClr val="B8D98A"/>
            </a:solidFill>
            <a:prstDash val="solid"/>
          </a:ln>
        </p:spPr>
      </p:sp>
      <p:sp>
        <p:nvSpPr>
          <p:cNvPr id="7" name="Shape 4"/>
          <p:cNvSpPr/>
          <p:nvPr/>
        </p:nvSpPr>
        <p:spPr>
          <a:xfrm>
            <a:off x="7109460" y="1143000"/>
            <a:ext cx="411480" cy="411480"/>
          </a:xfrm>
          <a:prstGeom prst="ellipse">
            <a:avLst/>
          </a:prstGeom>
          <a:solidFill>
            <a:srgbClr val="12301A"/>
          </a:solidFill>
          <a:ln w="12700">
            <a:solidFill>
              <a:srgbClr val="12301A"/>
            </a:solidFill>
            <a:prstDash val="solid"/>
          </a:ln>
        </p:spPr>
      </p:sp>
      <p:sp>
        <p:nvSpPr>
          <p:cNvPr id="8" name="Shape 5"/>
          <p:cNvSpPr/>
          <p:nvPr/>
        </p:nvSpPr>
        <p:spPr>
          <a:xfrm>
            <a:off x="6903720" y="1620317"/>
            <a:ext cx="822960" cy="510235"/>
          </a:xfrm>
          <a:prstGeom prst="roundRect">
            <a:avLst>
              <a:gd name="adj" fmla="val 45161"/>
            </a:avLst>
          </a:prstGeom>
          <a:solidFill>
            <a:srgbClr val="12301A"/>
          </a:solidFill>
          <a:ln w="12700">
            <a:solidFill>
              <a:srgbClr val="12301A"/>
            </a:solidFill>
            <a:prstDash val="solid"/>
          </a:ln>
        </p:spPr>
      </p:sp>
      <p:sp>
        <p:nvSpPr>
          <p:cNvPr id="9" name="Shape 6"/>
          <p:cNvSpPr/>
          <p:nvPr/>
        </p:nvSpPr>
        <p:spPr>
          <a:xfrm>
            <a:off x="8229600" y="1234440"/>
            <a:ext cx="3108960" cy="731520"/>
          </a:xfrm>
          <a:prstGeom prst="roundRect">
            <a:avLst>
              <a:gd name="adj" fmla="val 15000"/>
            </a:avLst>
          </a:prstGeom>
          <a:solidFill>
            <a:srgbClr val="B1FF37"/>
          </a:solidFill>
          <a:ln w="12700">
            <a:solidFill>
              <a:srgbClr val="B1FF37"/>
            </a:solidFill>
            <a:prstDash val="solid"/>
          </a:ln>
        </p:spPr>
      </p:sp>
      <p:sp>
        <p:nvSpPr>
          <p:cNvPr id="10" name="Text 7"/>
          <p:cNvSpPr txBox="1"/>
          <p:nvPr/>
        </p:nvSpPr>
        <p:spPr>
          <a:xfrm>
            <a:off x="8229600" y="1234440"/>
            <a:ext cx="3108960" cy="731520"/>
          </a:xfrm>
          <a:prstGeom prst="rect">
            <a:avLst/>
          </a:prstGeom>
          <a:noFill/>
          <a:ln/>
        </p:spPr>
        <p:txBody>
          <a:bodyPr wrap="square" lIns="0" tIns="0" rIns="0" bIns="0" rtlCol="0" anchor="ctr"/>
          <a:lstStyle/>
          <a:p>
            <a:pPr algn="ctr" indent="0" marL="0">
              <a:buNone/>
            </a:pPr>
            <a:r>
              <a:rPr lang="en-US" sz="1900" b="1" dirty="0">
                <a:solidFill>
                  <a:srgbClr val="0E1F0C"/>
                </a:solidFill>
                <a:latin typeface="Poppins" pitchFamily="34" charset="0"/>
                <a:ea typeface="Poppins" pitchFamily="34" charset="-122"/>
                <a:cs typeface="Poppins" pitchFamily="34" charset="-120"/>
              </a:rPr>
              <a:t>Anna Huber</a:t>
            </a:r>
            <a:endParaRPr lang="en-US" sz="1900" dirty="0"/>
          </a:p>
        </p:txBody>
      </p:sp>
      <p:sp>
        <p:nvSpPr>
          <p:cNvPr id="11" name="Shape 8"/>
          <p:cNvSpPr/>
          <p:nvPr/>
        </p:nvSpPr>
        <p:spPr>
          <a:xfrm>
            <a:off x="6583680" y="2560320"/>
            <a:ext cx="4937760" cy="1371600"/>
          </a:xfrm>
          <a:prstGeom prst="roundRect">
            <a:avLst>
              <a:gd name="adj" fmla="val 10000"/>
            </a:avLst>
          </a:prstGeom>
          <a:solidFill>
            <a:srgbClr val="FBFFF4"/>
          </a:solidFill>
          <a:ln w="15875">
            <a:solidFill>
              <a:srgbClr val="B8D98A"/>
            </a:solidFill>
            <a:prstDash val="solid"/>
          </a:ln>
        </p:spPr>
      </p:sp>
      <p:sp>
        <p:nvSpPr>
          <p:cNvPr id="12" name="Shape 9"/>
          <p:cNvSpPr/>
          <p:nvPr/>
        </p:nvSpPr>
        <p:spPr>
          <a:xfrm>
            <a:off x="7109460" y="2788920"/>
            <a:ext cx="411480" cy="411480"/>
          </a:xfrm>
          <a:prstGeom prst="ellipse">
            <a:avLst/>
          </a:prstGeom>
          <a:solidFill>
            <a:srgbClr val="26720A"/>
          </a:solidFill>
          <a:ln w="12700">
            <a:solidFill>
              <a:srgbClr val="26720A"/>
            </a:solidFill>
            <a:prstDash val="solid"/>
          </a:ln>
        </p:spPr>
      </p:sp>
      <p:sp>
        <p:nvSpPr>
          <p:cNvPr id="13" name="Shape 10"/>
          <p:cNvSpPr/>
          <p:nvPr/>
        </p:nvSpPr>
        <p:spPr>
          <a:xfrm>
            <a:off x="6903720" y="3266237"/>
            <a:ext cx="822960" cy="510235"/>
          </a:xfrm>
          <a:prstGeom prst="roundRect">
            <a:avLst>
              <a:gd name="adj" fmla="val 45161"/>
            </a:avLst>
          </a:prstGeom>
          <a:solidFill>
            <a:srgbClr val="26720A"/>
          </a:solidFill>
          <a:ln w="12700">
            <a:solidFill>
              <a:srgbClr val="26720A"/>
            </a:solidFill>
            <a:prstDash val="solid"/>
          </a:ln>
        </p:spPr>
      </p:sp>
      <p:sp>
        <p:nvSpPr>
          <p:cNvPr id="14" name="Shape 11"/>
          <p:cNvSpPr/>
          <p:nvPr/>
        </p:nvSpPr>
        <p:spPr>
          <a:xfrm>
            <a:off x="8229600" y="2880360"/>
            <a:ext cx="3108960" cy="731520"/>
          </a:xfrm>
          <a:prstGeom prst="roundRect">
            <a:avLst>
              <a:gd name="adj" fmla="val 15000"/>
            </a:avLst>
          </a:prstGeom>
          <a:solidFill>
            <a:srgbClr val="DDF3B8"/>
          </a:solidFill>
          <a:ln w="12700">
            <a:solidFill>
              <a:srgbClr val="DDF3B8"/>
            </a:solidFill>
            <a:prstDash val="solid"/>
          </a:ln>
        </p:spPr>
      </p:sp>
      <p:sp>
        <p:nvSpPr>
          <p:cNvPr id="15" name="Text 12"/>
          <p:cNvSpPr txBox="1"/>
          <p:nvPr/>
        </p:nvSpPr>
        <p:spPr>
          <a:xfrm>
            <a:off x="8229600" y="2880360"/>
            <a:ext cx="3108960" cy="731520"/>
          </a:xfrm>
          <a:prstGeom prst="rect">
            <a:avLst/>
          </a:prstGeom>
          <a:noFill/>
          <a:ln/>
        </p:spPr>
        <p:txBody>
          <a:bodyPr wrap="square" lIns="0" tIns="0" rIns="0" bIns="0" rtlCol="0" anchor="ctr"/>
          <a:lstStyle/>
          <a:p>
            <a:pPr algn="ctr" indent="0" marL="0">
              <a:buNone/>
            </a:pPr>
            <a:r>
              <a:rPr lang="en-US" sz="1900" b="1" dirty="0">
                <a:solidFill>
                  <a:srgbClr val="0E1F0C"/>
                </a:solidFill>
                <a:latin typeface="Poppins" pitchFamily="34" charset="0"/>
                <a:ea typeface="Poppins" pitchFamily="34" charset="-122"/>
                <a:cs typeface="Poppins" pitchFamily="34" charset="-120"/>
              </a:rPr>
              <a:t>Anna Hubr</a:t>
            </a:r>
            <a:endParaRPr lang="en-US" sz="1900" dirty="0"/>
          </a:p>
        </p:txBody>
      </p:sp>
      <p:sp>
        <p:nvSpPr>
          <p:cNvPr id="16" name="Shape 13"/>
          <p:cNvSpPr/>
          <p:nvPr/>
        </p:nvSpPr>
        <p:spPr>
          <a:xfrm>
            <a:off x="6583680" y="4206240"/>
            <a:ext cx="4937760" cy="1371600"/>
          </a:xfrm>
          <a:prstGeom prst="roundRect">
            <a:avLst>
              <a:gd name="adj" fmla="val 10000"/>
            </a:avLst>
          </a:prstGeom>
          <a:solidFill>
            <a:srgbClr val="FBFFF4"/>
          </a:solidFill>
          <a:ln w="15875">
            <a:solidFill>
              <a:srgbClr val="B8D98A"/>
            </a:solidFill>
            <a:prstDash val="solid"/>
          </a:ln>
        </p:spPr>
      </p:sp>
      <p:sp>
        <p:nvSpPr>
          <p:cNvPr id="17" name="Shape 14"/>
          <p:cNvSpPr/>
          <p:nvPr/>
        </p:nvSpPr>
        <p:spPr>
          <a:xfrm>
            <a:off x="7109460" y="4434840"/>
            <a:ext cx="411480" cy="411480"/>
          </a:xfrm>
          <a:prstGeom prst="ellipse">
            <a:avLst/>
          </a:prstGeom>
          <a:solidFill>
            <a:srgbClr val="2F6B3E"/>
          </a:solidFill>
          <a:ln w="12700">
            <a:solidFill>
              <a:srgbClr val="2F6B3E"/>
            </a:solidFill>
            <a:prstDash val="solid"/>
          </a:ln>
        </p:spPr>
      </p:sp>
      <p:sp>
        <p:nvSpPr>
          <p:cNvPr id="18" name="Shape 15"/>
          <p:cNvSpPr/>
          <p:nvPr/>
        </p:nvSpPr>
        <p:spPr>
          <a:xfrm>
            <a:off x="6903720" y="4912157"/>
            <a:ext cx="822960" cy="510235"/>
          </a:xfrm>
          <a:prstGeom prst="roundRect">
            <a:avLst>
              <a:gd name="adj" fmla="val 45161"/>
            </a:avLst>
          </a:prstGeom>
          <a:solidFill>
            <a:srgbClr val="2F6B3E"/>
          </a:solidFill>
          <a:ln w="12700">
            <a:solidFill>
              <a:srgbClr val="2F6B3E"/>
            </a:solidFill>
            <a:prstDash val="solid"/>
          </a:ln>
        </p:spPr>
      </p:sp>
      <p:sp>
        <p:nvSpPr>
          <p:cNvPr id="19" name="Shape 16"/>
          <p:cNvSpPr/>
          <p:nvPr/>
        </p:nvSpPr>
        <p:spPr>
          <a:xfrm>
            <a:off x="8229600" y="4526280"/>
            <a:ext cx="3108960" cy="731520"/>
          </a:xfrm>
          <a:prstGeom prst="roundRect">
            <a:avLst>
              <a:gd name="adj" fmla="val 15000"/>
            </a:avLst>
          </a:prstGeom>
          <a:solidFill>
            <a:srgbClr val="DDF3B8"/>
          </a:solidFill>
          <a:ln w="12700">
            <a:solidFill>
              <a:srgbClr val="DDF3B8"/>
            </a:solidFill>
            <a:prstDash val="solid"/>
          </a:ln>
        </p:spPr>
      </p:sp>
      <p:sp>
        <p:nvSpPr>
          <p:cNvPr id="20" name="Text 17"/>
          <p:cNvSpPr txBox="1"/>
          <p:nvPr/>
        </p:nvSpPr>
        <p:spPr>
          <a:xfrm>
            <a:off x="8229600" y="4526280"/>
            <a:ext cx="3108960" cy="731520"/>
          </a:xfrm>
          <a:prstGeom prst="rect">
            <a:avLst/>
          </a:prstGeom>
          <a:noFill/>
          <a:ln/>
        </p:spPr>
        <p:txBody>
          <a:bodyPr wrap="square" lIns="0" tIns="0" rIns="0" bIns="0" rtlCol="0" anchor="ctr"/>
          <a:lstStyle/>
          <a:p>
            <a:pPr algn="ctr" indent="0" marL="0">
              <a:buNone/>
            </a:pPr>
            <a:r>
              <a:rPr lang="en-US" sz="1900" b="1" dirty="0">
                <a:solidFill>
                  <a:srgbClr val="0E1F0C"/>
                </a:solidFill>
                <a:latin typeface="Poppins" pitchFamily="34" charset="0"/>
                <a:ea typeface="Poppins" pitchFamily="34" charset="-122"/>
                <a:cs typeface="Poppins" pitchFamily="34" charset="-120"/>
              </a:rPr>
              <a:t>A. Huber</a:t>
            </a:r>
            <a:endParaRPr lang="en-US" sz="1900" dirty="0"/>
          </a:p>
        </p:txBody>
      </p:sp>
      <p:sp>
        <p:nvSpPr>
          <p:cNvPr id="21" name="Text 18"/>
          <p:cNvSpPr txBox="1"/>
          <p:nvPr/>
        </p:nvSpPr>
        <p:spPr>
          <a:xfrm>
            <a:off x="6583680" y="5394960"/>
            <a:ext cx="4937760" cy="640080"/>
          </a:xfrm>
          <a:prstGeom prst="rect">
            <a:avLst/>
          </a:prstGeom>
          <a:noFill/>
          <a:ln/>
        </p:spPr>
        <p:txBody>
          <a:bodyPr wrap="square" lIns="0" tIns="0" rIns="0" bIns="0" rtlCol="0" anchor="t"/>
          <a:lstStyle/>
          <a:p>
            <a:pPr algn="ctr" indent="0" marL="0">
              <a:buNone/>
            </a:pPr>
            <a:r>
              <a:rPr lang="en-US" sz="3400" b="1" dirty="0">
                <a:solidFill>
                  <a:srgbClr val="FF7A45"/>
                </a:solidFill>
                <a:latin typeface="Poppins" pitchFamily="34" charset="0"/>
                <a:ea typeface="Poppins" pitchFamily="34" charset="-122"/>
                <a:cs typeface="Poppins" pitchFamily="34" charset="-120"/>
              </a:rPr>
              <a:t>≠</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Nachteil 3</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Ändern wir die Klasse, müssen wir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dreimal ändern.</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Vergessen wir eine, stimmt die Datenbank nicht mehr.</a:t>
            </a:r>
            <a:endParaRPr lang="en-US" sz="1800" dirty="0"/>
          </a:p>
        </p:txBody>
      </p:sp>
      <p:sp>
        <p:nvSpPr>
          <p:cNvPr id="6" name="Shape 3"/>
          <p:cNvSpPr/>
          <p:nvPr/>
        </p:nvSpPr>
        <p:spPr>
          <a:xfrm>
            <a:off x="6583680" y="1097280"/>
            <a:ext cx="4937760" cy="1097280"/>
          </a:xfrm>
          <a:prstGeom prst="roundRect">
            <a:avLst>
              <a:gd name="adj" fmla="val 12500"/>
            </a:avLst>
          </a:prstGeom>
          <a:solidFill>
            <a:srgbClr val="FBFFF4"/>
          </a:solidFill>
          <a:ln w="15875">
            <a:solidFill>
              <a:srgbClr val="B8D98A"/>
            </a:solidFill>
            <a:prstDash val="solid"/>
          </a:ln>
        </p:spPr>
      </p:sp>
      <p:sp>
        <p:nvSpPr>
          <p:cNvPr id="7" name="Shape 4"/>
          <p:cNvSpPr/>
          <p:nvPr/>
        </p:nvSpPr>
        <p:spPr>
          <a:xfrm>
            <a:off x="6766560" y="1280160"/>
            <a:ext cx="2377440" cy="731520"/>
          </a:xfrm>
          <a:prstGeom prst="roundRect">
            <a:avLst>
              <a:gd name="adj" fmla="val 15000"/>
            </a:avLst>
          </a:prstGeom>
          <a:solidFill>
            <a:srgbClr val="DDF3B8"/>
          </a:solidFill>
          <a:ln w="12700">
            <a:solidFill>
              <a:srgbClr val="DDF3B8"/>
            </a:solidFill>
            <a:prstDash val="solid"/>
          </a:ln>
        </p:spPr>
      </p:sp>
      <p:sp>
        <p:nvSpPr>
          <p:cNvPr id="8" name="Text 5"/>
          <p:cNvSpPr txBox="1"/>
          <p:nvPr/>
        </p:nvSpPr>
        <p:spPr>
          <a:xfrm>
            <a:off x="6766560" y="1280160"/>
            <a:ext cx="2377440" cy="73152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9" name="Shape 6"/>
          <p:cNvSpPr/>
          <p:nvPr/>
        </p:nvSpPr>
        <p:spPr>
          <a:xfrm>
            <a:off x="9326880" y="1280160"/>
            <a:ext cx="1280160" cy="731520"/>
          </a:xfrm>
          <a:prstGeom prst="roundRect">
            <a:avLst>
              <a:gd name="adj" fmla="val 15000"/>
            </a:avLst>
          </a:prstGeom>
          <a:solidFill>
            <a:srgbClr val="B1FF37"/>
          </a:solidFill>
          <a:ln w="25400">
            <a:solidFill>
              <a:srgbClr val="B1FF37"/>
            </a:solidFill>
            <a:prstDash val="solid"/>
          </a:ln>
        </p:spPr>
      </p:sp>
      <p:sp>
        <p:nvSpPr>
          <p:cNvPr id="10" name="Text 7"/>
          <p:cNvSpPr txBox="1"/>
          <p:nvPr/>
        </p:nvSpPr>
        <p:spPr>
          <a:xfrm>
            <a:off x="9326880" y="1280160"/>
            <a:ext cx="1280160" cy="73152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3b</a:t>
            </a:r>
            <a:endParaRPr lang="en-US" sz="2000" dirty="0"/>
          </a:p>
        </p:txBody>
      </p:sp>
      <p:sp>
        <p:nvSpPr>
          <p:cNvPr id="11" name="Shape 8"/>
          <p:cNvSpPr/>
          <p:nvPr/>
        </p:nvSpPr>
        <p:spPr>
          <a:xfrm>
            <a:off x="6583680" y="2468880"/>
            <a:ext cx="4937760" cy="1097280"/>
          </a:xfrm>
          <a:prstGeom prst="roundRect">
            <a:avLst>
              <a:gd name="adj" fmla="val 12500"/>
            </a:avLst>
          </a:prstGeom>
          <a:solidFill>
            <a:srgbClr val="FBFFF4"/>
          </a:solidFill>
          <a:ln w="15875">
            <a:solidFill>
              <a:srgbClr val="B8D98A"/>
            </a:solidFill>
            <a:prstDash val="solid"/>
          </a:ln>
        </p:spPr>
      </p:sp>
      <p:sp>
        <p:nvSpPr>
          <p:cNvPr id="12" name="Shape 9"/>
          <p:cNvSpPr/>
          <p:nvPr/>
        </p:nvSpPr>
        <p:spPr>
          <a:xfrm>
            <a:off x="6766560" y="2651760"/>
            <a:ext cx="2377440" cy="731520"/>
          </a:xfrm>
          <a:prstGeom prst="roundRect">
            <a:avLst>
              <a:gd name="adj" fmla="val 15000"/>
            </a:avLst>
          </a:prstGeom>
          <a:solidFill>
            <a:srgbClr val="DDF3B8"/>
          </a:solidFill>
          <a:ln w="12700">
            <a:solidFill>
              <a:srgbClr val="DDF3B8"/>
            </a:solidFill>
            <a:prstDash val="solid"/>
          </a:ln>
        </p:spPr>
      </p:sp>
      <p:sp>
        <p:nvSpPr>
          <p:cNvPr id="13" name="Text 10"/>
          <p:cNvSpPr txBox="1"/>
          <p:nvPr/>
        </p:nvSpPr>
        <p:spPr>
          <a:xfrm>
            <a:off x="6766560" y="2651760"/>
            <a:ext cx="2377440" cy="73152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14" name="Shape 11"/>
          <p:cNvSpPr/>
          <p:nvPr/>
        </p:nvSpPr>
        <p:spPr>
          <a:xfrm>
            <a:off x="9326880" y="2651760"/>
            <a:ext cx="1280160" cy="731520"/>
          </a:xfrm>
          <a:prstGeom prst="roundRect">
            <a:avLst>
              <a:gd name="adj" fmla="val 15000"/>
            </a:avLst>
          </a:prstGeom>
          <a:solidFill>
            <a:srgbClr val="B1FF37"/>
          </a:solidFill>
          <a:ln w="25400">
            <a:solidFill>
              <a:srgbClr val="B1FF37"/>
            </a:solidFill>
            <a:prstDash val="solid"/>
          </a:ln>
        </p:spPr>
      </p:sp>
      <p:sp>
        <p:nvSpPr>
          <p:cNvPr id="15" name="Text 12"/>
          <p:cNvSpPr txBox="1"/>
          <p:nvPr/>
        </p:nvSpPr>
        <p:spPr>
          <a:xfrm>
            <a:off x="9326880" y="2651760"/>
            <a:ext cx="1280160" cy="73152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3b</a:t>
            </a:r>
            <a:endParaRPr lang="en-US" sz="2000" dirty="0"/>
          </a:p>
        </p:txBody>
      </p:sp>
      <p:sp>
        <p:nvSpPr>
          <p:cNvPr id="16" name="Shape 13"/>
          <p:cNvSpPr/>
          <p:nvPr/>
        </p:nvSpPr>
        <p:spPr>
          <a:xfrm>
            <a:off x="6583680" y="3840480"/>
            <a:ext cx="4937760" cy="1097280"/>
          </a:xfrm>
          <a:prstGeom prst="roundRect">
            <a:avLst>
              <a:gd name="adj" fmla="val 12500"/>
            </a:avLst>
          </a:prstGeom>
          <a:solidFill>
            <a:srgbClr val="FBFFF4"/>
          </a:solidFill>
          <a:ln w="15875">
            <a:solidFill>
              <a:srgbClr val="B8D98A"/>
            </a:solidFill>
            <a:prstDash val="solid"/>
          </a:ln>
        </p:spPr>
      </p:sp>
      <p:sp>
        <p:nvSpPr>
          <p:cNvPr id="17" name="Shape 14"/>
          <p:cNvSpPr/>
          <p:nvPr/>
        </p:nvSpPr>
        <p:spPr>
          <a:xfrm>
            <a:off x="6766560" y="4023360"/>
            <a:ext cx="2377440" cy="731520"/>
          </a:xfrm>
          <a:prstGeom prst="roundRect">
            <a:avLst>
              <a:gd name="adj" fmla="val 15000"/>
            </a:avLst>
          </a:prstGeom>
          <a:solidFill>
            <a:srgbClr val="DDF3B8"/>
          </a:solidFill>
          <a:ln w="12700">
            <a:solidFill>
              <a:srgbClr val="DDF3B8"/>
            </a:solidFill>
            <a:prstDash val="solid"/>
          </a:ln>
        </p:spPr>
      </p:sp>
      <p:sp>
        <p:nvSpPr>
          <p:cNvPr id="18" name="Text 15"/>
          <p:cNvSpPr txBox="1"/>
          <p:nvPr/>
        </p:nvSpPr>
        <p:spPr>
          <a:xfrm>
            <a:off x="6766560" y="4023360"/>
            <a:ext cx="2377440" cy="73152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Anna Huber</a:t>
            </a:r>
            <a:endParaRPr lang="en-US" sz="1700" dirty="0"/>
          </a:p>
        </p:txBody>
      </p:sp>
      <p:sp>
        <p:nvSpPr>
          <p:cNvPr id="19" name="Shape 16"/>
          <p:cNvSpPr/>
          <p:nvPr/>
        </p:nvSpPr>
        <p:spPr>
          <a:xfrm>
            <a:off x="9326880" y="4023360"/>
            <a:ext cx="1280160" cy="731520"/>
          </a:xfrm>
          <a:prstGeom prst="roundRect">
            <a:avLst>
              <a:gd name="adj" fmla="val 15000"/>
            </a:avLst>
          </a:prstGeom>
          <a:solidFill>
            <a:srgbClr val="FFD9C7"/>
          </a:solidFill>
          <a:ln w="25400">
            <a:solidFill>
              <a:srgbClr val="FF7A45"/>
            </a:solidFill>
            <a:prstDash val="solid"/>
          </a:ln>
        </p:spPr>
      </p:sp>
      <p:sp>
        <p:nvSpPr>
          <p:cNvPr id="20" name="Text 17"/>
          <p:cNvSpPr txBox="1"/>
          <p:nvPr/>
        </p:nvSpPr>
        <p:spPr>
          <a:xfrm>
            <a:off x="9326880" y="4023360"/>
            <a:ext cx="1280160" cy="73152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2b</a:t>
            </a:r>
            <a:endParaRPr lang="en-US" sz="2000" dirty="0"/>
          </a:p>
        </p:txBody>
      </p:sp>
      <p:sp>
        <p:nvSpPr>
          <p:cNvPr id="21" name="Shape 18"/>
          <p:cNvSpPr/>
          <p:nvPr/>
        </p:nvSpPr>
        <p:spPr>
          <a:xfrm>
            <a:off x="10744200" y="4206240"/>
            <a:ext cx="365760" cy="365760"/>
          </a:xfrm>
          <a:prstGeom prst="mathMultiply">
            <a:avLst/>
          </a:prstGeom>
          <a:solidFill>
            <a:srgbClr val="FF7A45"/>
          </a:solidFill>
          <a:ln w="12700">
            <a:solidFill>
              <a:srgbClr val="FF7A45"/>
            </a:solidFill>
            <a:prstDash val="solid"/>
          </a:ln>
        </p:spPr>
      </p:sp>
      <p:sp>
        <p:nvSpPr>
          <p:cNvPr id="22" name="Text 19"/>
          <p:cNvSpPr txBox="1"/>
          <p:nvPr/>
        </p:nvSpPr>
        <p:spPr>
          <a:xfrm>
            <a:off x="6583680" y="5303520"/>
            <a:ext cx="4937760" cy="457200"/>
          </a:xfrm>
          <a:prstGeom prst="rect">
            <a:avLst/>
          </a:prstGeom>
          <a:noFill/>
          <a:ln/>
        </p:spPr>
        <p:txBody>
          <a:bodyPr wrap="square" lIns="0" tIns="0" rIns="0" bIns="0" rtlCol="0" anchor="t"/>
          <a:lstStyle/>
          <a:p>
            <a:pPr indent="0" marL="0">
              <a:buNone/>
            </a:pPr>
            <a:r>
              <a:rPr lang="en-US" sz="1600" b="1" dirty="0">
                <a:solidFill>
                  <a:srgbClr val="FF7A45"/>
                </a:solidFill>
                <a:latin typeface="Poppins" pitchFamily="34" charset="0"/>
                <a:ea typeface="Poppins" pitchFamily="34" charset="-122"/>
                <a:cs typeface="Poppins" pitchFamily="34" charset="-120"/>
              </a:rPr>
              <a:t>eine Zeile vergessen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Redundanz</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Unnötige Wiederholung heißt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Redundanz.</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Sie macht Datenbanken fehleranfällig und unübersichtlich.</a:t>
            </a:r>
            <a:endParaRPr lang="en-US" sz="1800" dirty="0"/>
          </a:p>
        </p:txBody>
      </p:sp>
      <p:sp>
        <p:nvSpPr>
          <p:cNvPr id="6" name="Shape 3"/>
          <p:cNvSpPr/>
          <p:nvPr/>
        </p:nvSpPr>
        <p:spPr>
          <a:xfrm>
            <a:off x="6583680" y="1097280"/>
            <a:ext cx="4937760" cy="2011680"/>
          </a:xfrm>
          <a:prstGeom prst="roundRect">
            <a:avLst>
              <a:gd name="adj" fmla="val 9091"/>
            </a:avLst>
          </a:prstGeom>
          <a:solidFill>
            <a:srgbClr val="12301A"/>
          </a:solidFill>
          <a:ln w="12700">
            <a:solidFill>
              <a:srgbClr val="12301A"/>
            </a:solidFill>
            <a:prstDash val="solid"/>
          </a:ln>
        </p:spPr>
      </p:sp>
      <p:sp>
        <p:nvSpPr>
          <p:cNvPr id="7" name="Text 4"/>
          <p:cNvSpPr txBox="1"/>
          <p:nvPr/>
        </p:nvSpPr>
        <p:spPr>
          <a:xfrm>
            <a:off x="6583680" y="1097280"/>
            <a:ext cx="4937760" cy="2011680"/>
          </a:xfrm>
          <a:prstGeom prst="rect">
            <a:avLst/>
          </a:prstGeom>
          <a:noFill/>
          <a:ln/>
        </p:spPr>
        <p:txBody>
          <a:bodyPr wrap="square" lIns="0" tIns="0" rIns="0" bIns="0" rtlCol="0" anchor="ctr"/>
          <a:lstStyle/>
          <a:p>
            <a:pPr algn="ctr" indent="0" marL="0">
              <a:buNone/>
            </a:pPr>
            <a:r>
              <a:rPr lang="en-US" sz="4400" b="1" dirty="0">
                <a:solidFill>
                  <a:srgbClr val="B1FF37"/>
                </a:solidFill>
                <a:latin typeface="Poppins" pitchFamily="34" charset="0"/>
                <a:ea typeface="Poppins" pitchFamily="34" charset="-122"/>
                <a:cs typeface="Poppins" pitchFamily="34" charset="-120"/>
              </a:rPr>
              <a:t>Redundanz</a:t>
            </a:r>
            <a:endParaRPr lang="en-US" sz="4400" dirty="0"/>
          </a:p>
        </p:txBody>
      </p:sp>
      <p:sp>
        <p:nvSpPr>
          <p:cNvPr id="8" name="Shape 5"/>
          <p:cNvSpPr/>
          <p:nvPr/>
        </p:nvSpPr>
        <p:spPr>
          <a:xfrm>
            <a:off x="6583680" y="3566160"/>
            <a:ext cx="2377440" cy="1280160"/>
          </a:xfrm>
          <a:prstGeom prst="roundRect">
            <a:avLst>
              <a:gd name="adj" fmla="val 10714"/>
            </a:avLst>
          </a:prstGeom>
          <a:solidFill>
            <a:srgbClr val="FBFFF4"/>
          </a:solidFill>
          <a:ln w="15875">
            <a:solidFill>
              <a:srgbClr val="B8D98A"/>
            </a:solidFill>
            <a:prstDash val="solid"/>
          </a:ln>
        </p:spPr>
      </p:sp>
      <p:sp>
        <p:nvSpPr>
          <p:cNvPr id="9" name="Shape 6"/>
          <p:cNvSpPr/>
          <p:nvPr/>
        </p:nvSpPr>
        <p:spPr>
          <a:xfrm>
            <a:off x="6766560" y="3794760"/>
            <a:ext cx="365760" cy="365760"/>
          </a:xfrm>
          <a:prstGeom prst="mathMultiply">
            <a:avLst/>
          </a:prstGeom>
          <a:solidFill>
            <a:srgbClr val="FF7A45"/>
          </a:solidFill>
          <a:ln w="12700">
            <a:solidFill>
              <a:srgbClr val="FF7A45"/>
            </a:solidFill>
            <a:prstDash val="solid"/>
          </a:ln>
        </p:spPr>
      </p:sp>
      <p:sp>
        <p:nvSpPr>
          <p:cNvPr id="10" name="Text 7"/>
          <p:cNvSpPr txBox="1"/>
          <p:nvPr/>
        </p:nvSpPr>
        <p:spPr>
          <a:xfrm>
            <a:off x="7223760" y="3566160"/>
            <a:ext cx="1508760" cy="128016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fehleranfällig</a:t>
            </a:r>
            <a:endParaRPr lang="en-US" sz="1400" dirty="0"/>
          </a:p>
        </p:txBody>
      </p:sp>
      <p:sp>
        <p:nvSpPr>
          <p:cNvPr id="11" name="Shape 8"/>
          <p:cNvSpPr/>
          <p:nvPr/>
        </p:nvSpPr>
        <p:spPr>
          <a:xfrm>
            <a:off x="9144000" y="3566160"/>
            <a:ext cx="2377440" cy="1280160"/>
          </a:xfrm>
          <a:prstGeom prst="roundRect">
            <a:avLst>
              <a:gd name="adj" fmla="val 10714"/>
            </a:avLst>
          </a:prstGeom>
          <a:solidFill>
            <a:srgbClr val="FBFFF4"/>
          </a:solidFill>
          <a:ln w="15875">
            <a:solidFill>
              <a:srgbClr val="B8D98A"/>
            </a:solidFill>
            <a:prstDash val="solid"/>
          </a:ln>
        </p:spPr>
      </p:sp>
      <p:sp>
        <p:nvSpPr>
          <p:cNvPr id="12" name="Shape 9"/>
          <p:cNvSpPr/>
          <p:nvPr/>
        </p:nvSpPr>
        <p:spPr>
          <a:xfrm>
            <a:off x="9326880" y="3794760"/>
            <a:ext cx="365760" cy="365760"/>
          </a:xfrm>
          <a:prstGeom prst="mathMultiply">
            <a:avLst/>
          </a:prstGeom>
          <a:solidFill>
            <a:srgbClr val="FF7A45"/>
          </a:solidFill>
          <a:ln w="12700">
            <a:solidFill>
              <a:srgbClr val="FF7A45"/>
            </a:solidFill>
            <a:prstDash val="solid"/>
          </a:ln>
        </p:spPr>
      </p:sp>
      <p:sp>
        <p:nvSpPr>
          <p:cNvPr id="13" name="Text 10"/>
          <p:cNvSpPr txBox="1"/>
          <p:nvPr/>
        </p:nvSpPr>
        <p:spPr>
          <a:xfrm>
            <a:off x="9784080" y="3566160"/>
            <a:ext cx="1508760" cy="128016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unübersichtlich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Lösung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Jede Art von Information bekommt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ihre eigene Tabelle.</a:t>
            </a:r>
            <a:endParaRPr lang="en-US" sz="38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Bücher · Schüler:innen · Ausleihe</a:t>
            </a:r>
            <a:endParaRPr lang="en-US" sz="1800" dirty="0"/>
          </a:p>
        </p:txBody>
      </p:sp>
      <p:sp>
        <p:nvSpPr>
          <p:cNvPr id="6" name="Shape 3"/>
          <p:cNvSpPr/>
          <p:nvPr/>
        </p:nvSpPr>
        <p:spPr>
          <a:xfrm>
            <a:off x="6583680" y="914400"/>
            <a:ext cx="4937760" cy="1463040"/>
          </a:xfrm>
          <a:prstGeom prst="roundRect">
            <a:avLst>
              <a:gd name="adj" fmla="val 9375"/>
            </a:avLst>
          </a:prstGeom>
          <a:solidFill>
            <a:srgbClr val="FBFFF4"/>
          </a:solidFill>
          <a:ln w="15875">
            <a:solidFill>
              <a:srgbClr val="B8D98A"/>
            </a:solidFill>
            <a:prstDash val="solid"/>
          </a:ln>
        </p:spPr>
      </p:sp>
      <p:sp>
        <p:nvSpPr>
          <p:cNvPr id="7" name="Shape 4"/>
          <p:cNvSpPr/>
          <p:nvPr/>
        </p:nvSpPr>
        <p:spPr>
          <a:xfrm>
            <a:off x="6812280" y="1417320"/>
            <a:ext cx="4480560" cy="256032"/>
          </a:xfrm>
          <a:prstGeom prst="rect">
            <a:avLst/>
          </a:prstGeom>
          <a:solidFill>
            <a:srgbClr val="B1FF37"/>
          </a:solidFill>
          <a:ln w="12700">
            <a:solidFill>
              <a:srgbClr val="B8D98A"/>
            </a:solidFill>
            <a:prstDash val="solid"/>
          </a:ln>
        </p:spPr>
      </p:sp>
      <p:sp>
        <p:nvSpPr>
          <p:cNvPr id="8" name="Shape 5"/>
          <p:cNvSpPr/>
          <p:nvPr/>
        </p:nvSpPr>
        <p:spPr>
          <a:xfrm>
            <a:off x="6812280" y="1719072"/>
            <a:ext cx="4480560" cy="256032"/>
          </a:xfrm>
          <a:prstGeom prst="rect">
            <a:avLst/>
          </a:prstGeom>
          <a:solidFill>
            <a:srgbClr val="DDF3B8"/>
          </a:solidFill>
          <a:ln w="12700">
            <a:solidFill>
              <a:srgbClr val="B8D98A"/>
            </a:solidFill>
            <a:prstDash val="solid"/>
          </a:ln>
        </p:spPr>
      </p:sp>
      <p:sp>
        <p:nvSpPr>
          <p:cNvPr id="9" name="Shape 6"/>
          <p:cNvSpPr/>
          <p:nvPr/>
        </p:nvSpPr>
        <p:spPr>
          <a:xfrm>
            <a:off x="6812280" y="2020824"/>
            <a:ext cx="4480560" cy="256032"/>
          </a:xfrm>
          <a:prstGeom prst="rect">
            <a:avLst/>
          </a:prstGeom>
          <a:solidFill>
            <a:srgbClr val="DDF3B8"/>
          </a:solidFill>
          <a:ln w="12700">
            <a:solidFill>
              <a:srgbClr val="B8D98A"/>
            </a:solidFill>
            <a:prstDash val="solid"/>
          </a:ln>
        </p:spPr>
      </p:sp>
      <p:sp>
        <p:nvSpPr>
          <p:cNvPr id="10" name="Text 7"/>
          <p:cNvSpPr txBox="1"/>
          <p:nvPr/>
        </p:nvSpPr>
        <p:spPr>
          <a:xfrm>
            <a:off x="6812280" y="987552"/>
            <a:ext cx="4480560" cy="365760"/>
          </a:xfrm>
          <a:prstGeom prst="rect">
            <a:avLst/>
          </a:prstGeom>
          <a:noFill/>
          <a:ln/>
        </p:spPr>
        <p:txBody>
          <a:bodyPr wrap="square" lIns="0" tIns="0" rIns="0" bIns="0" rtlCol="0" anchor="t"/>
          <a:lstStyle/>
          <a:p>
            <a:pPr indent="0" marL="0">
              <a:buNone/>
            </a:pPr>
            <a:r>
              <a:rPr lang="en-US" sz="1700" b="1" dirty="0">
                <a:solidFill>
                  <a:srgbClr val="0E1F0C"/>
                </a:solidFill>
                <a:latin typeface="Poppins" pitchFamily="34" charset="0"/>
                <a:ea typeface="Poppins" pitchFamily="34" charset="-122"/>
                <a:cs typeface="Poppins" pitchFamily="34" charset="-120"/>
              </a:rPr>
              <a:t>Bücher</a:t>
            </a:r>
            <a:endParaRPr lang="en-US" sz="1700" dirty="0"/>
          </a:p>
        </p:txBody>
      </p:sp>
      <p:sp>
        <p:nvSpPr>
          <p:cNvPr id="11" name="Shape 8"/>
          <p:cNvSpPr/>
          <p:nvPr/>
        </p:nvSpPr>
        <p:spPr>
          <a:xfrm>
            <a:off x="6583680" y="2697480"/>
            <a:ext cx="4937760" cy="1463040"/>
          </a:xfrm>
          <a:prstGeom prst="roundRect">
            <a:avLst>
              <a:gd name="adj" fmla="val 9375"/>
            </a:avLst>
          </a:prstGeom>
          <a:solidFill>
            <a:srgbClr val="FBFFF4"/>
          </a:solidFill>
          <a:ln w="15875">
            <a:solidFill>
              <a:srgbClr val="B8D98A"/>
            </a:solidFill>
            <a:prstDash val="solid"/>
          </a:ln>
        </p:spPr>
      </p:sp>
      <p:sp>
        <p:nvSpPr>
          <p:cNvPr id="12" name="Shape 9"/>
          <p:cNvSpPr/>
          <p:nvPr/>
        </p:nvSpPr>
        <p:spPr>
          <a:xfrm>
            <a:off x="6812280" y="3200400"/>
            <a:ext cx="4480560" cy="256032"/>
          </a:xfrm>
          <a:prstGeom prst="rect">
            <a:avLst/>
          </a:prstGeom>
          <a:solidFill>
            <a:srgbClr val="DDF3B8"/>
          </a:solidFill>
          <a:ln w="12700">
            <a:solidFill>
              <a:srgbClr val="B8D98A"/>
            </a:solidFill>
            <a:prstDash val="solid"/>
          </a:ln>
        </p:spPr>
      </p:sp>
      <p:sp>
        <p:nvSpPr>
          <p:cNvPr id="13" name="Shape 10"/>
          <p:cNvSpPr/>
          <p:nvPr/>
        </p:nvSpPr>
        <p:spPr>
          <a:xfrm>
            <a:off x="6812280" y="3502152"/>
            <a:ext cx="4480560" cy="256032"/>
          </a:xfrm>
          <a:prstGeom prst="rect">
            <a:avLst/>
          </a:prstGeom>
          <a:solidFill>
            <a:srgbClr val="DDF3B8"/>
          </a:solidFill>
          <a:ln w="12700">
            <a:solidFill>
              <a:srgbClr val="B8D98A"/>
            </a:solidFill>
            <a:prstDash val="solid"/>
          </a:ln>
        </p:spPr>
      </p:sp>
      <p:sp>
        <p:nvSpPr>
          <p:cNvPr id="14" name="Shape 11"/>
          <p:cNvSpPr/>
          <p:nvPr/>
        </p:nvSpPr>
        <p:spPr>
          <a:xfrm>
            <a:off x="6812280" y="3803904"/>
            <a:ext cx="4480560" cy="256032"/>
          </a:xfrm>
          <a:prstGeom prst="rect">
            <a:avLst/>
          </a:prstGeom>
          <a:solidFill>
            <a:srgbClr val="DDF3B8"/>
          </a:solidFill>
          <a:ln w="12700">
            <a:solidFill>
              <a:srgbClr val="B8D98A"/>
            </a:solidFill>
            <a:prstDash val="solid"/>
          </a:ln>
        </p:spPr>
      </p:sp>
      <p:sp>
        <p:nvSpPr>
          <p:cNvPr id="15" name="Text 12"/>
          <p:cNvSpPr txBox="1"/>
          <p:nvPr/>
        </p:nvSpPr>
        <p:spPr>
          <a:xfrm>
            <a:off x="6812280" y="2770632"/>
            <a:ext cx="4480560" cy="365760"/>
          </a:xfrm>
          <a:prstGeom prst="rect">
            <a:avLst/>
          </a:prstGeom>
          <a:noFill/>
          <a:ln/>
        </p:spPr>
        <p:txBody>
          <a:bodyPr wrap="square" lIns="0" tIns="0" rIns="0" bIns="0" rtlCol="0" anchor="t"/>
          <a:lstStyle/>
          <a:p>
            <a:pPr indent="0" marL="0">
              <a:buNone/>
            </a:pPr>
            <a:r>
              <a:rPr lang="en-US" sz="1700" b="1" dirty="0">
                <a:solidFill>
                  <a:srgbClr val="0E1F0C"/>
                </a:solidFill>
                <a:latin typeface="Poppins" pitchFamily="34" charset="0"/>
                <a:ea typeface="Poppins" pitchFamily="34" charset="-122"/>
                <a:cs typeface="Poppins" pitchFamily="34" charset="-120"/>
              </a:rPr>
              <a:t>Schüler:innen</a:t>
            </a:r>
            <a:endParaRPr lang="en-US" sz="1700" dirty="0"/>
          </a:p>
        </p:txBody>
      </p:sp>
      <p:sp>
        <p:nvSpPr>
          <p:cNvPr id="16" name="Shape 13"/>
          <p:cNvSpPr/>
          <p:nvPr/>
        </p:nvSpPr>
        <p:spPr>
          <a:xfrm>
            <a:off x="6583680" y="4480560"/>
            <a:ext cx="4937760" cy="1463040"/>
          </a:xfrm>
          <a:prstGeom prst="roundRect">
            <a:avLst>
              <a:gd name="adj" fmla="val 9375"/>
            </a:avLst>
          </a:prstGeom>
          <a:solidFill>
            <a:srgbClr val="FBFFF4"/>
          </a:solidFill>
          <a:ln w="15875">
            <a:solidFill>
              <a:srgbClr val="B8D98A"/>
            </a:solidFill>
            <a:prstDash val="solid"/>
          </a:ln>
        </p:spPr>
      </p:sp>
      <p:sp>
        <p:nvSpPr>
          <p:cNvPr id="17" name="Shape 14"/>
          <p:cNvSpPr/>
          <p:nvPr/>
        </p:nvSpPr>
        <p:spPr>
          <a:xfrm>
            <a:off x="6812280" y="4983480"/>
            <a:ext cx="4480560" cy="256032"/>
          </a:xfrm>
          <a:prstGeom prst="rect">
            <a:avLst/>
          </a:prstGeom>
          <a:solidFill>
            <a:srgbClr val="12301A"/>
          </a:solidFill>
          <a:ln w="12700">
            <a:solidFill>
              <a:srgbClr val="B8D98A"/>
            </a:solidFill>
            <a:prstDash val="solid"/>
          </a:ln>
        </p:spPr>
      </p:sp>
      <p:sp>
        <p:nvSpPr>
          <p:cNvPr id="18" name="Shape 15"/>
          <p:cNvSpPr/>
          <p:nvPr/>
        </p:nvSpPr>
        <p:spPr>
          <a:xfrm>
            <a:off x="6812280" y="5285232"/>
            <a:ext cx="4480560" cy="256032"/>
          </a:xfrm>
          <a:prstGeom prst="rect">
            <a:avLst/>
          </a:prstGeom>
          <a:solidFill>
            <a:srgbClr val="DDF3B8"/>
          </a:solidFill>
          <a:ln w="12700">
            <a:solidFill>
              <a:srgbClr val="B8D98A"/>
            </a:solidFill>
            <a:prstDash val="solid"/>
          </a:ln>
        </p:spPr>
      </p:sp>
      <p:sp>
        <p:nvSpPr>
          <p:cNvPr id="19" name="Shape 16"/>
          <p:cNvSpPr/>
          <p:nvPr/>
        </p:nvSpPr>
        <p:spPr>
          <a:xfrm>
            <a:off x="6812280" y="5586984"/>
            <a:ext cx="4480560" cy="256032"/>
          </a:xfrm>
          <a:prstGeom prst="rect">
            <a:avLst/>
          </a:prstGeom>
          <a:solidFill>
            <a:srgbClr val="DDF3B8"/>
          </a:solidFill>
          <a:ln w="12700">
            <a:solidFill>
              <a:srgbClr val="B8D98A"/>
            </a:solidFill>
            <a:prstDash val="solid"/>
          </a:ln>
        </p:spPr>
      </p:sp>
      <p:sp>
        <p:nvSpPr>
          <p:cNvPr id="20" name="Text 17"/>
          <p:cNvSpPr txBox="1"/>
          <p:nvPr/>
        </p:nvSpPr>
        <p:spPr>
          <a:xfrm>
            <a:off x="6812280" y="4553712"/>
            <a:ext cx="4480560" cy="365760"/>
          </a:xfrm>
          <a:prstGeom prst="rect">
            <a:avLst/>
          </a:prstGeom>
          <a:noFill/>
          <a:ln/>
        </p:spPr>
        <p:txBody>
          <a:bodyPr wrap="square" lIns="0" tIns="0" rIns="0" bIns="0" rtlCol="0" anchor="t"/>
          <a:lstStyle/>
          <a:p>
            <a:pPr indent="0" marL="0">
              <a:buNone/>
            </a:pPr>
            <a:r>
              <a:rPr lang="en-US" sz="1700" b="1" dirty="0">
                <a:solidFill>
                  <a:srgbClr val="0E1F0C"/>
                </a:solidFill>
                <a:latin typeface="Poppins" pitchFamily="34" charset="0"/>
                <a:ea typeface="Poppins" pitchFamily="34" charset="-122"/>
                <a:cs typeface="Poppins" pitchFamily="34" charset="-120"/>
              </a:rPr>
              <a:t>Ausleihe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Nur ein einziges Mal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Jede Schülerin steht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nur einmal</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in der Datenbank.</a:t>
            </a:r>
            <a:endParaRPr lang="en-US" sz="4000" dirty="0"/>
          </a:p>
        </p:txBody>
      </p:sp>
      <p:sp>
        <p:nvSpPr>
          <p:cNvPr id="5" name="Shape 2"/>
          <p:cNvSpPr/>
          <p:nvPr/>
        </p:nvSpPr>
        <p:spPr>
          <a:xfrm>
            <a:off x="6583680" y="1280160"/>
            <a:ext cx="1371600" cy="731520"/>
          </a:xfrm>
          <a:prstGeom prst="rect">
            <a:avLst/>
          </a:prstGeom>
          <a:solidFill>
            <a:srgbClr val="12301A"/>
          </a:solidFill>
          <a:ln w="12700">
            <a:solidFill>
              <a:srgbClr val="B8D98A"/>
            </a:solidFill>
            <a:prstDash val="solid"/>
          </a:ln>
        </p:spPr>
      </p:sp>
      <p:sp>
        <p:nvSpPr>
          <p:cNvPr id="6" name="Text 3"/>
          <p:cNvSpPr txBox="1"/>
          <p:nvPr/>
        </p:nvSpPr>
        <p:spPr>
          <a:xfrm>
            <a:off x="6656832" y="1280160"/>
            <a:ext cx="126187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SchuelerID</a:t>
            </a:r>
            <a:endParaRPr lang="en-US" sz="1600" dirty="0"/>
          </a:p>
        </p:txBody>
      </p:sp>
      <p:sp>
        <p:nvSpPr>
          <p:cNvPr id="7" name="Shape 4"/>
          <p:cNvSpPr/>
          <p:nvPr/>
        </p:nvSpPr>
        <p:spPr>
          <a:xfrm>
            <a:off x="7955280" y="1280160"/>
            <a:ext cx="2194560" cy="731520"/>
          </a:xfrm>
          <a:prstGeom prst="rect">
            <a:avLst/>
          </a:prstGeom>
          <a:solidFill>
            <a:srgbClr val="12301A"/>
          </a:solidFill>
          <a:ln w="12700">
            <a:solidFill>
              <a:srgbClr val="B8D98A"/>
            </a:solidFill>
            <a:prstDash val="solid"/>
          </a:ln>
        </p:spPr>
      </p:sp>
      <p:sp>
        <p:nvSpPr>
          <p:cNvPr id="8" name="Text 5"/>
          <p:cNvSpPr txBox="1"/>
          <p:nvPr/>
        </p:nvSpPr>
        <p:spPr>
          <a:xfrm>
            <a:off x="8028432" y="1280160"/>
            <a:ext cx="208483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Name</a:t>
            </a:r>
            <a:endParaRPr lang="en-US" sz="1600" dirty="0"/>
          </a:p>
        </p:txBody>
      </p:sp>
      <p:sp>
        <p:nvSpPr>
          <p:cNvPr id="9" name="Shape 6"/>
          <p:cNvSpPr/>
          <p:nvPr/>
        </p:nvSpPr>
        <p:spPr>
          <a:xfrm>
            <a:off x="10149840" y="1280160"/>
            <a:ext cx="1371600" cy="731520"/>
          </a:xfrm>
          <a:prstGeom prst="rect">
            <a:avLst/>
          </a:prstGeom>
          <a:solidFill>
            <a:srgbClr val="12301A"/>
          </a:solidFill>
          <a:ln w="12700">
            <a:solidFill>
              <a:srgbClr val="B8D98A"/>
            </a:solidFill>
            <a:prstDash val="solid"/>
          </a:ln>
        </p:spPr>
      </p:sp>
      <p:sp>
        <p:nvSpPr>
          <p:cNvPr id="10" name="Text 7"/>
          <p:cNvSpPr txBox="1"/>
          <p:nvPr/>
        </p:nvSpPr>
        <p:spPr>
          <a:xfrm>
            <a:off x="10222992" y="1280160"/>
            <a:ext cx="126187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Klasse</a:t>
            </a:r>
            <a:endParaRPr lang="en-US" sz="1600" dirty="0"/>
          </a:p>
        </p:txBody>
      </p:sp>
      <p:sp>
        <p:nvSpPr>
          <p:cNvPr id="11" name="Shape 8"/>
          <p:cNvSpPr/>
          <p:nvPr/>
        </p:nvSpPr>
        <p:spPr>
          <a:xfrm>
            <a:off x="6583680" y="2011680"/>
            <a:ext cx="1371600" cy="731520"/>
          </a:xfrm>
          <a:prstGeom prst="rect">
            <a:avLst/>
          </a:prstGeom>
          <a:solidFill>
            <a:srgbClr val="B1FF37"/>
          </a:solidFill>
          <a:ln w="12700">
            <a:solidFill>
              <a:srgbClr val="B8D98A"/>
            </a:solidFill>
            <a:prstDash val="solid"/>
          </a:ln>
        </p:spPr>
      </p:sp>
      <p:sp>
        <p:nvSpPr>
          <p:cNvPr id="12" name="Text 9"/>
          <p:cNvSpPr txBox="1"/>
          <p:nvPr/>
        </p:nvSpPr>
        <p:spPr>
          <a:xfrm>
            <a:off x="6656832" y="201168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3" name="Shape 10"/>
          <p:cNvSpPr/>
          <p:nvPr/>
        </p:nvSpPr>
        <p:spPr>
          <a:xfrm>
            <a:off x="7955280" y="2011680"/>
            <a:ext cx="2194560" cy="731520"/>
          </a:xfrm>
          <a:prstGeom prst="rect">
            <a:avLst/>
          </a:prstGeom>
          <a:solidFill>
            <a:srgbClr val="B1FF37"/>
          </a:solidFill>
          <a:ln w="12700">
            <a:solidFill>
              <a:srgbClr val="B8D98A"/>
            </a:solidFill>
            <a:prstDash val="solid"/>
          </a:ln>
        </p:spPr>
      </p:sp>
      <p:sp>
        <p:nvSpPr>
          <p:cNvPr id="14" name="Text 11"/>
          <p:cNvSpPr txBox="1"/>
          <p:nvPr/>
        </p:nvSpPr>
        <p:spPr>
          <a:xfrm>
            <a:off x="8028432" y="2011680"/>
            <a:ext cx="208483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Anna Huber</a:t>
            </a:r>
            <a:endParaRPr lang="en-US" sz="1600" dirty="0"/>
          </a:p>
        </p:txBody>
      </p:sp>
      <p:sp>
        <p:nvSpPr>
          <p:cNvPr id="15" name="Shape 12"/>
          <p:cNvSpPr/>
          <p:nvPr/>
        </p:nvSpPr>
        <p:spPr>
          <a:xfrm>
            <a:off x="10149840" y="2011680"/>
            <a:ext cx="1371600" cy="731520"/>
          </a:xfrm>
          <a:prstGeom prst="rect">
            <a:avLst/>
          </a:prstGeom>
          <a:solidFill>
            <a:srgbClr val="B1FF37"/>
          </a:solidFill>
          <a:ln w="12700">
            <a:solidFill>
              <a:srgbClr val="B8D98A"/>
            </a:solidFill>
            <a:prstDash val="solid"/>
          </a:ln>
        </p:spPr>
      </p:sp>
      <p:sp>
        <p:nvSpPr>
          <p:cNvPr id="16" name="Text 13"/>
          <p:cNvSpPr txBox="1"/>
          <p:nvPr/>
        </p:nvSpPr>
        <p:spPr>
          <a:xfrm>
            <a:off x="10222992" y="201168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2b</a:t>
            </a:r>
            <a:endParaRPr lang="en-US" sz="1600" dirty="0"/>
          </a:p>
        </p:txBody>
      </p:sp>
      <p:sp>
        <p:nvSpPr>
          <p:cNvPr id="17" name="Shape 14"/>
          <p:cNvSpPr/>
          <p:nvPr/>
        </p:nvSpPr>
        <p:spPr>
          <a:xfrm>
            <a:off x="6583680" y="2743200"/>
            <a:ext cx="1371600" cy="731520"/>
          </a:xfrm>
          <a:prstGeom prst="rect">
            <a:avLst/>
          </a:prstGeom>
          <a:solidFill>
            <a:srgbClr val="FBFFF4"/>
          </a:solidFill>
          <a:ln w="12700">
            <a:solidFill>
              <a:srgbClr val="B8D98A"/>
            </a:solidFill>
            <a:prstDash val="solid"/>
          </a:ln>
        </p:spPr>
      </p:sp>
      <p:sp>
        <p:nvSpPr>
          <p:cNvPr id="18" name="Text 15"/>
          <p:cNvSpPr txBox="1"/>
          <p:nvPr/>
        </p:nvSpPr>
        <p:spPr>
          <a:xfrm>
            <a:off x="6656832" y="274320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19" name="Shape 16"/>
          <p:cNvSpPr/>
          <p:nvPr/>
        </p:nvSpPr>
        <p:spPr>
          <a:xfrm>
            <a:off x="7955280" y="2743200"/>
            <a:ext cx="2194560" cy="731520"/>
          </a:xfrm>
          <a:prstGeom prst="rect">
            <a:avLst/>
          </a:prstGeom>
          <a:solidFill>
            <a:srgbClr val="FBFFF4"/>
          </a:solidFill>
          <a:ln w="12700">
            <a:solidFill>
              <a:srgbClr val="B8D98A"/>
            </a:solidFill>
            <a:prstDash val="solid"/>
          </a:ln>
        </p:spPr>
      </p:sp>
      <p:sp>
        <p:nvSpPr>
          <p:cNvPr id="20" name="Text 17"/>
          <p:cNvSpPr txBox="1"/>
          <p:nvPr/>
        </p:nvSpPr>
        <p:spPr>
          <a:xfrm>
            <a:off x="8028432" y="2743200"/>
            <a:ext cx="208483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Max Gruber</a:t>
            </a:r>
            <a:endParaRPr lang="en-US" sz="1600" dirty="0"/>
          </a:p>
        </p:txBody>
      </p:sp>
      <p:sp>
        <p:nvSpPr>
          <p:cNvPr id="21" name="Shape 18"/>
          <p:cNvSpPr/>
          <p:nvPr/>
        </p:nvSpPr>
        <p:spPr>
          <a:xfrm>
            <a:off x="10149840" y="2743200"/>
            <a:ext cx="1371600" cy="731520"/>
          </a:xfrm>
          <a:prstGeom prst="rect">
            <a:avLst/>
          </a:prstGeom>
          <a:solidFill>
            <a:srgbClr val="FBFFF4"/>
          </a:solidFill>
          <a:ln w="12700">
            <a:solidFill>
              <a:srgbClr val="B8D98A"/>
            </a:solidFill>
            <a:prstDash val="solid"/>
          </a:ln>
        </p:spPr>
      </p:sp>
      <p:sp>
        <p:nvSpPr>
          <p:cNvPr id="22" name="Text 19"/>
          <p:cNvSpPr txBox="1"/>
          <p:nvPr/>
        </p:nvSpPr>
        <p:spPr>
          <a:xfrm>
            <a:off x="10222992" y="274320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a:t>
            </a:r>
            <a:endParaRPr lang="en-US" sz="1600" dirty="0"/>
          </a:p>
        </p:txBody>
      </p:sp>
      <p:sp>
        <p:nvSpPr>
          <p:cNvPr id="23" name="Shape 20"/>
          <p:cNvSpPr/>
          <p:nvPr/>
        </p:nvSpPr>
        <p:spPr>
          <a:xfrm>
            <a:off x="6583680" y="3474720"/>
            <a:ext cx="1371600" cy="731520"/>
          </a:xfrm>
          <a:prstGeom prst="rect">
            <a:avLst/>
          </a:prstGeom>
          <a:solidFill>
            <a:srgbClr val="FBFFF4"/>
          </a:solidFill>
          <a:ln w="12700">
            <a:solidFill>
              <a:srgbClr val="B8D98A"/>
            </a:solidFill>
            <a:prstDash val="solid"/>
          </a:ln>
        </p:spPr>
      </p:sp>
      <p:sp>
        <p:nvSpPr>
          <p:cNvPr id="24" name="Text 21"/>
          <p:cNvSpPr txBox="1"/>
          <p:nvPr/>
        </p:nvSpPr>
        <p:spPr>
          <a:xfrm>
            <a:off x="6656832" y="347472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5" name="Shape 22"/>
          <p:cNvSpPr/>
          <p:nvPr/>
        </p:nvSpPr>
        <p:spPr>
          <a:xfrm>
            <a:off x="7955280" y="3474720"/>
            <a:ext cx="2194560" cy="731520"/>
          </a:xfrm>
          <a:prstGeom prst="rect">
            <a:avLst/>
          </a:prstGeom>
          <a:solidFill>
            <a:srgbClr val="FBFFF4"/>
          </a:solidFill>
          <a:ln w="12700">
            <a:solidFill>
              <a:srgbClr val="B8D98A"/>
            </a:solidFill>
            <a:prstDash val="solid"/>
          </a:ln>
        </p:spPr>
      </p:sp>
      <p:sp>
        <p:nvSpPr>
          <p:cNvPr id="26" name="Text 23"/>
          <p:cNvSpPr txBox="1"/>
          <p:nvPr/>
        </p:nvSpPr>
        <p:spPr>
          <a:xfrm>
            <a:off x="8028432" y="3474720"/>
            <a:ext cx="208483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Lea Maier</a:t>
            </a:r>
            <a:endParaRPr lang="en-US" sz="1600" dirty="0"/>
          </a:p>
        </p:txBody>
      </p:sp>
      <p:sp>
        <p:nvSpPr>
          <p:cNvPr id="27" name="Shape 24"/>
          <p:cNvSpPr/>
          <p:nvPr/>
        </p:nvSpPr>
        <p:spPr>
          <a:xfrm>
            <a:off x="10149840" y="3474720"/>
            <a:ext cx="1371600" cy="731520"/>
          </a:xfrm>
          <a:prstGeom prst="rect">
            <a:avLst/>
          </a:prstGeom>
          <a:solidFill>
            <a:srgbClr val="FBFFF4"/>
          </a:solidFill>
          <a:ln w="12700">
            <a:solidFill>
              <a:srgbClr val="B8D98A"/>
            </a:solidFill>
            <a:prstDash val="solid"/>
          </a:ln>
        </p:spPr>
      </p:sp>
      <p:sp>
        <p:nvSpPr>
          <p:cNvPr id="28" name="Text 25"/>
          <p:cNvSpPr txBox="1"/>
          <p:nvPr/>
        </p:nvSpPr>
        <p:spPr>
          <a:xfrm>
            <a:off x="10222992" y="3474720"/>
            <a:ext cx="126187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2b</a:t>
            </a:r>
            <a:endParaRPr lang="en-US" sz="1600" dirty="0"/>
          </a:p>
        </p:txBody>
      </p:sp>
      <p:sp>
        <p:nvSpPr>
          <p:cNvPr id="29" name="Text 26"/>
          <p:cNvSpPr txBox="1"/>
          <p:nvPr/>
        </p:nvSpPr>
        <p:spPr>
          <a:xfrm>
            <a:off x="6583680" y="4572000"/>
            <a:ext cx="4937760" cy="54864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Anna Huber – einmal</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Schlüssel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Wie weiß die Datenbank, was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zusammengehört?</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Dafür gibt es die Schlüssel. Wir beginnen mit dem Primärschlüssel.</a:t>
            </a:r>
            <a:endParaRPr lang="en-US" sz="1800" dirty="0"/>
          </a:p>
        </p:txBody>
      </p:sp>
      <p:sp>
        <p:nvSpPr>
          <p:cNvPr id="6" name="Shape 3"/>
          <p:cNvSpPr/>
          <p:nvPr/>
        </p:nvSpPr>
        <p:spPr>
          <a:xfrm>
            <a:off x="6583680" y="1005840"/>
            <a:ext cx="914400" cy="457200"/>
          </a:xfrm>
          <a:prstGeom prst="rect">
            <a:avLst/>
          </a:prstGeom>
          <a:solidFill>
            <a:srgbClr val="12301A"/>
          </a:solidFill>
          <a:ln w="12700">
            <a:solidFill>
              <a:srgbClr val="B8D98A"/>
            </a:solidFill>
            <a:prstDash val="solid"/>
          </a:ln>
        </p:spPr>
      </p:sp>
      <p:sp>
        <p:nvSpPr>
          <p:cNvPr id="7" name="Text 4"/>
          <p:cNvSpPr txBox="1"/>
          <p:nvPr/>
        </p:nvSpPr>
        <p:spPr>
          <a:xfrm>
            <a:off x="6656832" y="1005840"/>
            <a:ext cx="804672" cy="45720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ID</a:t>
            </a:r>
            <a:endParaRPr lang="en-US" sz="1400" dirty="0"/>
          </a:p>
        </p:txBody>
      </p:sp>
      <p:sp>
        <p:nvSpPr>
          <p:cNvPr id="8" name="Shape 5"/>
          <p:cNvSpPr/>
          <p:nvPr/>
        </p:nvSpPr>
        <p:spPr>
          <a:xfrm>
            <a:off x="7498080" y="1005840"/>
            <a:ext cx="1463040" cy="457200"/>
          </a:xfrm>
          <a:prstGeom prst="rect">
            <a:avLst/>
          </a:prstGeom>
          <a:solidFill>
            <a:srgbClr val="12301A"/>
          </a:solidFill>
          <a:ln w="12700">
            <a:solidFill>
              <a:srgbClr val="B8D98A"/>
            </a:solidFill>
            <a:prstDash val="solid"/>
          </a:ln>
        </p:spPr>
      </p:sp>
      <p:sp>
        <p:nvSpPr>
          <p:cNvPr id="9" name="Text 6"/>
          <p:cNvSpPr txBox="1"/>
          <p:nvPr/>
        </p:nvSpPr>
        <p:spPr>
          <a:xfrm>
            <a:off x="7571232" y="1005840"/>
            <a:ext cx="1353312" cy="45720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Titel</a:t>
            </a:r>
            <a:endParaRPr lang="en-US" sz="1400" dirty="0"/>
          </a:p>
        </p:txBody>
      </p:sp>
      <p:sp>
        <p:nvSpPr>
          <p:cNvPr id="10" name="Shape 7"/>
          <p:cNvSpPr/>
          <p:nvPr/>
        </p:nvSpPr>
        <p:spPr>
          <a:xfrm>
            <a:off x="6583680" y="1463040"/>
            <a:ext cx="914400" cy="457200"/>
          </a:xfrm>
          <a:prstGeom prst="rect">
            <a:avLst/>
          </a:prstGeom>
          <a:solidFill>
            <a:srgbClr val="FBFFF4"/>
          </a:solidFill>
          <a:ln w="12700">
            <a:solidFill>
              <a:srgbClr val="B8D98A"/>
            </a:solidFill>
            <a:prstDash val="solid"/>
          </a:ln>
        </p:spPr>
      </p:sp>
      <p:sp>
        <p:nvSpPr>
          <p:cNvPr id="11" name="Text 8"/>
          <p:cNvSpPr txBox="1"/>
          <p:nvPr/>
        </p:nvSpPr>
        <p:spPr>
          <a:xfrm>
            <a:off x="6656832" y="1463040"/>
            <a:ext cx="80467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1</a:t>
            </a:r>
            <a:endParaRPr lang="en-US" sz="1400" dirty="0"/>
          </a:p>
        </p:txBody>
      </p:sp>
      <p:sp>
        <p:nvSpPr>
          <p:cNvPr id="12" name="Shape 9"/>
          <p:cNvSpPr/>
          <p:nvPr/>
        </p:nvSpPr>
        <p:spPr>
          <a:xfrm>
            <a:off x="7498080" y="1463040"/>
            <a:ext cx="1463040" cy="457200"/>
          </a:xfrm>
          <a:prstGeom prst="rect">
            <a:avLst/>
          </a:prstGeom>
          <a:solidFill>
            <a:srgbClr val="FBFFF4"/>
          </a:solidFill>
          <a:ln w="12700">
            <a:solidFill>
              <a:srgbClr val="B8D98A"/>
            </a:solidFill>
            <a:prstDash val="solid"/>
          </a:ln>
        </p:spPr>
      </p:sp>
      <p:sp>
        <p:nvSpPr>
          <p:cNvPr id="13" name="Text 10"/>
          <p:cNvSpPr txBox="1"/>
          <p:nvPr/>
        </p:nvSpPr>
        <p:spPr>
          <a:xfrm>
            <a:off x="7571232" y="1463040"/>
            <a:ext cx="135331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14" name="Shape 11"/>
          <p:cNvSpPr/>
          <p:nvPr/>
        </p:nvSpPr>
        <p:spPr>
          <a:xfrm>
            <a:off x="6583680" y="1920240"/>
            <a:ext cx="914400" cy="457200"/>
          </a:xfrm>
          <a:prstGeom prst="rect">
            <a:avLst/>
          </a:prstGeom>
          <a:solidFill>
            <a:srgbClr val="FBFFF4"/>
          </a:solidFill>
          <a:ln w="12700">
            <a:solidFill>
              <a:srgbClr val="B8D98A"/>
            </a:solidFill>
            <a:prstDash val="solid"/>
          </a:ln>
        </p:spPr>
      </p:sp>
      <p:sp>
        <p:nvSpPr>
          <p:cNvPr id="15" name="Text 12"/>
          <p:cNvSpPr txBox="1"/>
          <p:nvPr/>
        </p:nvSpPr>
        <p:spPr>
          <a:xfrm>
            <a:off x="6656832" y="1920240"/>
            <a:ext cx="80467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2</a:t>
            </a:r>
            <a:endParaRPr lang="en-US" sz="1400" dirty="0"/>
          </a:p>
        </p:txBody>
      </p:sp>
      <p:sp>
        <p:nvSpPr>
          <p:cNvPr id="16" name="Shape 13"/>
          <p:cNvSpPr/>
          <p:nvPr/>
        </p:nvSpPr>
        <p:spPr>
          <a:xfrm>
            <a:off x="7498080" y="1920240"/>
            <a:ext cx="1463040" cy="457200"/>
          </a:xfrm>
          <a:prstGeom prst="rect">
            <a:avLst/>
          </a:prstGeom>
          <a:solidFill>
            <a:srgbClr val="FBFFF4"/>
          </a:solidFill>
          <a:ln w="12700">
            <a:solidFill>
              <a:srgbClr val="B8D98A"/>
            </a:solidFill>
            <a:prstDash val="solid"/>
          </a:ln>
        </p:spPr>
      </p:sp>
      <p:sp>
        <p:nvSpPr>
          <p:cNvPr id="17" name="Text 14"/>
          <p:cNvSpPr txBox="1"/>
          <p:nvPr/>
        </p:nvSpPr>
        <p:spPr>
          <a:xfrm>
            <a:off x="7571232" y="1920240"/>
            <a:ext cx="135331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18" name="Shape 15"/>
          <p:cNvSpPr/>
          <p:nvPr/>
        </p:nvSpPr>
        <p:spPr>
          <a:xfrm>
            <a:off x="9326880" y="1005840"/>
            <a:ext cx="914400" cy="457200"/>
          </a:xfrm>
          <a:prstGeom prst="rect">
            <a:avLst/>
          </a:prstGeom>
          <a:solidFill>
            <a:srgbClr val="12301A"/>
          </a:solidFill>
          <a:ln w="12700">
            <a:solidFill>
              <a:srgbClr val="B8D98A"/>
            </a:solidFill>
            <a:prstDash val="solid"/>
          </a:ln>
        </p:spPr>
      </p:sp>
      <p:sp>
        <p:nvSpPr>
          <p:cNvPr id="19" name="Text 16"/>
          <p:cNvSpPr txBox="1"/>
          <p:nvPr/>
        </p:nvSpPr>
        <p:spPr>
          <a:xfrm>
            <a:off x="9400032" y="1005840"/>
            <a:ext cx="804672" cy="45720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ID</a:t>
            </a:r>
            <a:endParaRPr lang="en-US" sz="1400" dirty="0"/>
          </a:p>
        </p:txBody>
      </p:sp>
      <p:sp>
        <p:nvSpPr>
          <p:cNvPr id="20" name="Shape 17"/>
          <p:cNvSpPr/>
          <p:nvPr/>
        </p:nvSpPr>
        <p:spPr>
          <a:xfrm>
            <a:off x="10241280" y="1005840"/>
            <a:ext cx="1280160" cy="457200"/>
          </a:xfrm>
          <a:prstGeom prst="rect">
            <a:avLst/>
          </a:prstGeom>
          <a:solidFill>
            <a:srgbClr val="12301A"/>
          </a:solidFill>
          <a:ln w="12700">
            <a:solidFill>
              <a:srgbClr val="B8D98A"/>
            </a:solidFill>
            <a:prstDash val="solid"/>
          </a:ln>
        </p:spPr>
      </p:sp>
      <p:sp>
        <p:nvSpPr>
          <p:cNvPr id="21" name="Text 18"/>
          <p:cNvSpPr txBox="1"/>
          <p:nvPr/>
        </p:nvSpPr>
        <p:spPr>
          <a:xfrm>
            <a:off x="10314432" y="1005840"/>
            <a:ext cx="1170432" cy="45720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Name</a:t>
            </a:r>
            <a:endParaRPr lang="en-US" sz="1400" dirty="0"/>
          </a:p>
        </p:txBody>
      </p:sp>
      <p:sp>
        <p:nvSpPr>
          <p:cNvPr id="22" name="Shape 19"/>
          <p:cNvSpPr/>
          <p:nvPr/>
        </p:nvSpPr>
        <p:spPr>
          <a:xfrm>
            <a:off x="9326880" y="1463040"/>
            <a:ext cx="914400" cy="457200"/>
          </a:xfrm>
          <a:prstGeom prst="rect">
            <a:avLst/>
          </a:prstGeom>
          <a:solidFill>
            <a:srgbClr val="FBFFF4"/>
          </a:solidFill>
          <a:ln w="12700">
            <a:solidFill>
              <a:srgbClr val="B8D98A"/>
            </a:solidFill>
            <a:prstDash val="solid"/>
          </a:ln>
        </p:spPr>
      </p:sp>
      <p:sp>
        <p:nvSpPr>
          <p:cNvPr id="23" name="Text 20"/>
          <p:cNvSpPr txBox="1"/>
          <p:nvPr/>
        </p:nvSpPr>
        <p:spPr>
          <a:xfrm>
            <a:off x="9400032" y="1463040"/>
            <a:ext cx="80467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1</a:t>
            </a:r>
            <a:endParaRPr lang="en-US" sz="1400" dirty="0"/>
          </a:p>
        </p:txBody>
      </p:sp>
      <p:sp>
        <p:nvSpPr>
          <p:cNvPr id="24" name="Shape 21"/>
          <p:cNvSpPr/>
          <p:nvPr/>
        </p:nvSpPr>
        <p:spPr>
          <a:xfrm>
            <a:off x="10241280" y="1463040"/>
            <a:ext cx="1280160" cy="457200"/>
          </a:xfrm>
          <a:prstGeom prst="rect">
            <a:avLst/>
          </a:prstGeom>
          <a:solidFill>
            <a:srgbClr val="FBFFF4"/>
          </a:solidFill>
          <a:ln w="12700">
            <a:solidFill>
              <a:srgbClr val="B8D98A"/>
            </a:solidFill>
            <a:prstDash val="solid"/>
          </a:ln>
        </p:spPr>
      </p:sp>
      <p:sp>
        <p:nvSpPr>
          <p:cNvPr id="25" name="Text 22"/>
          <p:cNvSpPr txBox="1"/>
          <p:nvPr/>
        </p:nvSpPr>
        <p:spPr>
          <a:xfrm>
            <a:off x="10314432" y="1463040"/>
            <a:ext cx="117043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26" name="Shape 23"/>
          <p:cNvSpPr/>
          <p:nvPr/>
        </p:nvSpPr>
        <p:spPr>
          <a:xfrm>
            <a:off x="9326880" y="1920240"/>
            <a:ext cx="914400" cy="457200"/>
          </a:xfrm>
          <a:prstGeom prst="rect">
            <a:avLst/>
          </a:prstGeom>
          <a:solidFill>
            <a:srgbClr val="FBFFF4"/>
          </a:solidFill>
          <a:ln w="12700">
            <a:solidFill>
              <a:srgbClr val="B8D98A"/>
            </a:solidFill>
            <a:prstDash val="solid"/>
          </a:ln>
        </p:spPr>
      </p:sp>
      <p:sp>
        <p:nvSpPr>
          <p:cNvPr id="27" name="Text 24"/>
          <p:cNvSpPr txBox="1"/>
          <p:nvPr/>
        </p:nvSpPr>
        <p:spPr>
          <a:xfrm>
            <a:off x="9400032" y="1920240"/>
            <a:ext cx="80467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2</a:t>
            </a:r>
            <a:endParaRPr lang="en-US" sz="1400" dirty="0"/>
          </a:p>
        </p:txBody>
      </p:sp>
      <p:sp>
        <p:nvSpPr>
          <p:cNvPr id="28" name="Shape 25"/>
          <p:cNvSpPr/>
          <p:nvPr/>
        </p:nvSpPr>
        <p:spPr>
          <a:xfrm>
            <a:off x="10241280" y="1920240"/>
            <a:ext cx="1280160" cy="457200"/>
          </a:xfrm>
          <a:prstGeom prst="rect">
            <a:avLst/>
          </a:prstGeom>
          <a:solidFill>
            <a:srgbClr val="FBFFF4"/>
          </a:solidFill>
          <a:ln w="12700">
            <a:solidFill>
              <a:srgbClr val="B8D98A"/>
            </a:solidFill>
            <a:prstDash val="solid"/>
          </a:ln>
        </p:spPr>
      </p:sp>
      <p:sp>
        <p:nvSpPr>
          <p:cNvPr id="29" name="Text 26"/>
          <p:cNvSpPr txBox="1"/>
          <p:nvPr/>
        </p:nvSpPr>
        <p:spPr>
          <a:xfrm>
            <a:off x="10314432" y="1920240"/>
            <a:ext cx="1170432" cy="45720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30" name="Text 27"/>
          <p:cNvSpPr txBox="1"/>
          <p:nvPr/>
        </p:nvSpPr>
        <p:spPr>
          <a:xfrm>
            <a:off x="7680960" y="2743200"/>
            <a:ext cx="2926080" cy="1097280"/>
          </a:xfrm>
          <a:prstGeom prst="rect">
            <a:avLst/>
          </a:prstGeom>
          <a:noFill/>
          <a:ln/>
        </p:spPr>
        <p:txBody>
          <a:bodyPr wrap="square" lIns="0" tIns="0" rIns="0" bIns="0" rtlCol="0" anchor="ctr"/>
          <a:lstStyle/>
          <a:p>
            <a:pPr algn="ctr" indent="0" marL="0">
              <a:buNone/>
            </a:pPr>
            <a:r>
              <a:rPr lang="en-US" sz="7000" b="1" dirty="0">
                <a:solidFill>
                  <a:srgbClr val="FF7A45"/>
                </a:solidFill>
                <a:latin typeface="Poppins" pitchFamily="34" charset="0"/>
                <a:ea typeface="Poppins" pitchFamily="34" charset="-122"/>
                <a:cs typeface="Poppins" pitchFamily="34" charset="-120"/>
              </a:rPr>
              <a:t>?</a:t>
            </a:r>
            <a:endParaRPr lang="en-US" sz="7000" dirty="0"/>
          </a:p>
        </p:txBody>
      </p:sp>
      <p:sp>
        <p:nvSpPr>
          <p:cNvPr id="31" name="Shape 28"/>
          <p:cNvSpPr/>
          <p:nvPr/>
        </p:nvSpPr>
        <p:spPr>
          <a:xfrm>
            <a:off x="7498080" y="4114800"/>
            <a:ext cx="1280160" cy="502920"/>
          </a:xfrm>
          <a:prstGeom prst="rect">
            <a:avLst/>
          </a:prstGeom>
          <a:solidFill>
            <a:srgbClr val="12301A"/>
          </a:solidFill>
          <a:ln w="12700">
            <a:solidFill>
              <a:srgbClr val="B8D98A"/>
            </a:solidFill>
            <a:prstDash val="solid"/>
          </a:ln>
        </p:spPr>
      </p:sp>
      <p:sp>
        <p:nvSpPr>
          <p:cNvPr id="32" name="Text 29"/>
          <p:cNvSpPr txBox="1"/>
          <p:nvPr/>
        </p:nvSpPr>
        <p:spPr>
          <a:xfrm>
            <a:off x="7571232" y="4114800"/>
            <a:ext cx="1170432" cy="50292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Ausleihe</a:t>
            </a:r>
            <a:endParaRPr lang="en-US" sz="1300" dirty="0"/>
          </a:p>
        </p:txBody>
      </p:sp>
      <p:sp>
        <p:nvSpPr>
          <p:cNvPr id="33" name="Shape 30"/>
          <p:cNvSpPr/>
          <p:nvPr/>
        </p:nvSpPr>
        <p:spPr>
          <a:xfrm>
            <a:off x="8778240" y="4114800"/>
            <a:ext cx="1280160" cy="502920"/>
          </a:xfrm>
          <a:prstGeom prst="rect">
            <a:avLst/>
          </a:prstGeom>
          <a:solidFill>
            <a:srgbClr val="12301A"/>
          </a:solidFill>
          <a:ln w="12700">
            <a:solidFill>
              <a:srgbClr val="B8D98A"/>
            </a:solidFill>
            <a:prstDash val="solid"/>
          </a:ln>
        </p:spPr>
      </p:sp>
      <p:sp>
        <p:nvSpPr>
          <p:cNvPr id="34" name="Text 31"/>
          <p:cNvSpPr txBox="1"/>
          <p:nvPr/>
        </p:nvSpPr>
        <p:spPr>
          <a:xfrm>
            <a:off x="8851392" y="4114800"/>
            <a:ext cx="1170432" cy="50292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Buch</a:t>
            </a:r>
            <a:endParaRPr lang="en-US" sz="1300" dirty="0"/>
          </a:p>
        </p:txBody>
      </p:sp>
      <p:sp>
        <p:nvSpPr>
          <p:cNvPr id="35" name="Shape 32"/>
          <p:cNvSpPr/>
          <p:nvPr/>
        </p:nvSpPr>
        <p:spPr>
          <a:xfrm>
            <a:off x="10058400" y="4114800"/>
            <a:ext cx="1280160" cy="502920"/>
          </a:xfrm>
          <a:prstGeom prst="rect">
            <a:avLst/>
          </a:prstGeom>
          <a:solidFill>
            <a:srgbClr val="12301A"/>
          </a:solidFill>
          <a:ln w="12700">
            <a:solidFill>
              <a:srgbClr val="B8D98A"/>
            </a:solidFill>
            <a:prstDash val="solid"/>
          </a:ln>
        </p:spPr>
      </p:sp>
      <p:sp>
        <p:nvSpPr>
          <p:cNvPr id="36" name="Text 33"/>
          <p:cNvSpPr txBox="1"/>
          <p:nvPr/>
        </p:nvSpPr>
        <p:spPr>
          <a:xfrm>
            <a:off x="10131552" y="4114800"/>
            <a:ext cx="1170432" cy="50292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Schüler</a:t>
            </a:r>
            <a:endParaRPr lang="en-US" sz="1300" dirty="0"/>
          </a:p>
        </p:txBody>
      </p:sp>
      <p:sp>
        <p:nvSpPr>
          <p:cNvPr id="37" name="Shape 34"/>
          <p:cNvSpPr/>
          <p:nvPr/>
        </p:nvSpPr>
        <p:spPr>
          <a:xfrm>
            <a:off x="7498080" y="4617720"/>
            <a:ext cx="1280160" cy="502920"/>
          </a:xfrm>
          <a:prstGeom prst="rect">
            <a:avLst/>
          </a:prstGeom>
          <a:solidFill>
            <a:srgbClr val="FBFFF4"/>
          </a:solidFill>
          <a:ln w="12700">
            <a:solidFill>
              <a:srgbClr val="B8D98A"/>
            </a:solidFill>
            <a:prstDash val="solid"/>
          </a:ln>
        </p:spPr>
      </p:sp>
      <p:sp>
        <p:nvSpPr>
          <p:cNvPr id="38" name="Text 35"/>
          <p:cNvSpPr txBox="1"/>
          <p:nvPr/>
        </p:nvSpPr>
        <p:spPr>
          <a:xfrm>
            <a:off x="7571232" y="4617720"/>
            <a:ext cx="1170432" cy="50292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1</a:t>
            </a:r>
            <a:endParaRPr lang="en-US" sz="1300" dirty="0"/>
          </a:p>
        </p:txBody>
      </p:sp>
      <p:sp>
        <p:nvSpPr>
          <p:cNvPr id="39" name="Shape 36"/>
          <p:cNvSpPr/>
          <p:nvPr/>
        </p:nvSpPr>
        <p:spPr>
          <a:xfrm>
            <a:off x="8778240" y="4617720"/>
            <a:ext cx="1280160" cy="502920"/>
          </a:xfrm>
          <a:prstGeom prst="rect">
            <a:avLst/>
          </a:prstGeom>
          <a:solidFill>
            <a:srgbClr val="FBFFF4"/>
          </a:solidFill>
          <a:ln w="12700">
            <a:solidFill>
              <a:srgbClr val="B8D98A"/>
            </a:solidFill>
            <a:prstDash val="solid"/>
          </a:ln>
        </p:spPr>
      </p:sp>
      <p:sp>
        <p:nvSpPr>
          <p:cNvPr id="40" name="Text 37"/>
          <p:cNvSpPr txBox="1"/>
          <p:nvPr/>
        </p:nvSpPr>
        <p:spPr>
          <a:xfrm>
            <a:off x="8851392" y="4617720"/>
            <a:ext cx="1170432" cy="50292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a:t>
            </a:r>
            <a:endParaRPr lang="en-US" sz="1300" dirty="0"/>
          </a:p>
        </p:txBody>
      </p:sp>
      <p:sp>
        <p:nvSpPr>
          <p:cNvPr id="41" name="Shape 38"/>
          <p:cNvSpPr/>
          <p:nvPr/>
        </p:nvSpPr>
        <p:spPr>
          <a:xfrm>
            <a:off x="10058400" y="4617720"/>
            <a:ext cx="1280160" cy="502920"/>
          </a:xfrm>
          <a:prstGeom prst="rect">
            <a:avLst/>
          </a:prstGeom>
          <a:solidFill>
            <a:srgbClr val="FBFFF4"/>
          </a:solidFill>
          <a:ln w="12700">
            <a:solidFill>
              <a:srgbClr val="B8D98A"/>
            </a:solidFill>
            <a:prstDash val="solid"/>
          </a:ln>
        </p:spPr>
      </p:sp>
      <p:sp>
        <p:nvSpPr>
          <p:cNvPr id="42" name="Text 39"/>
          <p:cNvSpPr txBox="1"/>
          <p:nvPr/>
        </p:nvSpPr>
        <p:spPr>
          <a:xfrm>
            <a:off x="10131552" y="4617720"/>
            <a:ext cx="1170432" cy="50292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a:t>
            </a:r>
            <a:endParaRPr lang="en-US" sz="1300" dirty="0"/>
          </a:p>
        </p:txBody>
      </p:sp>
      <p:sp>
        <p:nvSpPr>
          <p:cNvPr id="43" name="Shape 40"/>
          <p:cNvSpPr/>
          <p:nvPr/>
        </p:nvSpPr>
        <p:spPr>
          <a:xfrm>
            <a:off x="6583680" y="5394960"/>
            <a:ext cx="411480" cy="411480"/>
          </a:xfrm>
          <a:prstGeom prst="ellipse">
            <a:avLst/>
          </a:prstGeom>
          <a:solidFill>
            <a:srgbClr val="B1FF37"/>
          </a:solidFill>
          <a:ln w="25400">
            <a:solidFill>
              <a:srgbClr val="12301A"/>
            </a:solidFill>
            <a:prstDash val="solid"/>
          </a:ln>
        </p:spPr>
      </p:sp>
      <p:sp>
        <p:nvSpPr>
          <p:cNvPr id="44" name="Shape 41"/>
          <p:cNvSpPr/>
          <p:nvPr/>
        </p:nvSpPr>
        <p:spPr>
          <a:xfrm>
            <a:off x="6995160" y="5600700"/>
            <a:ext cx="740664" cy="0"/>
          </a:xfrm>
          <a:prstGeom prst="line">
            <a:avLst/>
          </a:prstGeom>
          <a:noFill/>
          <a:ln w="38100">
            <a:solidFill>
              <a:srgbClr val="12301A"/>
            </a:solidFill>
            <a:prstDash val="solid"/>
          </a:ln>
        </p:spPr>
      </p:sp>
      <p:sp>
        <p:nvSpPr>
          <p:cNvPr id="45" name="Shape 42"/>
          <p:cNvSpPr/>
          <p:nvPr/>
        </p:nvSpPr>
        <p:spPr>
          <a:xfrm>
            <a:off x="7447788" y="5600700"/>
            <a:ext cx="0" cy="205740"/>
          </a:xfrm>
          <a:prstGeom prst="line">
            <a:avLst/>
          </a:prstGeom>
          <a:noFill/>
          <a:ln w="38100">
            <a:solidFill>
              <a:srgbClr val="12301A"/>
            </a:solidFill>
            <a:prstDash val="solid"/>
          </a:ln>
        </p:spPr>
      </p:sp>
      <p:sp>
        <p:nvSpPr>
          <p:cNvPr id="46" name="Shape 43"/>
          <p:cNvSpPr/>
          <p:nvPr/>
        </p:nvSpPr>
        <p:spPr>
          <a:xfrm>
            <a:off x="7653528" y="5600700"/>
            <a:ext cx="0" cy="164592"/>
          </a:xfrm>
          <a:prstGeom prst="line">
            <a:avLst/>
          </a:prstGeom>
          <a:noFill/>
          <a:ln w="38100">
            <a:solidFill>
              <a:srgbClr val="12301A"/>
            </a:solidFill>
            <a:prstDash val="solid"/>
          </a:ln>
        </p:spPr>
      </p:sp>
      <p:sp>
        <p:nvSpPr>
          <p:cNvPr id="47" name="Text 44"/>
          <p:cNvSpPr txBox="1"/>
          <p:nvPr/>
        </p:nvSpPr>
        <p:spPr>
          <a:xfrm>
            <a:off x="7955280" y="5440680"/>
            <a:ext cx="3200400" cy="45720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Primärschlüssel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Der Primärschlüssel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Er kennzeichnet jeden Datensatz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eindeutig.</a:t>
            </a:r>
            <a:endParaRPr lang="en-US" sz="36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Zwei Personen heißen Anna Huber – aber nur eine hat die Schülernummer 17.</a:t>
            </a:r>
            <a:endParaRPr lang="en-US" sz="1800" dirty="0"/>
          </a:p>
        </p:txBody>
      </p:sp>
      <p:sp>
        <p:nvSpPr>
          <p:cNvPr id="6" name="Shape 3"/>
          <p:cNvSpPr/>
          <p:nvPr/>
        </p:nvSpPr>
        <p:spPr>
          <a:xfrm>
            <a:off x="6583680" y="914400"/>
            <a:ext cx="4937760" cy="1645920"/>
          </a:xfrm>
          <a:prstGeom prst="roundRect">
            <a:avLst>
              <a:gd name="adj" fmla="val 8333"/>
            </a:avLst>
          </a:prstGeom>
          <a:solidFill>
            <a:srgbClr val="FBFFF4"/>
          </a:solidFill>
          <a:ln w="15875">
            <a:solidFill>
              <a:srgbClr val="B8D98A"/>
            </a:solidFill>
            <a:prstDash val="solid"/>
          </a:ln>
        </p:spPr>
      </p:sp>
      <p:sp>
        <p:nvSpPr>
          <p:cNvPr id="7" name="Shape 4"/>
          <p:cNvSpPr/>
          <p:nvPr/>
        </p:nvSpPr>
        <p:spPr>
          <a:xfrm>
            <a:off x="6766560" y="1188720"/>
            <a:ext cx="457200" cy="457200"/>
          </a:xfrm>
          <a:prstGeom prst="ellipse">
            <a:avLst/>
          </a:prstGeom>
          <a:solidFill>
            <a:srgbClr val="B1FF37"/>
          </a:solidFill>
          <a:ln w="25400">
            <a:solidFill>
              <a:srgbClr val="12301A"/>
            </a:solidFill>
            <a:prstDash val="solid"/>
          </a:ln>
        </p:spPr>
      </p:sp>
      <p:sp>
        <p:nvSpPr>
          <p:cNvPr id="8" name="Shape 5"/>
          <p:cNvSpPr/>
          <p:nvPr/>
        </p:nvSpPr>
        <p:spPr>
          <a:xfrm>
            <a:off x="7223760" y="1417320"/>
            <a:ext cx="822960" cy="0"/>
          </a:xfrm>
          <a:prstGeom prst="line">
            <a:avLst/>
          </a:prstGeom>
          <a:noFill/>
          <a:ln w="38100">
            <a:solidFill>
              <a:srgbClr val="12301A"/>
            </a:solidFill>
            <a:prstDash val="solid"/>
          </a:ln>
        </p:spPr>
      </p:sp>
      <p:sp>
        <p:nvSpPr>
          <p:cNvPr id="9" name="Shape 6"/>
          <p:cNvSpPr/>
          <p:nvPr/>
        </p:nvSpPr>
        <p:spPr>
          <a:xfrm>
            <a:off x="7726680" y="1417320"/>
            <a:ext cx="0" cy="228600"/>
          </a:xfrm>
          <a:prstGeom prst="line">
            <a:avLst/>
          </a:prstGeom>
          <a:noFill/>
          <a:ln w="38100">
            <a:solidFill>
              <a:srgbClr val="12301A"/>
            </a:solidFill>
            <a:prstDash val="solid"/>
          </a:ln>
        </p:spPr>
      </p:sp>
      <p:sp>
        <p:nvSpPr>
          <p:cNvPr id="10" name="Shape 7"/>
          <p:cNvSpPr/>
          <p:nvPr/>
        </p:nvSpPr>
        <p:spPr>
          <a:xfrm>
            <a:off x="7955280" y="1417320"/>
            <a:ext cx="0" cy="182880"/>
          </a:xfrm>
          <a:prstGeom prst="line">
            <a:avLst/>
          </a:prstGeom>
          <a:noFill/>
          <a:ln w="38100">
            <a:solidFill>
              <a:srgbClr val="12301A"/>
            </a:solidFill>
            <a:prstDash val="solid"/>
          </a:ln>
        </p:spPr>
      </p:sp>
      <p:sp>
        <p:nvSpPr>
          <p:cNvPr id="11" name="Text 8"/>
          <p:cNvSpPr txBox="1"/>
          <p:nvPr/>
        </p:nvSpPr>
        <p:spPr>
          <a:xfrm>
            <a:off x="8229600" y="1005840"/>
            <a:ext cx="3108960" cy="365760"/>
          </a:xfrm>
          <a:prstGeom prst="rect">
            <a:avLst/>
          </a:prstGeom>
          <a:noFill/>
          <a:ln/>
        </p:spPr>
        <p:txBody>
          <a:bodyPr wrap="square" lIns="0" tIns="0" rIns="0" bIns="0" rtlCol="0" anchor="t"/>
          <a:lstStyle/>
          <a:p>
            <a:pPr indent="0" marL="0">
              <a:buNone/>
            </a:pPr>
            <a:r>
              <a:rPr lang="en-US" sz="1300" dirty="0">
                <a:solidFill>
                  <a:srgbClr val="5B6B50"/>
                </a:solidFill>
                <a:latin typeface="Poppins" pitchFamily="34" charset="0"/>
                <a:ea typeface="Poppins" pitchFamily="34" charset="-122"/>
                <a:cs typeface="Poppins" pitchFamily="34" charset="-120"/>
              </a:rPr>
              <a:t>Ausweis</a:t>
            </a:r>
            <a:endParaRPr lang="en-US" sz="1300" dirty="0"/>
          </a:p>
        </p:txBody>
      </p:sp>
      <p:sp>
        <p:nvSpPr>
          <p:cNvPr id="12" name="Text 9"/>
          <p:cNvSpPr txBox="1"/>
          <p:nvPr/>
        </p:nvSpPr>
        <p:spPr>
          <a:xfrm>
            <a:off x="8229600" y="1371600"/>
            <a:ext cx="3108960" cy="731520"/>
          </a:xfrm>
          <a:prstGeom prst="rect">
            <a:avLst/>
          </a:prstGeom>
          <a:noFill/>
          <a:ln/>
        </p:spPr>
        <p:txBody>
          <a:bodyPr wrap="square" lIns="0" tIns="0" rIns="0" bIns="0" rtlCol="0" anchor="t"/>
          <a:lstStyle/>
          <a:p>
            <a:pPr indent="0" marL="0">
              <a:buNone/>
            </a:pPr>
            <a:r>
              <a:rPr lang="en-US" sz="3400" b="1" dirty="0">
                <a:solidFill>
                  <a:srgbClr val="0E1F0C"/>
                </a:solidFill>
                <a:latin typeface="Poppins" pitchFamily="34" charset="0"/>
                <a:ea typeface="Poppins" pitchFamily="34" charset="-122"/>
                <a:cs typeface="Poppins" pitchFamily="34" charset="-120"/>
              </a:rPr>
              <a:t>Nr. 17</a:t>
            </a:r>
            <a:endParaRPr lang="en-US" sz="3400" dirty="0"/>
          </a:p>
        </p:txBody>
      </p:sp>
      <p:sp>
        <p:nvSpPr>
          <p:cNvPr id="13" name="Shape 10"/>
          <p:cNvSpPr/>
          <p:nvPr/>
        </p:nvSpPr>
        <p:spPr>
          <a:xfrm>
            <a:off x="6583680" y="2926080"/>
            <a:ext cx="4937760" cy="1097280"/>
          </a:xfrm>
          <a:prstGeom prst="roundRect">
            <a:avLst>
              <a:gd name="adj" fmla="val 12500"/>
            </a:avLst>
          </a:prstGeom>
          <a:solidFill>
            <a:srgbClr val="FBFFF4"/>
          </a:solidFill>
          <a:ln w="15875">
            <a:solidFill>
              <a:srgbClr val="B8D98A"/>
            </a:solidFill>
            <a:prstDash val="solid"/>
          </a:ln>
        </p:spPr>
      </p:sp>
      <p:sp>
        <p:nvSpPr>
          <p:cNvPr id="14" name="Shape 11"/>
          <p:cNvSpPr/>
          <p:nvPr/>
        </p:nvSpPr>
        <p:spPr>
          <a:xfrm>
            <a:off x="7109460" y="3108960"/>
            <a:ext cx="320040" cy="320040"/>
          </a:xfrm>
          <a:prstGeom prst="ellipse">
            <a:avLst/>
          </a:prstGeom>
          <a:solidFill>
            <a:srgbClr val="12301A"/>
          </a:solidFill>
          <a:ln w="12700">
            <a:solidFill>
              <a:srgbClr val="12301A"/>
            </a:solidFill>
            <a:prstDash val="solid"/>
          </a:ln>
        </p:spPr>
      </p:sp>
      <p:sp>
        <p:nvSpPr>
          <p:cNvPr id="15" name="Shape 12"/>
          <p:cNvSpPr/>
          <p:nvPr/>
        </p:nvSpPr>
        <p:spPr>
          <a:xfrm>
            <a:off x="6949440" y="3480206"/>
            <a:ext cx="640080" cy="396850"/>
          </a:xfrm>
          <a:prstGeom prst="roundRect">
            <a:avLst>
              <a:gd name="adj" fmla="val 45161"/>
            </a:avLst>
          </a:prstGeom>
          <a:solidFill>
            <a:srgbClr val="12301A"/>
          </a:solidFill>
          <a:ln w="12700">
            <a:solidFill>
              <a:srgbClr val="12301A"/>
            </a:solidFill>
            <a:prstDash val="solid"/>
          </a:ln>
        </p:spPr>
      </p:sp>
      <p:sp>
        <p:nvSpPr>
          <p:cNvPr id="16" name="Shape 13"/>
          <p:cNvSpPr/>
          <p:nvPr/>
        </p:nvSpPr>
        <p:spPr>
          <a:xfrm>
            <a:off x="8046720" y="3108960"/>
            <a:ext cx="2011680" cy="731520"/>
          </a:xfrm>
          <a:prstGeom prst="roundRect">
            <a:avLst>
              <a:gd name="adj" fmla="val 15000"/>
            </a:avLst>
          </a:prstGeom>
          <a:solidFill>
            <a:srgbClr val="DDF3B8"/>
          </a:solidFill>
          <a:ln w="12700">
            <a:solidFill>
              <a:srgbClr val="DDF3B8"/>
            </a:solidFill>
            <a:prstDash val="solid"/>
          </a:ln>
        </p:spPr>
      </p:sp>
      <p:sp>
        <p:nvSpPr>
          <p:cNvPr id="17" name="Text 14"/>
          <p:cNvSpPr txBox="1"/>
          <p:nvPr/>
        </p:nvSpPr>
        <p:spPr>
          <a:xfrm>
            <a:off x="8046720" y="3108960"/>
            <a:ext cx="2011680" cy="73152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Anna Huber</a:t>
            </a:r>
            <a:endParaRPr lang="en-US" sz="1600" dirty="0"/>
          </a:p>
        </p:txBody>
      </p:sp>
      <p:sp>
        <p:nvSpPr>
          <p:cNvPr id="18" name="Shape 15"/>
          <p:cNvSpPr/>
          <p:nvPr/>
        </p:nvSpPr>
        <p:spPr>
          <a:xfrm>
            <a:off x="10149840" y="3108960"/>
            <a:ext cx="1188720" cy="731520"/>
          </a:xfrm>
          <a:prstGeom prst="roundRect">
            <a:avLst>
              <a:gd name="adj" fmla="val 15000"/>
            </a:avLst>
          </a:prstGeom>
          <a:solidFill>
            <a:srgbClr val="B1FF37"/>
          </a:solidFill>
          <a:ln w="12700">
            <a:solidFill>
              <a:srgbClr val="B1FF37"/>
            </a:solidFill>
            <a:prstDash val="solid"/>
          </a:ln>
        </p:spPr>
      </p:sp>
      <p:sp>
        <p:nvSpPr>
          <p:cNvPr id="19" name="Text 16"/>
          <p:cNvSpPr txBox="1"/>
          <p:nvPr/>
        </p:nvSpPr>
        <p:spPr>
          <a:xfrm>
            <a:off x="10149840" y="3108960"/>
            <a:ext cx="1188720" cy="73152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Nr. 17</a:t>
            </a:r>
            <a:endParaRPr lang="en-US" sz="1600" dirty="0"/>
          </a:p>
        </p:txBody>
      </p:sp>
      <p:sp>
        <p:nvSpPr>
          <p:cNvPr id="20" name="Shape 17"/>
          <p:cNvSpPr/>
          <p:nvPr/>
        </p:nvSpPr>
        <p:spPr>
          <a:xfrm>
            <a:off x="6583680" y="4297680"/>
            <a:ext cx="4937760" cy="1097280"/>
          </a:xfrm>
          <a:prstGeom prst="roundRect">
            <a:avLst>
              <a:gd name="adj" fmla="val 12500"/>
            </a:avLst>
          </a:prstGeom>
          <a:solidFill>
            <a:srgbClr val="FBFFF4"/>
          </a:solidFill>
          <a:ln w="15875">
            <a:solidFill>
              <a:srgbClr val="B8D98A"/>
            </a:solidFill>
            <a:prstDash val="solid"/>
          </a:ln>
        </p:spPr>
      </p:sp>
      <p:sp>
        <p:nvSpPr>
          <p:cNvPr id="21" name="Shape 18"/>
          <p:cNvSpPr/>
          <p:nvPr/>
        </p:nvSpPr>
        <p:spPr>
          <a:xfrm>
            <a:off x="7109460" y="4480560"/>
            <a:ext cx="320040" cy="320040"/>
          </a:xfrm>
          <a:prstGeom prst="ellipse">
            <a:avLst/>
          </a:prstGeom>
          <a:solidFill>
            <a:srgbClr val="2F6B3E"/>
          </a:solidFill>
          <a:ln w="12700">
            <a:solidFill>
              <a:srgbClr val="2F6B3E"/>
            </a:solidFill>
            <a:prstDash val="solid"/>
          </a:ln>
        </p:spPr>
      </p:sp>
      <p:sp>
        <p:nvSpPr>
          <p:cNvPr id="22" name="Shape 19"/>
          <p:cNvSpPr/>
          <p:nvPr/>
        </p:nvSpPr>
        <p:spPr>
          <a:xfrm>
            <a:off x="6949440" y="4851806"/>
            <a:ext cx="640080" cy="396850"/>
          </a:xfrm>
          <a:prstGeom prst="roundRect">
            <a:avLst>
              <a:gd name="adj" fmla="val 45161"/>
            </a:avLst>
          </a:prstGeom>
          <a:solidFill>
            <a:srgbClr val="2F6B3E"/>
          </a:solidFill>
          <a:ln w="12700">
            <a:solidFill>
              <a:srgbClr val="2F6B3E"/>
            </a:solidFill>
            <a:prstDash val="solid"/>
          </a:ln>
        </p:spPr>
      </p:sp>
      <p:sp>
        <p:nvSpPr>
          <p:cNvPr id="23" name="Shape 20"/>
          <p:cNvSpPr/>
          <p:nvPr/>
        </p:nvSpPr>
        <p:spPr>
          <a:xfrm>
            <a:off x="8046720" y="4480560"/>
            <a:ext cx="2011680" cy="731520"/>
          </a:xfrm>
          <a:prstGeom prst="roundRect">
            <a:avLst>
              <a:gd name="adj" fmla="val 15000"/>
            </a:avLst>
          </a:prstGeom>
          <a:solidFill>
            <a:srgbClr val="DDF3B8"/>
          </a:solidFill>
          <a:ln w="12700">
            <a:solidFill>
              <a:srgbClr val="DDF3B8"/>
            </a:solidFill>
            <a:prstDash val="solid"/>
          </a:ln>
        </p:spPr>
      </p:sp>
      <p:sp>
        <p:nvSpPr>
          <p:cNvPr id="24" name="Text 21"/>
          <p:cNvSpPr txBox="1"/>
          <p:nvPr/>
        </p:nvSpPr>
        <p:spPr>
          <a:xfrm>
            <a:off x="8046720" y="4480560"/>
            <a:ext cx="2011680" cy="73152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Anna Huber</a:t>
            </a:r>
            <a:endParaRPr lang="en-US" sz="1600" dirty="0"/>
          </a:p>
        </p:txBody>
      </p:sp>
      <p:sp>
        <p:nvSpPr>
          <p:cNvPr id="25" name="Shape 22"/>
          <p:cNvSpPr/>
          <p:nvPr/>
        </p:nvSpPr>
        <p:spPr>
          <a:xfrm>
            <a:off x="10149840" y="4480560"/>
            <a:ext cx="1188720" cy="731520"/>
          </a:xfrm>
          <a:prstGeom prst="roundRect">
            <a:avLst>
              <a:gd name="adj" fmla="val 15000"/>
            </a:avLst>
          </a:prstGeom>
          <a:solidFill>
            <a:srgbClr val="DDF3B8"/>
          </a:solidFill>
          <a:ln w="12700">
            <a:solidFill>
              <a:srgbClr val="DDF3B8"/>
            </a:solidFill>
            <a:prstDash val="solid"/>
          </a:ln>
        </p:spPr>
      </p:sp>
      <p:sp>
        <p:nvSpPr>
          <p:cNvPr id="26" name="Text 23"/>
          <p:cNvSpPr txBox="1"/>
          <p:nvPr/>
        </p:nvSpPr>
        <p:spPr>
          <a:xfrm>
            <a:off x="10149840" y="4480560"/>
            <a:ext cx="1188720" cy="73152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Nr. 24</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Drei Bedingungen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Ein Primärschlüssel muss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drei Bedingungen</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erfüllen.</a:t>
            </a:r>
            <a:endParaRPr lang="en-US" sz="4000" dirty="0"/>
          </a:p>
        </p:txBody>
      </p:sp>
      <p:sp>
        <p:nvSpPr>
          <p:cNvPr id="5" name="Shape 2"/>
          <p:cNvSpPr/>
          <p:nvPr/>
        </p:nvSpPr>
        <p:spPr>
          <a:xfrm>
            <a:off x="6583680" y="914400"/>
            <a:ext cx="4937760" cy="1463040"/>
          </a:xfrm>
          <a:prstGeom prst="roundRect">
            <a:avLst>
              <a:gd name="adj" fmla="val 9375"/>
            </a:avLst>
          </a:prstGeom>
          <a:solidFill>
            <a:srgbClr val="FBFFF4"/>
          </a:solidFill>
          <a:ln w="15875">
            <a:solidFill>
              <a:srgbClr val="B8D98A"/>
            </a:solidFill>
            <a:prstDash val="solid"/>
          </a:ln>
        </p:spPr>
      </p:sp>
      <p:sp>
        <p:nvSpPr>
          <p:cNvPr id="6" name="Shape 3"/>
          <p:cNvSpPr/>
          <p:nvPr/>
        </p:nvSpPr>
        <p:spPr>
          <a:xfrm>
            <a:off x="6812280" y="1371600"/>
            <a:ext cx="548640" cy="548640"/>
          </a:xfrm>
          <a:prstGeom prst="ellipse">
            <a:avLst/>
          </a:prstGeom>
          <a:solidFill>
            <a:srgbClr val="B1FF37"/>
          </a:solidFill>
          <a:ln w="12700">
            <a:solidFill>
              <a:srgbClr val="B1FF37"/>
            </a:solidFill>
            <a:prstDash val="solid"/>
          </a:ln>
        </p:spPr>
      </p:sp>
      <p:sp>
        <p:nvSpPr>
          <p:cNvPr id="7" name="Text 4"/>
          <p:cNvSpPr txBox="1"/>
          <p:nvPr/>
        </p:nvSpPr>
        <p:spPr>
          <a:xfrm>
            <a:off x="6812280" y="1371600"/>
            <a:ext cx="548640" cy="54864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1</a:t>
            </a:r>
            <a:endParaRPr lang="en-US" sz="2000" dirty="0"/>
          </a:p>
        </p:txBody>
      </p:sp>
      <p:sp>
        <p:nvSpPr>
          <p:cNvPr id="8" name="Text 5"/>
          <p:cNvSpPr txBox="1"/>
          <p:nvPr/>
        </p:nvSpPr>
        <p:spPr>
          <a:xfrm>
            <a:off x="7680960" y="914400"/>
            <a:ext cx="3657600" cy="146304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eindeutig</a:t>
            </a:r>
            <a:endParaRPr lang="en-US" sz="2400" dirty="0"/>
          </a:p>
        </p:txBody>
      </p:sp>
      <p:sp>
        <p:nvSpPr>
          <p:cNvPr id="9" name="Shape 6"/>
          <p:cNvSpPr/>
          <p:nvPr/>
        </p:nvSpPr>
        <p:spPr>
          <a:xfrm>
            <a:off x="6583680" y="2697480"/>
            <a:ext cx="4937760" cy="1463040"/>
          </a:xfrm>
          <a:prstGeom prst="roundRect">
            <a:avLst>
              <a:gd name="adj" fmla="val 9375"/>
            </a:avLst>
          </a:prstGeom>
          <a:solidFill>
            <a:srgbClr val="FBFFF4"/>
          </a:solidFill>
          <a:ln w="15875">
            <a:solidFill>
              <a:srgbClr val="B8D98A"/>
            </a:solidFill>
            <a:prstDash val="solid"/>
          </a:ln>
        </p:spPr>
      </p:sp>
      <p:sp>
        <p:nvSpPr>
          <p:cNvPr id="10" name="Shape 7"/>
          <p:cNvSpPr/>
          <p:nvPr/>
        </p:nvSpPr>
        <p:spPr>
          <a:xfrm>
            <a:off x="6812280" y="3154680"/>
            <a:ext cx="548640" cy="548640"/>
          </a:xfrm>
          <a:prstGeom prst="ellipse">
            <a:avLst/>
          </a:prstGeom>
          <a:solidFill>
            <a:srgbClr val="B1FF37"/>
          </a:solidFill>
          <a:ln w="12700">
            <a:solidFill>
              <a:srgbClr val="B1FF37"/>
            </a:solidFill>
            <a:prstDash val="solid"/>
          </a:ln>
        </p:spPr>
      </p:sp>
      <p:sp>
        <p:nvSpPr>
          <p:cNvPr id="11" name="Text 8"/>
          <p:cNvSpPr txBox="1"/>
          <p:nvPr/>
        </p:nvSpPr>
        <p:spPr>
          <a:xfrm>
            <a:off x="6812280" y="3154680"/>
            <a:ext cx="548640" cy="54864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2</a:t>
            </a:r>
            <a:endParaRPr lang="en-US" sz="2000" dirty="0"/>
          </a:p>
        </p:txBody>
      </p:sp>
      <p:sp>
        <p:nvSpPr>
          <p:cNvPr id="12" name="Text 9"/>
          <p:cNvSpPr txBox="1"/>
          <p:nvPr/>
        </p:nvSpPr>
        <p:spPr>
          <a:xfrm>
            <a:off x="7680960" y="2697480"/>
            <a:ext cx="3657600" cy="146304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nie leer</a:t>
            </a:r>
            <a:endParaRPr lang="en-US" sz="2400" dirty="0"/>
          </a:p>
        </p:txBody>
      </p:sp>
      <p:sp>
        <p:nvSpPr>
          <p:cNvPr id="13" name="Shape 10"/>
          <p:cNvSpPr/>
          <p:nvPr/>
        </p:nvSpPr>
        <p:spPr>
          <a:xfrm>
            <a:off x="6583680" y="4480560"/>
            <a:ext cx="4937760" cy="1463040"/>
          </a:xfrm>
          <a:prstGeom prst="roundRect">
            <a:avLst>
              <a:gd name="adj" fmla="val 9375"/>
            </a:avLst>
          </a:prstGeom>
          <a:solidFill>
            <a:srgbClr val="FBFFF4"/>
          </a:solidFill>
          <a:ln w="15875">
            <a:solidFill>
              <a:srgbClr val="B8D98A"/>
            </a:solidFill>
            <a:prstDash val="solid"/>
          </a:ln>
        </p:spPr>
      </p:sp>
      <p:sp>
        <p:nvSpPr>
          <p:cNvPr id="14" name="Shape 11"/>
          <p:cNvSpPr/>
          <p:nvPr/>
        </p:nvSpPr>
        <p:spPr>
          <a:xfrm>
            <a:off x="6812280" y="4937760"/>
            <a:ext cx="548640" cy="548640"/>
          </a:xfrm>
          <a:prstGeom prst="ellipse">
            <a:avLst/>
          </a:prstGeom>
          <a:solidFill>
            <a:srgbClr val="B1FF37"/>
          </a:solidFill>
          <a:ln w="12700">
            <a:solidFill>
              <a:srgbClr val="B1FF37"/>
            </a:solidFill>
            <a:prstDash val="solid"/>
          </a:ln>
        </p:spPr>
      </p:sp>
      <p:sp>
        <p:nvSpPr>
          <p:cNvPr id="15" name="Text 12"/>
          <p:cNvSpPr txBox="1"/>
          <p:nvPr/>
        </p:nvSpPr>
        <p:spPr>
          <a:xfrm>
            <a:off x="6812280" y="4937760"/>
            <a:ext cx="548640" cy="548640"/>
          </a:xfrm>
          <a:prstGeom prst="rect">
            <a:avLst/>
          </a:prstGeom>
          <a:noFill/>
          <a:ln/>
        </p:spPr>
        <p:txBody>
          <a:bodyPr wrap="square" lIns="0" tIns="0" rIns="0" bIns="0" rtlCol="0" anchor="ctr"/>
          <a:lstStyle/>
          <a:p>
            <a:pPr algn="ctr" indent="0" marL="0">
              <a:buNone/>
            </a:pPr>
            <a:r>
              <a:rPr lang="en-US" sz="2000" b="1" dirty="0">
                <a:solidFill>
                  <a:srgbClr val="0E1F0C"/>
                </a:solidFill>
                <a:latin typeface="Poppins" pitchFamily="34" charset="0"/>
                <a:ea typeface="Poppins" pitchFamily="34" charset="-122"/>
                <a:cs typeface="Poppins" pitchFamily="34" charset="-120"/>
              </a:rPr>
              <a:t>3</a:t>
            </a:r>
            <a:endParaRPr lang="en-US" sz="2000" dirty="0"/>
          </a:p>
        </p:txBody>
      </p:sp>
      <p:sp>
        <p:nvSpPr>
          <p:cNvPr id="16" name="Text 13"/>
          <p:cNvSpPr txBox="1"/>
          <p:nvPr/>
        </p:nvSpPr>
        <p:spPr>
          <a:xfrm>
            <a:off x="7680960" y="4480560"/>
            <a:ext cx="3657600" cy="1463040"/>
          </a:xfrm>
          <a:prstGeom prst="rect">
            <a:avLst/>
          </a:prstGeom>
          <a:noFill/>
          <a:ln/>
        </p:spPr>
        <p:txBody>
          <a:bodyPr wrap="square" lIns="0" tIns="0" rIns="0" bIns="0" rtlCol="0" anchor="ctr"/>
          <a:lstStyle/>
          <a:p>
            <a:pPr indent="0" marL="0">
              <a:buNone/>
            </a:pPr>
            <a:r>
              <a:rPr lang="en-US" sz="2400" b="1" dirty="0">
                <a:solidFill>
                  <a:srgbClr val="0E1F0C"/>
                </a:solidFill>
                <a:latin typeface="Poppins" pitchFamily="34" charset="0"/>
                <a:ea typeface="Poppins" pitchFamily="34" charset="-122"/>
                <a:cs typeface="Poppins" pitchFamily="34" charset="-120"/>
              </a:rPr>
              <a:t>ändert sich nicht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Bedingung 1</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0E1F0C"/>
                </a:solidFill>
                <a:latin typeface="Poppins" pitchFamily="34" charset="0"/>
                <a:ea typeface="Poppins" pitchFamily="34" charset="-122"/>
                <a:cs typeface="Poppins" pitchFamily="34" charset="-120"/>
              </a:rPr>
              <a:t>Er ist </a:t>
            </a:r>
            <a:pPr indent="0" marL="0">
              <a:lnSpc>
                <a:spcPct val="105000"/>
              </a:lnSpc>
              <a:buNone/>
            </a:pPr>
            <a:r>
              <a:rPr lang="en-US" sz="4600" dirty="0">
                <a:solidFill>
                  <a:srgbClr val="26720A"/>
                </a:solidFill>
                <a:highlight>
                  <a:srgbClr val="B1FF37"/>
                </a:highlight>
                <a:latin typeface="Poppins" pitchFamily="34" charset="0"/>
                <a:ea typeface="Poppins" pitchFamily="34" charset="-122"/>
                <a:cs typeface="Poppins" pitchFamily="34" charset="-120"/>
              </a:rPr>
              <a:t>eindeutig.</a:t>
            </a:r>
            <a:endParaRPr lang="en-US" sz="46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Kein Wert kommt zweimal vor.</a:t>
            </a:r>
            <a:endParaRPr lang="en-US" sz="1800" dirty="0"/>
          </a:p>
        </p:txBody>
      </p:sp>
      <p:sp>
        <p:nvSpPr>
          <p:cNvPr id="6" name="Shape 3"/>
          <p:cNvSpPr/>
          <p:nvPr/>
        </p:nvSpPr>
        <p:spPr>
          <a:xfrm>
            <a:off x="6583680" y="1188720"/>
            <a:ext cx="1463040" cy="640080"/>
          </a:xfrm>
          <a:prstGeom prst="rect">
            <a:avLst/>
          </a:prstGeom>
          <a:solidFill>
            <a:srgbClr val="12301A"/>
          </a:solidFill>
          <a:ln w="12700">
            <a:solidFill>
              <a:srgbClr val="B8D98A"/>
            </a:solidFill>
            <a:prstDash val="solid"/>
          </a:ln>
        </p:spPr>
      </p:sp>
      <p:sp>
        <p:nvSpPr>
          <p:cNvPr id="7" name="Text 4"/>
          <p:cNvSpPr txBox="1"/>
          <p:nvPr/>
        </p:nvSpPr>
        <p:spPr>
          <a:xfrm>
            <a:off x="6656832" y="1188720"/>
            <a:ext cx="1353312" cy="64008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ID</a:t>
            </a:r>
            <a:endParaRPr lang="en-US" sz="1600" dirty="0"/>
          </a:p>
        </p:txBody>
      </p:sp>
      <p:sp>
        <p:nvSpPr>
          <p:cNvPr id="8" name="Shape 5"/>
          <p:cNvSpPr/>
          <p:nvPr/>
        </p:nvSpPr>
        <p:spPr>
          <a:xfrm>
            <a:off x="8046720" y="1188720"/>
            <a:ext cx="3474720" cy="640080"/>
          </a:xfrm>
          <a:prstGeom prst="rect">
            <a:avLst/>
          </a:prstGeom>
          <a:solidFill>
            <a:srgbClr val="12301A"/>
          </a:solidFill>
          <a:ln w="12700">
            <a:solidFill>
              <a:srgbClr val="B8D98A"/>
            </a:solidFill>
            <a:prstDash val="solid"/>
          </a:ln>
        </p:spPr>
      </p:sp>
      <p:sp>
        <p:nvSpPr>
          <p:cNvPr id="9" name="Text 6"/>
          <p:cNvSpPr txBox="1"/>
          <p:nvPr/>
        </p:nvSpPr>
        <p:spPr>
          <a:xfrm>
            <a:off x="8119872" y="1188720"/>
            <a:ext cx="3364992" cy="64008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Titel</a:t>
            </a:r>
            <a:endParaRPr lang="en-US" sz="1600" dirty="0"/>
          </a:p>
        </p:txBody>
      </p:sp>
      <p:sp>
        <p:nvSpPr>
          <p:cNvPr id="10" name="Shape 7"/>
          <p:cNvSpPr/>
          <p:nvPr/>
        </p:nvSpPr>
        <p:spPr>
          <a:xfrm>
            <a:off x="6583680" y="1828800"/>
            <a:ext cx="1463040" cy="640080"/>
          </a:xfrm>
          <a:prstGeom prst="rect">
            <a:avLst/>
          </a:prstGeom>
          <a:solidFill>
            <a:srgbClr val="DDF3B8"/>
          </a:solidFill>
          <a:ln w="12700">
            <a:solidFill>
              <a:srgbClr val="B8D98A"/>
            </a:solidFill>
            <a:prstDash val="solid"/>
          </a:ln>
        </p:spPr>
      </p:sp>
      <p:sp>
        <p:nvSpPr>
          <p:cNvPr id="11" name="Text 8"/>
          <p:cNvSpPr txBox="1"/>
          <p:nvPr/>
        </p:nvSpPr>
        <p:spPr>
          <a:xfrm>
            <a:off x="6656832" y="182880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2" name="Shape 9"/>
          <p:cNvSpPr/>
          <p:nvPr/>
        </p:nvSpPr>
        <p:spPr>
          <a:xfrm>
            <a:off x="8046720" y="1828800"/>
            <a:ext cx="3474720" cy="640080"/>
          </a:xfrm>
          <a:prstGeom prst="rect">
            <a:avLst/>
          </a:prstGeom>
          <a:solidFill>
            <a:srgbClr val="FBFFF4"/>
          </a:solidFill>
          <a:ln w="12700">
            <a:solidFill>
              <a:srgbClr val="B8D98A"/>
            </a:solidFill>
            <a:prstDash val="solid"/>
          </a:ln>
        </p:spPr>
      </p:sp>
      <p:sp>
        <p:nvSpPr>
          <p:cNvPr id="13" name="Text 10"/>
          <p:cNvSpPr txBox="1"/>
          <p:nvPr/>
        </p:nvSpPr>
        <p:spPr>
          <a:xfrm>
            <a:off x="8119872" y="182880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Der Drache</a:t>
            </a:r>
            <a:endParaRPr lang="en-US" sz="1600" dirty="0"/>
          </a:p>
        </p:txBody>
      </p:sp>
      <p:sp>
        <p:nvSpPr>
          <p:cNvPr id="14" name="Shape 11"/>
          <p:cNvSpPr/>
          <p:nvPr/>
        </p:nvSpPr>
        <p:spPr>
          <a:xfrm>
            <a:off x="6583680" y="2468880"/>
            <a:ext cx="1463040" cy="640080"/>
          </a:xfrm>
          <a:prstGeom prst="rect">
            <a:avLst/>
          </a:prstGeom>
          <a:solidFill>
            <a:srgbClr val="DDF3B8"/>
          </a:solidFill>
          <a:ln w="12700">
            <a:solidFill>
              <a:srgbClr val="B8D98A"/>
            </a:solidFill>
            <a:prstDash val="solid"/>
          </a:ln>
        </p:spPr>
      </p:sp>
      <p:sp>
        <p:nvSpPr>
          <p:cNvPr id="15" name="Text 12"/>
          <p:cNvSpPr txBox="1"/>
          <p:nvPr/>
        </p:nvSpPr>
        <p:spPr>
          <a:xfrm>
            <a:off x="6656832" y="246888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16" name="Shape 13"/>
          <p:cNvSpPr/>
          <p:nvPr/>
        </p:nvSpPr>
        <p:spPr>
          <a:xfrm>
            <a:off x="8046720" y="2468880"/>
            <a:ext cx="3474720" cy="640080"/>
          </a:xfrm>
          <a:prstGeom prst="rect">
            <a:avLst/>
          </a:prstGeom>
          <a:solidFill>
            <a:srgbClr val="FBFFF4"/>
          </a:solidFill>
          <a:ln w="12700">
            <a:solidFill>
              <a:srgbClr val="B8D98A"/>
            </a:solidFill>
            <a:prstDash val="solid"/>
          </a:ln>
        </p:spPr>
      </p:sp>
      <p:sp>
        <p:nvSpPr>
          <p:cNvPr id="17" name="Text 14"/>
          <p:cNvSpPr txBox="1"/>
          <p:nvPr/>
        </p:nvSpPr>
        <p:spPr>
          <a:xfrm>
            <a:off x="8119872" y="246888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Das Geheimnis</a:t>
            </a:r>
            <a:endParaRPr lang="en-US" sz="1600" dirty="0"/>
          </a:p>
        </p:txBody>
      </p:sp>
      <p:sp>
        <p:nvSpPr>
          <p:cNvPr id="18" name="Shape 15"/>
          <p:cNvSpPr/>
          <p:nvPr/>
        </p:nvSpPr>
        <p:spPr>
          <a:xfrm>
            <a:off x="6583680" y="3108960"/>
            <a:ext cx="1463040" cy="640080"/>
          </a:xfrm>
          <a:prstGeom prst="rect">
            <a:avLst/>
          </a:prstGeom>
          <a:solidFill>
            <a:srgbClr val="DDF3B8"/>
          </a:solidFill>
          <a:ln w="12700">
            <a:solidFill>
              <a:srgbClr val="B8D98A"/>
            </a:solidFill>
            <a:prstDash val="solid"/>
          </a:ln>
        </p:spPr>
      </p:sp>
      <p:sp>
        <p:nvSpPr>
          <p:cNvPr id="19" name="Text 16"/>
          <p:cNvSpPr txBox="1"/>
          <p:nvPr/>
        </p:nvSpPr>
        <p:spPr>
          <a:xfrm>
            <a:off x="6656832" y="310896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0" name="Shape 17"/>
          <p:cNvSpPr/>
          <p:nvPr/>
        </p:nvSpPr>
        <p:spPr>
          <a:xfrm>
            <a:off x="8046720" y="3108960"/>
            <a:ext cx="3474720" cy="640080"/>
          </a:xfrm>
          <a:prstGeom prst="rect">
            <a:avLst/>
          </a:prstGeom>
          <a:solidFill>
            <a:srgbClr val="FBFFF4"/>
          </a:solidFill>
          <a:ln w="12700">
            <a:solidFill>
              <a:srgbClr val="B8D98A"/>
            </a:solidFill>
            <a:prstDash val="solid"/>
          </a:ln>
        </p:spPr>
      </p:sp>
      <p:sp>
        <p:nvSpPr>
          <p:cNvPr id="21" name="Text 18"/>
          <p:cNvSpPr txBox="1"/>
          <p:nvPr/>
        </p:nvSpPr>
        <p:spPr>
          <a:xfrm>
            <a:off x="8119872" y="310896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Die Insel</a:t>
            </a:r>
            <a:endParaRPr lang="en-US" sz="1600" dirty="0"/>
          </a:p>
        </p:txBody>
      </p:sp>
      <p:sp>
        <p:nvSpPr>
          <p:cNvPr id="22" name="Shape 19"/>
          <p:cNvSpPr/>
          <p:nvPr/>
        </p:nvSpPr>
        <p:spPr>
          <a:xfrm>
            <a:off x="6583680" y="4023360"/>
            <a:ext cx="1463040" cy="548640"/>
          </a:xfrm>
          <a:prstGeom prst="rect">
            <a:avLst/>
          </a:prstGeom>
          <a:solidFill>
            <a:srgbClr val="12301A"/>
          </a:solidFill>
          <a:ln w="12700">
            <a:solidFill>
              <a:srgbClr val="B8D98A"/>
            </a:solidFill>
            <a:prstDash val="solid"/>
          </a:ln>
        </p:spPr>
      </p:sp>
      <p:sp>
        <p:nvSpPr>
          <p:cNvPr id="23" name="Text 20"/>
          <p:cNvSpPr txBox="1"/>
          <p:nvPr/>
        </p:nvSpPr>
        <p:spPr>
          <a:xfrm>
            <a:off x="6656832" y="4023360"/>
            <a:ext cx="1353312" cy="54864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ID</a:t>
            </a:r>
            <a:endParaRPr lang="en-US" sz="1600" dirty="0"/>
          </a:p>
        </p:txBody>
      </p:sp>
      <p:sp>
        <p:nvSpPr>
          <p:cNvPr id="24" name="Shape 21"/>
          <p:cNvSpPr/>
          <p:nvPr/>
        </p:nvSpPr>
        <p:spPr>
          <a:xfrm>
            <a:off x="8046720" y="4023360"/>
            <a:ext cx="3474720" cy="548640"/>
          </a:xfrm>
          <a:prstGeom prst="rect">
            <a:avLst/>
          </a:prstGeom>
          <a:solidFill>
            <a:srgbClr val="12301A"/>
          </a:solidFill>
          <a:ln w="12700">
            <a:solidFill>
              <a:srgbClr val="B8D98A"/>
            </a:solidFill>
            <a:prstDash val="solid"/>
          </a:ln>
        </p:spPr>
      </p:sp>
      <p:sp>
        <p:nvSpPr>
          <p:cNvPr id="25" name="Text 22"/>
          <p:cNvSpPr txBox="1"/>
          <p:nvPr/>
        </p:nvSpPr>
        <p:spPr>
          <a:xfrm>
            <a:off x="8119872" y="4023360"/>
            <a:ext cx="3364992" cy="54864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Titel</a:t>
            </a:r>
            <a:endParaRPr lang="en-US" sz="1600" dirty="0"/>
          </a:p>
        </p:txBody>
      </p:sp>
      <p:sp>
        <p:nvSpPr>
          <p:cNvPr id="26" name="Shape 23"/>
          <p:cNvSpPr/>
          <p:nvPr/>
        </p:nvSpPr>
        <p:spPr>
          <a:xfrm>
            <a:off x="6583680" y="4572000"/>
            <a:ext cx="1463040" cy="548640"/>
          </a:xfrm>
          <a:prstGeom prst="rect">
            <a:avLst/>
          </a:prstGeom>
          <a:solidFill>
            <a:srgbClr val="FFD9C7"/>
          </a:solidFill>
          <a:ln w="12700">
            <a:solidFill>
              <a:srgbClr val="B8D98A"/>
            </a:solidFill>
            <a:prstDash val="solid"/>
          </a:ln>
        </p:spPr>
      </p:sp>
      <p:sp>
        <p:nvSpPr>
          <p:cNvPr id="27" name="Text 24"/>
          <p:cNvSpPr txBox="1"/>
          <p:nvPr/>
        </p:nvSpPr>
        <p:spPr>
          <a:xfrm>
            <a:off x="6656832" y="4572000"/>
            <a:ext cx="135331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28" name="Shape 25"/>
          <p:cNvSpPr/>
          <p:nvPr/>
        </p:nvSpPr>
        <p:spPr>
          <a:xfrm>
            <a:off x="8046720" y="4572000"/>
            <a:ext cx="3474720" cy="548640"/>
          </a:xfrm>
          <a:prstGeom prst="rect">
            <a:avLst/>
          </a:prstGeom>
          <a:solidFill>
            <a:srgbClr val="FBFFF4"/>
          </a:solidFill>
          <a:ln w="12700">
            <a:solidFill>
              <a:srgbClr val="B8D98A"/>
            </a:solidFill>
            <a:prstDash val="solid"/>
          </a:ln>
        </p:spPr>
      </p:sp>
      <p:sp>
        <p:nvSpPr>
          <p:cNvPr id="29" name="Text 26"/>
          <p:cNvSpPr txBox="1"/>
          <p:nvPr/>
        </p:nvSpPr>
        <p:spPr>
          <a:xfrm>
            <a:off x="8119872" y="4572000"/>
            <a:ext cx="336499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Das Geheimnis</a:t>
            </a:r>
            <a:endParaRPr lang="en-US" sz="1600" dirty="0"/>
          </a:p>
        </p:txBody>
      </p:sp>
      <p:sp>
        <p:nvSpPr>
          <p:cNvPr id="30" name="Shape 27"/>
          <p:cNvSpPr/>
          <p:nvPr/>
        </p:nvSpPr>
        <p:spPr>
          <a:xfrm>
            <a:off x="6583680" y="5120640"/>
            <a:ext cx="1463040" cy="548640"/>
          </a:xfrm>
          <a:prstGeom prst="rect">
            <a:avLst/>
          </a:prstGeom>
          <a:solidFill>
            <a:srgbClr val="FFD9C7"/>
          </a:solidFill>
          <a:ln w="12700">
            <a:solidFill>
              <a:srgbClr val="B8D98A"/>
            </a:solidFill>
            <a:prstDash val="solid"/>
          </a:ln>
        </p:spPr>
      </p:sp>
      <p:sp>
        <p:nvSpPr>
          <p:cNvPr id="31" name="Text 28"/>
          <p:cNvSpPr txBox="1"/>
          <p:nvPr/>
        </p:nvSpPr>
        <p:spPr>
          <a:xfrm>
            <a:off x="6656832" y="5120640"/>
            <a:ext cx="135331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32" name="Shape 29"/>
          <p:cNvSpPr/>
          <p:nvPr/>
        </p:nvSpPr>
        <p:spPr>
          <a:xfrm>
            <a:off x="8046720" y="5120640"/>
            <a:ext cx="3474720" cy="548640"/>
          </a:xfrm>
          <a:prstGeom prst="rect">
            <a:avLst/>
          </a:prstGeom>
          <a:solidFill>
            <a:srgbClr val="FBFFF4"/>
          </a:solidFill>
          <a:ln w="12700">
            <a:solidFill>
              <a:srgbClr val="B8D98A"/>
            </a:solidFill>
            <a:prstDash val="solid"/>
          </a:ln>
        </p:spPr>
      </p:sp>
      <p:sp>
        <p:nvSpPr>
          <p:cNvPr id="33" name="Text 30"/>
          <p:cNvSpPr txBox="1"/>
          <p:nvPr/>
        </p:nvSpPr>
        <p:spPr>
          <a:xfrm>
            <a:off x="8119872" y="5120640"/>
            <a:ext cx="336499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Die Insel</a:t>
            </a:r>
            <a:endParaRPr lang="en-US" sz="1600" dirty="0"/>
          </a:p>
        </p:txBody>
      </p:sp>
      <p:sp>
        <p:nvSpPr>
          <p:cNvPr id="34" name="Shape 31"/>
          <p:cNvSpPr/>
          <p:nvPr/>
        </p:nvSpPr>
        <p:spPr>
          <a:xfrm>
            <a:off x="11064240" y="4526280"/>
            <a:ext cx="365760" cy="365760"/>
          </a:xfrm>
          <a:prstGeom prst="mathMultiply">
            <a:avLst/>
          </a:prstGeom>
          <a:solidFill>
            <a:srgbClr val="FF7A45"/>
          </a:solidFill>
          <a:ln w="12700">
            <a:solidFill>
              <a:srgbClr val="FF7A45"/>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Bedingung 2</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0E1F0C"/>
                </a:solidFill>
                <a:latin typeface="Poppins" pitchFamily="34" charset="0"/>
                <a:ea typeface="Poppins" pitchFamily="34" charset="-122"/>
                <a:cs typeface="Poppins" pitchFamily="34" charset="-120"/>
              </a:rPr>
              <a:t>Er ist </a:t>
            </a:r>
            <a:pPr indent="0" marL="0">
              <a:lnSpc>
                <a:spcPct val="105000"/>
              </a:lnSpc>
              <a:buNone/>
            </a:pPr>
            <a:r>
              <a:rPr lang="en-US" sz="4600" dirty="0">
                <a:solidFill>
                  <a:srgbClr val="26720A"/>
                </a:solidFill>
                <a:highlight>
                  <a:srgbClr val="B1FF37"/>
                </a:highlight>
                <a:latin typeface="Poppins" pitchFamily="34" charset="0"/>
                <a:ea typeface="Poppins" pitchFamily="34" charset="-122"/>
                <a:cs typeface="Poppins" pitchFamily="34" charset="-120"/>
              </a:rPr>
              <a:t>nie leer.</a:t>
            </a:r>
            <a:endParaRPr lang="en-US" sz="46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Jeder Datensatz hat einen.</a:t>
            </a:r>
            <a:endParaRPr lang="en-US" sz="1800" dirty="0"/>
          </a:p>
        </p:txBody>
      </p:sp>
      <p:sp>
        <p:nvSpPr>
          <p:cNvPr id="6" name="Shape 3"/>
          <p:cNvSpPr/>
          <p:nvPr/>
        </p:nvSpPr>
        <p:spPr>
          <a:xfrm>
            <a:off x="6583680" y="1188720"/>
            <a:ext cx="1463040" cy="640080"/>
          </a:xfrm>
          <a:prstGeom prst="rect">
            <a:avLst/>
          </a:prstGeom>
          <a:solidFill>
            <a:srgbClr val="12301A"/>
          </a:solidFill>
          <a:ln w="12700">
            <a:solidFill>
              <a:srgbClr val="B8D98A"/>
            </a:solidFill>
            <a:prstDash val="solid"/>
          </a:ln>
        </p:spPr>
      </p:sp>
      <p:sp>
        <p:nvSpPr>
          <p:cNvPr id="7" name="Text 4"/>
          <p:cNvSpPr txBox="1"/>
          <p:nvPr/>
        </p:nvSpPr>
        <p:spPr>
          <a:xfrm>
            <a:off x="6656832" y="1188720"/>
            <a:ext cx="1353312" cy="64008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ID</a:t>
            </a:r>
            <a:endParaRPr lang="en-US" sz="1600" dirty="0"/>
          </a:p>
        </p:txBody>
      </p:sp>
      <p:sp>
        <p:nvSpPr>
          <p:cNvPr id="8" name="Shape 5"/>
          <p:cNvSpPr/>
          <p:nvPr/>
        </p:nvSpPr>
        <p:spPr>
          <a:xfrm>
            <a:off x="8046720" y="1188720"/>
            <a:ext cx="3474720" cy="640080"/>
          </a:xfrm>
          <a:prstGeom prst="rect">
            <a:avLst/>
          </a:prstGeom>
          <a:solidFill>
            <a:srgbClr val="12301A"/>
          </a:solidFill>
          <a:ln w="12700">
            <a:solidFill>
              <a:srgbClr val="B8D98A"/>
            </a:solidFill>
            <a:prstDash val="solid"/>
          </a:ln>
        </p:spPr>
      </p:sp>
      <p:sp>
        <p:nvSpPr>
          <p:cNvPr id="9" name="Text 6"/>
          <p:cNvSpPr txBox="1"/>
          <p:nvPr/>
        </p:nvSpPr>
        <p:spPr>
          <a:xfrm>
            <a:off x="8119872" y="1188720"/>
            <a:ext cx="3364992" cy="64008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Titel</a:t>
            </a:r>
            <a:endParaRPr lang="en-US" sz="1600" dirty="0"/>
          </a:p>
        </p:txBody>
      </p:sp>
      <p:sp>
        <p:nvSpPr>
          <p:cNvPr id="10" name="Shape 7"/>
          <p:cNvSpPr/>
          <p:nvPr/>
        </p:nvSpPr>
        <p:spPr>
          <a:xfrm>
            <a:off x="6583680" y="1828800"/>
            <a:ext cx="1463040" cy="640080"/>
          </a:xfrm>
          <a:prstGeom prst="rect">
            <a:avLst/>
          </a:prstGeom>
          <a:solidFill>
            <a:srgbClr val="DDF3B8"/>
          </a:solidFill>
          <a:ln w="12700">
            <a:solidFill>
              <a:srgbClr val="B8D98A"/>
            </a:solidFill>
            <a:prstDash val="solid"/>
          </a:ln>
        </p:spPr>
      </p:sp>
      <p:sp>
        <p:nvSpPr>
          <p:cNvPr id="11" name="Text 8"/>
          <p:cNvSpPr txBox="1"/>
          <p:nvPr/>
        </p:nvSpPr>
        <p:spPr>
          <a:xfrm>
            <a:off x="6656832" y="182880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2" name="Shape 9"/>
          <p:cNvSpPr/>
          <p:nvPr/>
        </p:nvSpPr>
        <p:spPr>
          <a:xfrm>
            <a:off x="8046720" y="1828800"/>
            <a:ext cx="3474720" cy="640080"/>
          </a:xfrm>
          <a:prstGeom prst="rect">
            <a:avLst/>
          </a:prstGeom>
          <a:solidFill>
            <a:srgbClr val="FBFFF4"/>
          </a:solidFill>
          <a:ln w="12700">
            <a:solidFill>
              <a:srgbClr val="B8D98A"/>
            </a:solidFill>
            <a:prstDash val="solid"/>
          </a:ln>
        </p:spPr>
      </p:sp>
      <p:sp>
        <p:nvSpPr>
          <p:cNvPr id="13" name="Text 10"/>
          <p:cNvSpPr txBox="1"/>
          <p:nvPr/>
        </p:nvSpPr>
        <p:spPr>
          <a:xfrm>
            <a:off x="8119872" y="182880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Der Drache</a:t>
            </a:r>
            <a:endParaRPr lang="en-US" sz="1600" dirty="0"/>
          </a:p>
        </p:txBody>
      </p:sp>
      <p:sp>
        <p:nvSpPr>
          <p:cNvPr id="14" name="Shape 11"/>
          <p:cNvSpPr/>
          <p:nvPr/>
        </p:nvSpPr>
        <p:spPr>
          <a:xfrm>
            <a:off x="6583680" y="2468880"/>
            <a:ext cx="1463040" cy="640080"/>
          </a:xfrm>
          <a:prstGeom prst="rect">
            <a:avLst/>
          </a:prstGeom>
          <a:solidFill>
            <a:srgbClr val="DDF3B8"/>
          </a:solidFill>
          <a:ln w="12700">
            <a:solidFill>
              <a:srgbClr val="B8D98A"/>
            </a:solidFill>
            <a:prstDash val="solid"/>
          </a:ln>
        </p:spPr>
      </p:sp>
      <p:sp>
        <p:nvSpPr>
          <p:cNvPr id="15" name="Text 12"/>
          <p:cNvSpPr txBox="1"/>
          <p:nvPr/>
        </p:nvSpPr>
        <p:spPr>
          <a:xfrm>
            <a:off x="6656832" y="246888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16" name="Shape 13"/>
          <p:cNvSpPr/>
          <p:nvPr/>
        </p:nvSpPr>
        <p:spPr>
          <a:xfrm>
            <a:off x="8046720" y="2468880"/>
            <a:ext cx="3474720" cy="640080"/>
          </a:xfrm>
          <a:prstGeom prst="rect">
            <a:avLst/>
          </a:prstGeom>
          <a:solidFill>
            <a:srgbClr val="FBFFF4"/>
          </a:solidFill>
          <a:ln w="12700">
            <a:solidFill>
              <a:srgbClr val="B8D98A"/>
            </a:solidFill>
            <a:prstDash val="solid"/>
          </a:ln>
        </p:spPr>
      </p:sp>
      <p:sp>
        <p:nvSpPr>
          <p:cNvPr id="17" name="Text 14"/>
          <p:cNvSpPr txBox="1"/>
          <p:nvPr/>
        </p:nvSpPr>
        <p:spPr>
          <a:xfrm>
            <a:off x="8119872" y="246888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Das Geheimnis</a:t>
            </a:r>
            <a:endParaRPr lang="en-US" sz="1600" dirty="0"/>
          </a:p>
        </p:txBody>
      </p:sp>
      <p:sp>
        <p:nvSpPr>
          <p:cNvPr id="18" name="Shape 15"/>
          <p:cNvSpPr/>
          <p:nvPr/>
        </p:nvSpPr>
        <p:spPr>
          <a:xfrm>
            <a:off x="6583680" y="3108960"/>
            <a:ext cx="1463040" cy="640080"/>
          </a:xfrm>
          <a:prstGeom prst="rect">
            <a:avLst/>
          </a:prstGeom>
          <a:solidFill>
            <a:srgbClr val="DDF3B8"/>
          </a:solidFill>
          <a:ln w="12700">
            <a:solidFill>
              <a:srgbClr val="B8D98A"/>
            </a:solidFill>
            <a:prstDash val="solid"/>
          </a:ln>
        </p:spPr>
      </p:sp>
      <p:sp>
        <p:nvSpPr>
          <p:cNvPr id="19" name="Text 16"/>
          <p:cNvSpPr txBox="1"/>
          <p:nvPr/>
        </p:nvSpPr>
        <p:spPr>
          <a:xfrm>
            <a:off x="6656832" y="3108960"/>
            <a:ext cx="135331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0" name="Shape 17"/>
          <p:cNvSpPr/>
          <p:nvPr/>
        </p:nvSpPr>
        <p:spPr>
          <a:xfrm>
            <a:off x="8046720" y="3108960"/>
            <a:ext cx="3474720" cy="640080"/>
          </a:xfrm>
          <a:prstGeom prst="rect">
            <a:avLst/>
          </a:prstGeom>
          <a:solidFill>
            <a:srgbClr val="FBFFF4"/>
          </a:solidFill>
          <a:ln w="12700">
            <a:solidFill>
              <a:srgbClr val="B8D98A"/>
            </a:solidFill>
            <a:prstDash val="solid"/>
          </a:ln>
        </p:spPr>
      </p:sp>
      <p:sp>
        <p:nvSpPr>
          <p:cNvPr id="21" name="Text 18"/>
          <p:cNvSpPr txBox="1"/>
          <p:nvPr/>
        </p:nvSpPr>
        <p:spPr>
          <a:xfrm>
            <a:off x="8119872" y="3108960"/>
            <a:ext cx="3364992" cy="64008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Die Insel</a:t>
            </a:r>
            <a:endParaRPr lang="en-US" sz="1600" dirty="0"/>
          </a:p>
        </p:txBody>
      </p:sp>
      <p:sp>
        <p:nvSpPr>
          <p:cNvPr id="22" name="Shape 19"/>
          <p:cNvSpPr/>
          <p:nvPr/>
        </p:nvSpPr>
        <p:spPr>
          <a:xfrm>
            <a:off x="6583680" y="4023360"/>
            <a:ext cx="1463040" cy="548640"/>
          </a:xfrm>
          <a:prstGeom prst="rect">
            <a:avLst/>
          </a:prstGeom>
          <a:solidFill>
            <a:srgbClr val="12301A"/>
          </a:solidFill>
          <a:ln w="12700">
            <a:solidFill>
              <a:srgbClr val="B8D98A"/>
            </a:solidFill>
            <a:prstDash val="solid"/>
          </a:ln>
        </p:spPr>
      </p:sp>
      <p:sp>
        <p:nvSpPr>
          <p:cNvPr id="23" name="Text 20"/>
          <p:cNvSpPr txBox="1"/>
          <p:nvPr/>
        </p:nvSpPr>
        <p:spPr>
          <a:xfrm>
            <a:off x="6656832" y="4023360"/>
            <a:ext cx="1353312" cy="54864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ID</a:t>
            </a:r>
            <a:endParaRPr lang="en-US" sz="1600" dirty="0"/>
          </a:p>
        </p:txBody>
      </p:sp>
      <p:sp>
        <p:nvSpPr>
          <p:cNvPr id="24" name="Shape 21"/>
          <p:cNvSpPr/>
          <p:nvPr/>
        </p:nvSpPr>
        <p:spPr>
          <a:xfrm>
            <a:off x="8046720" y="4023360"/>
            <a:ext cx="3474720" cy="548640"/>
          </a:xfrm>
          <a:prstGeom prst="rect">
            <a:avLst/>
          </a:prstGeom>
          <a:solidFill>
            <a:srgbClr val="12301A"/>
          </a:solidFill>
          <a:ln w="12700">
            <a:solidFill>
              <a:srgbClr val="B8D98A"/>
            </a:solidFill>
            <a:prstDash val="solid"/>
          </a:ln>
        </p:spPr>
      </p:sp>
      <p:sp>
        <p:nvSpPr>
          <p:cNvPr id="25" name="Text 22"/>
          <p:cNvSpPr txBox="1"/>
          <p:nvPr/>
        </p:nvSpPr>
        <p:spPr>
          <a:xfrm>
            <a:off x="8119872" y="4023360"/>
            <a:ext cx="3364992" cy="54864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Titel</a:t>
            </a:r>
            <a:endParaRPr lang="en-US" sz="1600" dirty="0"/>
          </a:p>
        </p:txBody>
      </p:sp>
      <p:sp>
        <p:nvSpPr>
          <p:cNvPr id="26" name="Shape 23"/>
          <p:cNvSpPr/>
          <p:nvPr/>
        </p:nvSpPr>
        <p:spPr>
          <a:xfrm>
            <a:off x="6583680" y="4572000"/>
            <a:ext cx="1463040" cy="548640"/>
          </a:xfrm>
          <a:prstGeom prst="rect">
            <a:avLst/>
          </a:prstGeom>
          <a:solidFill>
            <a:srgbClr val="FFD9C7"/>
          </a:solidFill>
          <a:ln w="12700">
            <a:solidFill>
              <a:srgbClr val="B8D98A"/>
            </a:solidFill>
            <a:prstDash val="solid"/>
          </a:ln>
        </p:spPr>
      </p:sp>
      <p:sp>
        <p:nvSpPr>
          <p:cNvPr id="27" name="Text 24"/>
          <p:cNvSpPr txBox="1"/>
          <p:nvPr/>
        </p:nvSpPr>
        <p:spPr>
          <a:xfrm>
            <a:off x="6656832" y="4572000"/>
            <a:ext cx="1353312" cy="548640"/>
          </a:xfrm>
          <a:prstGeom prst="rect">
            <a:avLst/>
          </a:prstGeom>
          <a:noFill/>
          <a:ln/>
        </p:spPr>
        <p:txBody>
          <a:bodyPr wrap="square" lIns="0" tIns="0" rIns="0" bIns="0" rtlCol="0" anchor="ctr"/>
          <a:lstStyle/>
          <a:p>
            <a:pPr indent="0" marL="0">
              <a:buNone/>
            </a:pPr>
            <a:endParaRPr lang="en-US" sz="1600" dirty="0"/>
          </a:p>
        </p:txBody>
      </p:sp>
      <p:sp>
        <p:nvSpPr>
          <p:cNvPr id="28" name="Shape 25"/>
          <p:cNvSpPr/>
          <p:nvPr/>
        </p:nvSpPr>
        <p:spPr>
          <a:xfrm>
            <a:off x="8046720" y="4572000"/>
            <a:ext cx="3474720" cy="548640"/>
          </a:xfrm>
          <a:prstGeom prst="rect">
            <a:avLst/>
          </a:prstGeom>
          <a:solidFill>
            <a:srgbClr val="FBFFF4"/>
          </a:solidFill>
          <a:ln w="12700">
            <a:solidFill>
              <a:srgbClr val="B8D98A"/>
            </a:solidFill>
            <a:prstDash val="solid"/>
          </a:ln>
        </p:spPr>
      </p:sp>
      <p:sp>
        <p:nvSpPr>
          <p:cNvPr id="29" name="Text 26"/>
          <p:cNvSpPr txBox="1"/>
          <p:nvPr/>
        </p:nvSpPr>
        <p:spPr>
          <a:xfrm>
            <a:off x="8119872" y="4572000"/>
            <a:ext cx="336499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Das Geheimnis</a:t>
            </a:r>
            <a:endParaRPr lang="en-US" sz="1600" dirty="0"/>
          </a:p>
        </p:txBody>
      </p:sp>
      <p:sp>
        <p:nvSpPr>
          <p:cNvPr id="30" name="Shape 27"/>
          <p:cNvSpPr/>
          <p:nvPr/>
        </p:nvSpPr>
        <p:spPr>
          <a:xfrm>
            <a:off x="6583680" y="5120640"/>
            <a:ext cx="1463040" cy="548640"/>
          </a:xfrm>
          <a:prstGeom prst="rect">
            <a:avLst/>
          </a:prstGeom>
          <a:solidFill>
            <a:srgbClr val="FBFFF4"/>
          </a:solidFill>
          <a:ln w="12700">
            <a:solidFill>
              <a:srgbClr val="B8D98A"/>
            </a:solidFill>
            <a:prstDash val="solid"/>
          </a:ln>
        </p:spPr>
      </p:sp>
      <p:sp>
        <p:nvSpPr>
          <p:cNvPr id="31" name="Text 28"/>
          <p:cNvSpPr txBox="1"/>
          <p:nvPr/>
        </p:nvSpPr>
        <p:spPr>
          <a:xfrm>
            <a:off x="6656832" y="5120640"/>
            <a:ext cx="135331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32" name="Shape 29"/>
          <p:cNvSpPr/>
          <p:nvPr/>
        </p:nvSpPr>
        <p:spPr>
          <a:xfrm>
            <a:off x="8046720" y="5120640"/>
            <a:ext cx="3474720" cy="548640"/>
          </a:xfrm>
          <a:prstGeom prst="rect">
            <a:avLst/>
          </a:prstGeom>
          <a:solidFill>
            <a:srgbClr val="FBFFF4"/>
          </a:solidFill>
          <a:ln w="12700">
            <a:solidFill>
              <a:srgbClr val="B8D98A"/>
            </a:solidFill>
            <a:prstDash val="solid"/>
          </a:ln>
        </p:spPr>
      </p:sp>
      <p:sp>
        <p:nvSpPr>
          <p:cNvPr id="33" name="Text 30"/>
          <p:cNvSpPr txBox="1"/>
          <p:nvPr/>
        </p:nvSpPr>
        <p:spPr>
          <a:xfrm>
            <a:off x="8119872" y="5120640"/>
            <a:ext cx="3364992" cy="54864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Die Insel</a:t>
            </a:r>
            <a:endParaRPr lang="en-US" sz="1600" dirty="0"/>
          </a:p>
        </p:txBody>
      </p:sp>
      <p:sp>
        <p:nvSpPr>
          <p:cNvPr id="34" name="Shape 31"/>
          <p:cNvSpPr/>
          <p:nvPr/>
        </p:nvSpPr>
        <p:spPr>
          <a:xfrm>
            <a:off x="7132320" y="4617720"/>
            <a:ext cx="365760" cy="365760"/>
          </a:xfrm>
          <a:prstGeom prst="mathMultiply">
            <a:avLst/>
          </a:prstGeom>
          <a:solidFill>
            <a:srgbClr val="FF7A45"/>
          </a:solidFill>
          <a:ln w="12700">
            <a:solidFill>
              <a:srgbClr val="FF7A45"/>
            </a:solidFill>
            <a:prstDash val="solid"/>
          </a:ln>
        </p:spPr>
      </p:sp>
      <p:sp>
        <p:nvSpPr>
          <p:cNvPr id="35" name="Text 32"/>
          <p:cNvSpPr txBox="1"/>
          <p:nvPr/>
        </p:nvSpPr>
        <p:spPr>
          <a:xfrm>
            <a:off x="6583680" y="5760720"/>
            <a:ext cx="1463040" cy="365760"/>
          </a:xfrm>
          <a:prstGeom prst="rect">
            <a:avLst/>
          </a:prstGeom>
          <a:noFill/>
          <a:ln/>
        </p:spPr>
        <p:txBody>
          <a:bodyPr wrap="square" lIns="0" tIns="0" rIns="0" bIns="0" rtlCol="0" anchor="t"/>
          <a:lstStyle/>
          <a:p>
            <a:pPr indent="0" marL="0">
              <a:buNone/>
            </a:pPr>
            <a:r>
              <a:rPr lang="en-US" sz="1400" b="1" dirty="0">
                <a:solidFill>
                  <a:srgbClr val="FF7A45"/>
                </a:solidFill>
                <a:latin typeface="Poppins" pitchFamily="34" charset="0"/>
                <a:ea typeface="Poppins" pitchFamily="34" charset="-122"/>
                <a:cs typeface="Poppins" pitchFamily="34" charset="-120"/>
              </a:rPr>
              <a:t>leer!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Bedingung 3</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Er </a:t>
            </a:r>
            <a:pPr indent="0" marL="0">
              <a:lnSpc>
                <a:spcPct val="105000"/>
              </a:lnSpc>
              <a:buNone/>
            </a:pPr>
            <a:r>
              <a:rPr lang="en-US" sz="4200" dirty="0">
                <a:solidFill>
                  <a:srgbClr val="26720A"/>
                </a:solidFill>
                <a:highlight>
                  <a:srgbClr val="B1FF37"/>
                </a:highlight>
                <a:latin typeface="Poppins" pitchFamily="34" charset="0"/>
                <a:ea typeface="Poppins" pitchFamily="34" charset="-122"/>
                <a:cs typeface="Poppins" pitchFamily="34" charset="-120"/>
              </a:rPr>
              <a:t>ändert sich nicht.</a:t>
            </a:r>
            <a:endParaRPr lang="en-US" sz="42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Einmal vergeben, bleibt die Nummer dieselbe.</a:t>
            </a:r>
            <a:endParaRPr lang="en-US" sz="1800" dirty="0"/>
          </a:p>
        </p:txBody>
      </p:sp>
      <p:sp>
        <p:nvSpPr>
          <p:cNvPr id="6" name="Shape 3"/>
          <p:cNvSpPr/>
          <p:nvPr/>
        </p:nvSpPr>
        <p:spPr>
          <a:xfrm>
            <a:off x="6583680" y="1097280"/>
            <a:ext cx="4937760" cy="1463040"/>
          </a:xfrm>
          <a:prstGeom prst="roundRect">
            <a:avLst>
              <a:gd name="adj" fmla="val 9375"/>
            </a:avLst>
          </a:prstGeom>
          <a:solidFill>
            <a:srgbClr val="FBFFF4"/>
          </a:solidFill>
          <a:ln w="15875">
            <a:solidFill>
              <a:srgbClr val="B8D98A"/>
            </a:solidFill>
            <a:prstDash val="solid"/>
          </a:ln>
        </p:spPr>
      </p:sp>
      <p:sp>
        <p:nvSpPr>
          <p:cNvPr id="7" name="Shape 4"/>
          <p:cNvSpPr/>
          <p:nvPr/>
        </p:nvSpPr>
        <p:spPr>
          <a:xfrm>
            <a:off x="6812280" y="1463040"/>
            <a:ext cx="1280160" cy="731520"/>
          </a:xfrm>
          <a:prstGeom prst="roundRect">
            <a:avLst>
              <a:gd name="adj" fmla="val 15000"/>
            </a:avLst>
          </a:prstGeom>
          <a:solidFill>
            <a:srgbClr val="B1FF37"/>
          </a:solidFill>
          <a:ln w="12700">
            <a:solidFill>
              <a:srgbClr val="B1FF37"/>
            </a:solidFill>
            <a:prstDash val="solid"/>
          </a:ln>
        </p:spPr>
      </p:sp>
      <p:sp>
        <p:nvSpPr>
          <p:cNvPr id="8" name="Text 5"/>
          <p:cNvSpPr txBox="1"/>
          <p:nvPr/>
        </p:nvSpPr>
        <p:spPr>
          <a:xfrm>
            <a:off x="6812280" y="1463040"/>
            <a:ext cx="1280160" cy="731520"/>
          </a:xfrm>
          <a:prstGeom prst="rect">
            <a:avLst/>
          </a:prstGeom>
          <a:noFill/>
          <a:ln/>
        </p:spPr>
        <p:txBody>
          <a:bodyPr wrap="square" lIns="0" tIns="0" rIns="0" bIns="0" rtlCol="0" anchor="ctr"/>
          <a:lstStyle/>
          <a:p>
            <a:pPr algn="ctr" indent="0" marL="0">
              <a:buNone/>
            </a:pPr>
            <a:r>
              <a:rPr lang="en-US" sz="2600" b="1" dirty="0">
                <a:solidFill>
                  <a:srgbClr val="0E1F0C"/>
                </a:solidFill>
                <a:latin typeface="Poppins" pitchFamily="34" charset="0"/>
                <a:ea typeface="Poppins" pitchFamily="34" charset="-122"/>
                <a:cs typeface="Poppins" pitchFamily="34" charset="-120"/>
              </a:rPr>
              <a:t>17</a:t>
            </a:r>
            <a:endParaRPr lang="en-US" sz="2600" dirty="0"/>
          </a:p>
        </p:txBody>
      </p:sp>
      <p:sp>
        <p:nvSpPr>
          <p:cNvPr id="9" name="Text 6"/>
          <p:cNvSpPr txBox="1"/>
          <p:nvPr/>
        </p:nvSpPr>
        <p:spPr>
          <a:xfrm>
            <a:off x="8321040" y="1097280"/>
            <a:ext cx="3108960" cy="1463040"/>
          </a:xfrm>
          <a:prstGeom prst="rect">
            <a:avLst/>
          </a:prstGeom>
          <a:noFill/>
          <a:ln/>
        </p:spPr>
        <p:txBody>
          <a:bodyPr wrap="square" lIns="0" tIns="0" rIns="0" bIns="0" rtlCol="0" anchor="ctr"/>
          <a:lstStyle/>
          <a:p>
            <a:pPr indent="0" marL="0">
              <a:buNone/>
            </a:pPr>
            <a:r>
              <a:rPr lang="en-US" sz="2000" b="1" dirty="0">
                <a:solidFill>
                  <a:srgbClr val="0E1F0C"/>
                </a:solidFill>
                <a:latin typeface="Poppins" pitchFamily="34" charset="0"/>
                <a:ea typeface="Poppins" pitchFamily="34" charset="-122"/>
                <a:cs typeface="Poppins" pitchFamily="34" charset="-120"/>
              </a:rPr>
              <a:t>Anna Huber</a:t>
            </a:r>
            <a:endParaRPr lang="en-US" sz="2000" dirty="0"/>
          </a:p>
        </p:txBody>
      </p:sp>
      <p:sp>
        <p:nvSpPr>
          <p:cNvPr id="10" name="Shape 7"/>
          <p:cNvSpPr/>
          <p:nvPr/>
        </p:nvSpPr>
        <p:spPr>
          <a:xfrm>
            <a:off x="6583680" y="2926080"/>
            <a:ext cx="4937760" cy="1463040"/>
          </a:xfrm>
          <a:prstGeom prst="roundRect">
            <a:avLst>
              <a:gd name="adj" fmla="val 9375"/>
            </a:avLst>
          </a:prstGeom>
          <a:solidFill>
            <a:srgbClr val="FBFFF4"/>
          </a:solidFill>
          <a:ln w="15875">
            <a:solidFill>
              <a:srgbClr val="B8D98A"/>
            </a:solidFill>
            <a:prstDash val="solid"/>
          </a:ln>
        </p:spPr>
      </p:sp>
      <p:sp>
        <p:nvSpPr>
          <p:cNvPr id="11" name="Shape 8"/>
          <p:cNvSpPr/>
          <p:nvPr/>
        </p:nvSpPr>
        <p:spPr>
          <a:xfrm>
            <a:off x="6812280" y="3291840"/>
            <a:ext cx="1280160" cy="731520"/>
          </a:xfrm>
          <a:prstGeom prst="roundRect">
            <a:avLst>
              <a:gd name="adj" fmla="val 15000"/>
            </a:avLst>
          </a:prstGeom>
          <a:solidFill>
            <a:srgbClr val="B1FF37"/>
          </a:solidFill>
          <a:ln w="12700">
            <a:solidFill>
              <a:srgbClr val="B1FF37"/>
            </a:solidFill>
            <a:prstDash val="solid"/>
          </a:ln>
        </p:spPr>
      </p:sp>
      <p:sp>
        <p:nvSpPr>
          <p:cNvPr id="12" name="Text 9"/>
          <p:cNvSpPr txBox="1"/>
          <p:nvPr/>
        </p:nvSpPr>
        <p:spPr>
          <a:xfrm>
            <a:off x="6812280" y="3291840"/>
            <a:ext cx="1280160" cy="731520"/>
          </a:xfrm>
          <a:prstGeom prst="rect">
            <a:avLst/>
          </a:prstGeom>
          <a:noFill/>
          <a:ln/>
        </p:spPr>
        <p:txBody>
          <a:bodyPr wrap="square" lIns="0" tIns="0" rIns="0" bIns="0" rtlCol="0" anchor="ctr"/>
          <a:lstStyle/>
          <a:p>
            <a:pPr algn="ctr" indent="0" marL="0">
              <a:buNone/>
            </a:pPr>
            <a:r>
              <a:rPr lang="en-US" sz="2600" b="1" dirty="0">
                <a:solidFill>
                  <a:srgbClr val="0E1F0C"/>
                </a:solidFill>
                <a:latin typeface="Poppins" pitchFamily="34" charset="0"/>
                <a:ea typeface="Poppins" pitchFamily="34" charset="-122"/>
                <a:cs typeface="Poppins" pitchFamily="34" charset="-120"/>
              </a:rPr>
              <a:t>17</a:t>
            </a:r>
            <a:endParaRPr lang="en-US" sz="2600" dirty="0"/>
          </a:p>
        </p:txBody>
      </p:sp>
      <p:sp>
        <p:nvSpPr>
          <p:cNvPr id="13" name="Text 10"/>
          <p:cNvSpPr txBox="1"/>
          <p:nvPr/>
        </p:nvSpPr>
        <p:spPr>
          <a:xfrm>
            <a:off x="8321040" y="2926080"/>
            <a:ext cx="3108960" cy="1463040"/>
          </a:xfrm>
          <a:prstGeom prst="rect">
            <a:avLst/>
          </a:prstGeom>
          <a:noFill/>
          <a:ln/>
        </p:spPr>
        <p:txBody>
          <a:bodyPr wrap="square" lIns="0" tIns="0" rIns="0" bIns="0" rtlCol="0" anchor="ctr"/>
          <a:lstStyle/>
          <a:p>
            <a:pPr indent="0" marL="0">
              <a:buNone/>
            </a:pPr>
            <a:r>
              <a:rPr lang="en-US" sz="1700" b="1" dirty="0">
                <a:solidFill>
                  <a:srgbClr val="0E1F0C"/>
                </a:solidFill>
                <a:latin typeface="Poppins" pitchFamily="34" charset="0"/>
                <a:ea typeface="Poppins" pitchFamily="34" charset="-122"/>
                <a:cs typeface="Poppins" pitchFamily="34" charset="-120"/>
              </a:rPr>
              <a:t>Anna Huber · jetzt in der 3b</a:t>
            </a:r>
            <a:endParaRPr lang="en-US" sz="1700" dirty="0"/>
          </a:p>
        </p:txBody>
      </p:sp>
      <p:sp>
        <p:nvSpPr>
          <p:cNvPr id="14" name="Shape 11"/>
          <p:cNvSpPr/>
          <p:nvPr/>
        </p:nvSpPr>
        <p:spPr>
          <a:xfrm>
            <a:off x="10561320" y="4526280"/>
            <a:ext cx="822960" cy="822960"/>
          </a:xfrm>
          <a:prstGeom prst="ellipse">
            <a:avLst/>
          </a:prstGeom>
          <a:solidFill>
            <a:srgbClr val="12301A"/>
          </a:solidFill>
          <a:ln w="12700">
            <a:solidFill>
              <a:srgbClr val="12301A"/>
            </a:solidFill>
            <a:prstDash val="solid"/>
          </a:ln>
        </p:spPr>
      </p:sp>
      <p:sp>
        <p:nvSpPr>
          <p:cNvPr id="15" name="Shape 12"/>
          <p:cNvSpPr/>
          <p:nvPr/>
        </p:nvSpPr>
        <p:spPr>
          <a:xfrm>
            <a:off x="10744200" y="4892040"/>
            <a:ext cx="457200" cy="365760"/>
          </a:xfrm>
          <a:prstGeom prst="roundRect">
            <a:avLst>
              <a:gd name="adj" fmla="val 15000"/>
            </a:avLst>
          </a:prstGeom>
          <a:solidFill>
            <a:srgbClr val="B1FF37"/>
          </a:solidFill>
          <a:ln w="12700">
            <a:solidFill>
              <a:srgbClr val="B1FF37"/>
            </a:solidFill>
            <a:prstDash val="solid"/>
          </a:ln>
        </p:spPr>
      </p:sp>
      <p:sp>
        <p:nvSpPr>
          <p:cNvPr id="16" name="Shape 13"/>
          <p:cNvSpPr/>
          <p:nvPr/>
        </p:nvSpPr>
        <p:spPr>
          <a:xfrm>
            <a:off x="10835640" y="4617720"/>
            <a:ext cx="274320" cy="365760"/>
          </a:xfrm>
          <a:prstGeom prst="ellipse">
            <a:avLst/>
          </a:prstGeom>
          <a:noFill/>
          <a:ln w="38100">
            <a:solidFill>
              <a:srgbClr val="B1FF37"/>
            </a:solidFill>
            <a:prstDash val="solid"/>
          </a:ln>
        </p:spPr>
      </p:sp>
      <p:sp>
        <p:nvSpPr>
          <p:cNvPr id="17" name="Text 14"/>
          <p:cNvSpPr txBox="1"/>
          <p:nvPr/>
        </p:nvSpPr>
        <p:spPr>
          <a:xfrm>
            <a:off x="6583680" y="4754880"/>
            <a:ext cx="3840480" cy="548640"/>
          </a:xfrm>
          <a:prstGeom prst="rect">
            <a:avLst/>
          </a:prstGeom>
          <a:noFill/>
          <a:ln/>
        </p:spPr>
        <p:txBody>
          <a:bodyPr wrap="square" lIns="0" tIns="0" rIns="0" bIns="0" rtlCol="0" anchor="t"/>
          <a:lstStyle/>
          <a:p>
            <a:pPr indent="0" marL="0">
              <a:buNone/>
            </a:pPr>
            <a:r>
              <a:rPr lang="en-US" sz="2000" b="1" dirty="0">
                <a:solidFill>
                  <a:srgbClr val="26720A"/>
                </a:solidFill>
                <a:latin typeface="Poppins" pitchFamily="34" charset="0"/>
                <a:ea typeface="Poppins" pitchFamily="34" charset="-122"/>
                <a:cs typeface="Poppins" pitchFamily="34" charset="-120"/>
              </a:rPr>
              <a:t>bleibt 17</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Name als Schlüssel?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Warum nehmen wir nicht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den Namen?</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Namen wiederholen sich oder werden falsch geschrieben und geändert.</a:t>
            </a:r>
            <a:endParaRPr lang="en-US" sz="1800" dirty="0"/>
          </a:p>
        </p:txBody>
      </p:sp>
      <p:sp>
        <p:nvSpPr>
          <p:cNvPr id="6" name="Shape 3"/>
          <p:cNvSpPr/>
          <p:nvPr/>
        </p:nvSpPr>
        <p:spPr>
          <a:xfrm>
            <a:off x="6583680" y="914400"/>
            <a:ext cx="4937760" cy="1463040"/>
          </a:xfrm>
          <a:prstGeom prst="roundRect">
            <a:avLst>
              <a:gd name="adj" fmla="val 9375"/>
            </a:avLst>
          </a:prstGeom>
          <a:solidFill>
            <a:srgbClr val="FBFFF4"/>
          </a:solidFill>
          <a:ln w="15875">
            <a:solidFill>
              <a:srgbClr val="B8D98A"/>
            </a:solidFill>
            <a:prstDash val="solid"/>
          </a:ln>
        </p:spPr>
      </p:sp>
      <p:sp>
        <p:nvSpPr>
          <p:cNvPr id="7" name="Shape 4"/>
          <p:cNvSpPr/>
          <p:nvPr/>
        </p:nvSpPr>
        <p:spPr>
          <a:xfrm>
            <a:off x="6812280" y="1143000"/>
            <a:ext cx="411480" cy="411480"/>
          </a:xfrm>
          <a:prstGeom prst="mathMultiply">
            <a:avLst/>
          </a:prstGeom>
          <a:solidFill>
            <a:srgbClr val="FF7A45"/>
          </a:solidFill>
          <a:ln w="12700">
            <a:solidFill>
              <a:srgbClr val="FF7A45"/>
            </a:solidFill>
            <a:prstDash val="solid"/>
          </a:ln>
        </p:spPr>
      </p:sp>
      <p:sp>
        <p:nvSpPr>
          <p:cNvPr id="8" name="Text 5"/>
          <p:cNvSpPr txBox="1"/>
          <p:nvPr/>
        </p:nvSpPr>
        <p:spPr>
          <a:xfrm>
            <a:off x="7406640" y="1051560"/>
            <a:ext cx="4023360" cy="457200"/>
          </a:xfrm>
          <a:prstGeom prst="rect">
            <a:avLst/>
          </a:prstGeom>
          <a:noFill/>
          <a:ln/>
        </p:spPr>
        <p:txBody>
          <a:bodyPr wrap="square" lIns="0" tIns="0" rIns="0" bIns="0" rtlCol="0" anchor="t"/>
          <a:lstStyle/>
          <a:p>
            <a:pPr indent="0" marL="0">
              <a:buNone/>
            </a:pPr>
            <a:r>
              <a:rPr lang="en-US" sz="1900" b="1" dirty="0">
                <a:solidFill>
                  <a:srgbClr val="0E1F0C"/>
                </a:solidFill>
                <a:latin typeface="Poppins" pitchFamily="34" charset="0"/>
                <a:ea typeface="Poppins" pitchFamily="34" charset="-122"/>
                <a:cs typeface="Poppins" pitchFamily="34" charset="-120"/>
              </a:rPr>
              <a:t>wiederholen sich</a:t>
            </a:r>
            <a:endParaRPr lang="en-US" sz="1900" dirty="0"/>
          </a:p>
        </p:txBody>
      </p:sp>
      <p:sp>
        <p:nvSpPr>
          <p:cNvPr id="9" name="Shape 6"/>
          <p:cNvSpPr/>
          <p:nvPr/>
        </p:nvSpPr>
        <p:spPr>
          <a:xfrm>
            <a:off x="7406640" y="1645920"/>
            <a:ext cx="3931920" cy="548640"/>
          </a:xfrm>
          <a:prstGeom prst="roundRect">
            <a:avLst>
              <a:gd name="adj" fmla="val 20000"/>
            </a:avLst>
          </a:prstGeom>
          <a:solidFill>
            <a:srgbClr val="DDF3B8"/>
          </a:solidFill>
          <a:ln w="12700">
            <a:solidFill>
              <a:srgbClr val="DDF3B8"/>
            </a:solidFill>
            <a:prstDash val="solid"/>
          </a:ln>
        </p:spPr>
      </p:sp>
      <p:sp>
        <p:nvSpPr>
          <p:cNvPr id="10" name="Text 7"/>
          <p:cNvSpPr txBox="1"/>
          <p:nvPr/>
        </p:nvSpPr>
        <p:spPr>
          <a:xfrm>
            <a:off x="7406640" y="1645920"/>
            <a:ext cx="3931920" cy="54864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Anna Huber · Anna Huber</a:t>
            </a:r>
            <a:endParaRPr lang="en-US" sz="1500" dirty="0"/>
          </a:p>
        </p:txBody>
      </p:sp>
      <p:sp>
        <p:nvSpPr>
          <p:cNvPr id="11" name="Shape 8"/>
          <p:cNvSpPr/>
          <p:nvPr/>
        </p:nvSpPr>
        <p:spPr>
          <a:xfrm>
            <a:off x="6583680" y="2697480"/>
            <a:ext cx="4937760" cy="1463040"/>
          </a:xfrm>
          <a:prstGeom prst="roundRect">
            <a:avLst>
              <a:gd name="adj" fmla="val 9375"/>
            </a:avLst>
          </a:prstGeom>
          <a:solidFill>
            <a:srgbClr val="FBFFF4"/>
          </a:solidFill>
          <a:ln w="15875">
            <a:solidFill>
              <a:srgbClr val="B8D98A"/>
            </a:solidFill>
            <a:prstDash val="solid"/>
          </a:ln>
        </p:spPr>
      </p:sp>
      <p:sp>
        <p:nvSpPr>
          <p:cNvPr id="12" name="Shape 9"/>
          <p:cNvSpPr/>
          <p:nvPr/>
        </p:nvSpPr>
        <p:spPr>
          <a:xfrm>
            <a:off x="6812280" y="2926080"/>
            <a:ext cx="411480" cy="411480"/>
          </a:xfrm>
          <a:prstGeom prst="mathMultiply">
            <a:avLst/>
          </a:prstGeom>
          <a:solidFill>
            <a:srgbClr val="FF7A45"/>
          </a:solidFill>
          <a:ln w="12700">
            <a:solidFill>
              <a:srgbClr val="FF7A45"/>
            </a:solidFill>
            <a:prstDash val="solid"/>
          </a:ln>
        </p:spPr>
      </p:sp>
      <p:sp>
        <p:nvSpPr>
          <p:cNvPr id="13" name="Text 10"/>
          <p:cNvSpPr txBox="1"/>
          <p:nvPr/>
        </p:nvSpPr>
        <p:spPr>
          <a:xfrm>
            <a:off x="7406640" y="2834640"/>
            <a:ext cx="4023360" cy="457200"/>
          </a:xfrm>
          <a:prstGeom prst="rect">
            <a:avLst/>
          </a:prstGeom>
          <a:noFill/>
          <a:ln/>
        </p:spPr>
        <p:txBody>
          <a:bodyPr wrap="square" lIns="0" tIns="0" rIns="0" bIns="0" rtlCol="0" anchor="t"/>
          <a:lstStyle/>
          <a:p>
            <a:pPr indent="0" marL="0">
              <a:buNone/>
            </a:pPr>
            <a:r>
              <a:rPr lang="en-US" sz="1900" b="1" dirty="0">
                <a:solidFill>
                  <a:srgbClr val="0E1F0C"/>
                </a:solidFill>
                <a:latin typeface="Poppins" pitchFamily="34" charset="0"/>
                <a:ea typeface="Poppins" pitchFamily="34" charset="-122"/>
                <a:cs typeface="Poppins" pitchFamily="34" charset="-120"/>
              </a:rPr>
              <a:t>falsch geschrieben</a:t>
            </a:r>
            <a:endParaRPr lang="en-US" sz="1900" dirty="0"/>
          </a:p>
        </p:txBody>
      </p:sp>
      <p:sp>
        <p:nvSpPr>
          <p:cNvPr id="14" name="Shape 11"/>
          <p:cNvSpPr/>
          <p:nvPr/>
        </p:nvSpPr>
        <p:spPr>
          <a:xfrm>
            <a:off x="7406640" y="3429000"/>
            <a:ext cx="3931920" cy="548640"/>
          </a:xfrm>
          <a:prstGeom prst="roundRect">
            <a:avLst>
              <a:gd name="adj" fmla="val 20000"/>
            </a:avLst>
          </a:prstGeom>
          <a:solidFill>
            <a:srgbClr val="DDF3B8"/>
          </a:solidFill>
          <a:ln w="12700">
            <a:solidFill>
              <a:srgbClr val="DDF3B8"/>
            </a:solidFill>
            <a:prstDash val="solid"/>
          </a:ln>
        </p:spPr>
      </p:sp>
      <p:sp>
        <p:nvSpPr>
          <p:cNvPr id="15" name="Text 12"/>
          <p:cNvSpPr txBox="1"/>
          <p:nvPr/>
        </p:nvSpPr>
        <p:spPr>
          <a:xfrm>
            <a:off x="7406640" y="3429000"/>
            <a:ext cx="3931920" cy="54864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Anna Hubr</a:t>
            </a:r>
            <a:endParaRPr lang="en-US" sz="1500" dirty="0"/>
          </a:p>
        </p:txBody>
      </p:sp>
      <p:sp>
        <p:nvSpPr>
          <p:cNvPr id="16" name="Shape 13"/>
          <p:cNvSpPr/>
          <p:nvPr/>
        </p:nvSpPr>
        <p:spPr>
          <a:xfrm>
            <a:off x="6583680" y="4480560"/>
            <a:ext cx="4937760" cy="1463040"/>
          </a:xfrm>
          <a:prstGeom prst="roundRect">
            <a:avLst>
              <a:gd name="adj" fmla="val 9375"/>
            </a:avLst>
          </a:prstGeom>
          <a:solidFill>
            <a:srgbClr val="FBFFF4"/>
          </a:solidFill>
          <a:ln w="15875">
            <a:solidFill>
              <a:srgbClr val="B8D98A"/>
            </a:solidFill>
            <a:prstDash val="solid"/>
          </a:ln>
        </p:spPr>
      </p:sp>
      <p:sp>
        <p:nvSpPr>
          <p:cNvPr id="17" name="Shape 14"/>
          <p:cNvSpPr/>
          <p:nvPr/>
        </p:nvSpPr>
        <p:spPr>
          <a:xfrm>
            <a:off x="6812280" y="4709160"/>
            <a:ext cx="411480" cy="411480"/>
          </a:xfrm>
          <a:prstGeom prst="mathMultiply">
            <a:avLst/>
          </a:prstGeom>
          <a:solidFill>
            <a:srgbClr val="FF7A45"/>
          </a:solidFill>
          <a:ln w="12700">
            <a:solidFill>
              <a:srgbClr val="FF7A45"/>
            </a:solidFill>
            <a:prstDash val="solid"/>
          </a:ln>
        </p:spPr>
      </p:sp>
      <p:sp>
        <p:nvSpPr>
          <p:cNvPr id="18" name="Text 15"/>
          <p:cNvSpPr txBox="1"/>
          <p:nvPr/>
        </p:nvSpPr>
        <p:spPr>
          <a:xfrm>
            <a:off x="7406640" y="4617720"/>
            <a:ext cx="4023360" cy="457200"/>
          </a:xfrm>
          <a:prstGeom prst="rect">
            <a:avLst/>
          </a:prstGeom>
          <a:noFill/>
          <a:ln/>
        </p:spPr>
        <p:txBody>
          <a:bodyPr wrap="square" lIns="0" tIns="0" rIns="0" bIns="0" rtlCol="0" anchor="t"/>
          <a:lstStyle/>
          <a:p>
            <a:pPr indent="0" marL="0">
              <a:buNone/>
            </a:pPr>
            <a:r>
              <a:rPr lang="en-US" sz="1900" b="1" dirty="0">
                <a:solidFill>
                  <a:srgbClr val="0E1F0C"/>
                </a:solidFill>
                <a:latin typeface="Poppins" pitchFamily="34" charset="0"/>
                <a:ea typeface="Poppins" pitchFamily="34" charset="-122"/>
                <a:cs typeface="Poppins" pitchFamily="34" charset="-120"/>
              </a:rPr>
              <a:t>werden geändert</a:t>
            </a:r>
            <a:endParaRPr lang="en-US" sz="1900" dirty="0"/>
          </a:p>
        </p:txBody>
      </p:sp>
      <p:sp>
        <p:nvSpPr>
          <p:cNvPr id="19" name="Shape 16"/>
          <p:cNvSpPr/>
          <p:nvPr/>
        </p:nvSpPr>
        <p:spPr>
          <a:xfrm>
            <a:off x="7406640" y="5212080"/>
            <a:ext cx="3931920" cy="548640"/>
          </a:xfrm>
          <a:prstGeom prst="roundRect">
            <a:avLst>
              <a:gd name="adj" fmla="val 20000"/>
            </a:avLst>
          </a:prstGeom>
          <a:solidFill>
            <a:srgbClr val="DDF3B8"/>
          </a:solidFill>
          <a:ln w="12700">
            <a:solidFill>
              <a:srgbClr val="DDF3B8"/>
            </a:solidFill>
            <a:prstDash val="solid"/>
          </a:ln>
        </p:spPr>
      </p:sp>
      <p:sp>
        <p:nvSpPr>
          <p:cNvPr id="20" name="Text 17"/>
          <p:cNvSpPr txBox="1"/>
          <p:nvPr/>
        </p:nvSpPr>
        <p:spPr>
          <a:xfrm>
            <a:off x="7406640" y="5212080"/>
            <a:ext cx="3931920" cy="54864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Huber → Maier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Besser: eine Nummer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Eine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fortlaufende Nummer</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die der Computer vergibt.</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Die Bücher-Tabelle hat sie schon: das Feld „Nummer“.</a:t>
            </a:r>
            <a:endParaRPr lang="en-US" sz="1800" dirty="0"/>
          </a:p>
        </p:txBody>
      </p:sp>
      <p:sp>
        <p:nvSpPr>
          <p:cNvPr id="6" name="Shape 3"/>
          <p:cNvSpPr/>
          <p:nvPr/>
        </p:nvSpPr>
        <p:spPr>
          <a:xfrm>
            <a:off x="6583680" y="1188720"/>
            <a:ext cx="1463040" cy="731520"/>
          </a:xfrm>
          <a:prstGeom prst="rect">
            <a:avLst/>
          </a:prstGeom>
          <a:solidFill>
            <a:srgbClr val="12301A"/>
          </a:solidFill>
          <a:ln w="12700">
            <a:solidFill>
              <a:srgbClr val="B8D98A"/>
            </a:solidFill>
            <a:prstDash val="solid"/>
          </a:ln>
        </p:spPr>
      </p:sp>
      <p:sp>
        <p:nvSpPr>
          <p:cNvPr id="7" name="Text 4"/>
          <p:cNvSpPr txBox="1"/>
          <p:nvPr/>
        </p:nvSpPr>
        <p:spPr>
          <a:xfrm>
            <a:off x="6656832" y="1188720"/>
            <a:ext cx="1353312" cy="731520"/>
          </a:xfrm>
          <a:prstGeom prst="rect">
            <a:avLst/>
          </a:prstGeom>
          <a:noFill/>
          <a:ln/>
        </p:spPr>
        <p:txBody>
          <a:bodyPr wrap="square" lIns="0" tIns="0" rIns="0" bIns="0" rtlCol="0" anchor="ctr"/>
          <a:lstStyle/>
          <a:p>
            <a:pPr indent="0" marL="0">
              <a:buNone/>
            </a:pPr>
            <a:r>
              <a:rPr lang="en-US" sz="1700" b="1" dirty="0">
                <a:solidFill>
                  <a:srgbClr val="FBFFF4"/>
                </a:solidFill>
                <a:latin typeface="Poppins" pitchFamily="34" charset="0"/>
                <a:ea typeface="Poppins" pitchFamily="34" charset="-122"/>
                <a:cs typeface="Poppins" pitchFamily="34" charset="-120"/>
              </a:rPr>
              <a:t>Nummer</a:t>
            </a:r>
            <a:endParaRPr lang="en-US" sz="1700" dirty="0"/>
          </a:p>
        </p:txBody>
      </p:sp>
      <p:sp>
        <p:nvSpPr>
          <p:cNvPr id="8" name="Shape 5"/>
          <p:cNvSpPr/>
          <p:nvPr/>
        </p:nvSpPr>
        <p:spPr>
          <a:xfrm>
            <a:off x="8046720" y="1188720"/>
            <a:ext cx="3474720" cy="731520"/>
          </a:xfrm>
          <a:prstGeom prst="rect">
            <a:avLst/>
          </a:prstGeom>
          <a:solidFill>
            <a:srgbClr val="12301A"/>
          </a:solidFill>
          <a:ln w="12700">
            <a:solidFill>
              <a:srgbClr val="B8D98A"/>
            </a:solidFill>
            <a:prstDash val="solid"/>
          </a:ln>
        </p:spPr>
      </p:sp>
      <p:sp>
        <p:nvSpPr>
          <p:cNvPr id="9" name="Text 6"/>
          <p:cNvSpPr txBox="1"/>
          <p:nvPr/>
        </p:nvSpPr>
        <p:spPr>
          <a:xfrm>
            <a:off x="8119872" y="1188720"/>
            <a:ext cx="3364992" cy="731520"/>
          </a:xfrm>
          <a:prstGeom prst="rect">
            <a:avLst/>
          </a:prstGeom>
          <a:noFill/>
          <a:ln/>
        </p:spPr>
        <p:txBody>
          <a:bodyPr wrap="square" lIns="0" tIns="0" rIns="0" bIns="0" rtlCol="0" anchor="ctr"/>
          <a:lstStyle/>
          <a:p>
            <a:pPr indent="0" marL="0">
              <a:buNone/>
            </a:pPr>
            <a:r>
              <a:rPr lang="en-US" sz="1700" b="1" dirty="0">
                <a:solidFill>
                  <a:srgbClr val="FBFFF4"/>
                </a:solidFill>
                <a:latin typeface="Poppins" pitchFamily="34" charset="0"/>
                <a:ea typeface="Poppins" pitchFamily="34" charset="-122"/>
                <a:cs typeface="Poppins" pitchFamily="34" charset="-120"/>
              </a:rPr>
              <a:t>Titel</a:t>
            </a:r>
            <a:endParaRPr lang="en-US" sz="1700" dirty="0"/>
          </a:p>
        </p:txBody>
      </p:sp>
      <p:sp>
        <p:nvSpPr>
          <p:cNvPr id="10" name="Shape 7"/>
          <p:cNvSpPr/>
          <p:nvPr/>
        </p:nvSpPr>
        <p:spPr>
          <a:xfrm>
            <a:off x="6583680" y="1920240"/>
            <a:ext cx="1463040" cy="731520"/>
          </a:xfrm>
          <a:prstGeom prst="rect">
            <a:avLst/>
          </a:prstGeom>
          <a:solidFill>
            <a:srgbClr val="B1FF37"/>
          </a:solidFill>
          <a:ln w="12700">
            <a:solidFill>
              <a:srgbClr val="B8D98A"/>
            </a:solidFill>
            <a:prstDash val="solid"/>
          </a:ln>
        </p:spPr>
      </p:sp>
      <p:sp>
        <p:nvSpPr>
          <p:cNvPr id="11" name="Text 8"/>
          <p:cNvSpPr txBox="1"/>
          <p:nvPr/>
        </p:nvSpPr>
        <p:spPr>
          <a:xfrm>
            <a:off x="6656832" y="1920240"/>
            <a:ext cx="135331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1</a:t>
            </a:r>
            <a:endParaRPr lang="en-US" sz="1700" dirty="0"/>
          </a:p>
        </p:txBody>
      </p:sp>
      <p:sp>
        <p:nvSpPr>
          <p:cNvPr id="12" name="Shape 9"/>
          <p:cNvSpPr/>
          <p:nvPr/>
        </p:nvSpPr>
        <p:spPr>
          <a:xfrm>
            <a:off x="8046720" y="1920240"/>
            <a:ext cx="3474720" cy="731520"/>
          </a:xfrm>
          <a:prstGeom prst="rect">
            <a:avLst/>
          </a:prstGeom>
          <a:solidFill>
            <a:srgbClr val="FBFFF4"/>
          </a:solidFill>
          <a:ln w="12700">
            <a:solidFill>
              <a:srgbClr val="B8D98A"/>
            </a:solidFill>
            <a:prstDash val="solid"/>
          </a:ln>
        </p:spPr>
      </p:sp>
      <p:sp>
        <p:nvSpPr>
          <p:cNvPr id="13" name="Text 10"/>
          <p:cNvSpPr txBox="1"/>
          <p:nvPr/>
        </p:nvSpPr>
        <p:spPr>
          <a:xfrm>
            <a:off x="8119872" y="1920240"/>
            <a:ext cx="336499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Der Drache</a:t>
            </a:r>
            <a:endParaRPr lang="en-US" sz="1700" dirty="0"/>
          </a:p>
        </p:txBody>
      </p:sp>
      <p:sp>
        <p:nvSpPr>
          <p:cNvPr id="14" name="Shape 11"/>
          <p:cNvSpPr/>
          <p:nvPr/>
        </p:nvSpPr>
        <p:spPr>
          <a:xfrm>
            <a:off x="6583680" y="2651760"/>
            <a:ext cx="1463040" cy="731520"/>
          </a:xfrm>
          <a:prstGeom prst="rect">
            <a:avLst/>
          </a:prstGeom>
          <a:solidFill>
            <a:srgbClr val="B1FF37"/>
          </a:solidFill>
          <a:ln w="12700">
            <a:solidFill>
              <a:srgbClr val="B8D98A"/>
            </a:solidFill>
            <a:prstDash val="solid"/>
          </a:ln>
        </p:spPr>
      </p:sp>
      <p:sp>
        <p:nvSpPr>
          <p:cNvPr id="15" name="Text 12"/>
          <p:cNvSpPr txBox="1"/>
          <p:nvPr/>
        </p:nvSpPr>
        <p:spPr>
          <a:xfrm>
            <a:off x="6656832" y="2651760"/>
            <a:ext cx="135331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2</a:t>
            </a:r>
            <a:endParaRPr lang="en-US" sz="1700" dirty="0"/>
          </a:p>
        </p:txBody>
      </p:sp>
      <p:sp>
        <p:nvSpPr>
          <p:cNvPr id="16" name="Shape 13"/>
          <p:cNvSpPr/>
          <p:nvPr/>
        </p:nvSpPr>
        <p:spPr>
          <a:xfrm>
            <a:off x="8046720" y="2651760"/>
            <a:ext cx="3474720" cy="731520"/>
          </a:xfrm>
          <a:prstGeom prst="rect">
            <a:avLst/>
          </a:prstGeom>
          <a:solidFill>
            <a:srgbClr val="FBFFF4"/>
          </a:solidFill>
          <a:ln w="12700">
            <a:solidFill>
              <a:srgbClr val="B8D98A"/>
            </a:solidFill>
            <a:prstDash val="solid"/>
          </a:ln>
        </p:spPr>
      </p:sp>
      <p:sp>
        <p:nvSpPr>
          <p:cNvPr id="17" name="Text 14"/>
          <p:cNvSpPr txBox="1"/>
          <p:nvPr/>
        </p:nvSpPr>
        <p:spPr>
          <a:xfrm>
            <a:off x="8119872" y="2651760"/>
            <a:ext cx="336499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Das Geheimnis</a:t>
            </a:r>
            <a:endParaRPr lang="en-US" sz="1700" dirty="0"/>
          </a:p>
        </p:txBody>
      </p:sp>
      <p:sp>
        <p:nvSpPr>
          <p:cNvPr id="18" name="Shape 15"/>
          <p:cNvSpPr/>
          <p:nvPr/>
        </p:nvSpPr>
        <p:spPr>
          <a:xfrm>
            <a:off x="6583680" y="3383280"/>
            <a:ext cx="1463040" cy="731520"/>
          </a:xfrm>
          <a:prstGeom prst="rect">
            <a:avLst/>
          </a:prstGeom>
          <a:solidFill>
            <a:srgbClr val="B1FF37"/>
          </a:solidFill>
          <a:ln w="12700">
            <a:solidFill>
              <a:srgbClr val="B8D98A"/>
            </a:solidFill>
            <a:prstDash val="solid"/>
          </a:ln>
        </p:spPr>
      </p:sp>
      <p:sp>
        <p:nvSpPr>
          <p:cNvPr id="19" name="Text 16"/>
          <p:cNvSpPr txBox="1"/>
          <p:nvPr/>
        </p:nvSpPr>
        <p:spPr>
          <a:xfrm>
            <a:off x="6656832" y="3383280"/>
            <a:ext cx="135331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3</a:t>
            </a:r>
            <a:endParaRPr lang="en-US" sz="1700" dirty="0"/>
          </a:p>
        </p:txBody>
      </p:sp>
      <p:sp>
        <p:nvSpPr>
          <p:cNvPr id="20" name="Shape 17"/>
          <p:cNvSpPr/>
          <p:nvPr/>
        </p:nvSpPr>
        <p:spPr>
          <a:xfrm>
            <a:off x="8046720" y="3383280"/>
            <a:ext cx="3474720" cy="731520"/>
          </a:xfrm>
          <a:prstGeom prst="rect">
            <a:avLst/>
          </a:prstGeom>
          <a:solidFill>
            <a:srgbClr val="FBFFF4"/>
          </a:solidFill>
          <a:ln w="12700">
            <a:solidFill>
              <a:srgbClr val="B8D98A"/>
            </a:solidFill>
            <a:prstDash val="solid"/>
          </a:ln>
        </p:spPr>
      </p:sp>
      <p:sp>
        <p:nvSpPr>
          <p:cNvPr id="21" name="Text 18"/>
          <p:cNvSpPr txBox="1"/>
          <p:nvPr/>
        </p:nvSpPr>
        <p:spPr>
          <a:xfrm>
            <a:off x="8119872" y="3383280"/>
            <a:ext cx="3364992" cy="73152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Die Insel</a:t>
            </a:r>
            <a:endParaRPr lang="en-US" sz="1700" dirty="0"/>
          </a:p>
        </p:txBody>
      </p:sp>
      <p:sp>
        <p:nvSpPr>
          <p:cNvPr id="22" name="Shape 19"/>
          <p:cNvSpPr/>
          <p:nvPr/>
        </p:nvSpPr>
        <p:spPr>
          <a:xfrm>
            <a:off x="7036308" y="4658868"/>
            <a:ext cx="9144" cy="9144"/>
          </a:xfrm>
          <a:prstGeom prst="ellipse">
            <a:avLst/>
          </a:prstGeom>
          <a:solidFill>
            <a:srgbClr val="EFFBDC"/>
          </a:solidFill>
          <a:ln w="12700">
            <a:solidFill>
              <a:srgbClr val="EFFBDC"/>
            </a:solidFill>
            <a:prstDash val="solid"/>
          </a:ln>
        </p:spPr>
      </p:sp>
      <p:sp>
        <p:nvSpPr>
          <p:cNvPr id="23" name="Shape 20"/>
          <p:cNvSpPr/>
          <p:nvPr/>
        </p:nvSpPr>
        <p:spPr>
          <a:xfrm>
            <a:off x="7036308" y="4658868"/>
            <a:ext cx="9144" cy="9144"/>
          </a:xfrm>
          <a:prstGeom prst="ellipse">
            <a:avLst/>
          </a:prstGeom>
          <a:solidFill>
            <a:srgbClr val="EFFBDC"/>
          </a:solidFill>
          <a:ln w="12700">
            <a:solidFill>
              <a:srgbClr val="EFFBDC"/>
            </a:solidFill>
            <a:prstDash val="solid"/>
          </a:ln>
        </p:spPr>
      </p:sp>
      <p:sp>
        <p:nvSpPr>
          <p:cNvPr id="24" name="Shape 21"/>
          <p:cNvSpPr/>
          <p:nvPr/>
        </p:nvSpPr>
        <p:spPr>
          <a:xfrm>
            <a:off x="7040880" y="4251960"/>
            <a:ext cx="365760" cy="502920"/>
          </a:xfrm>
          <a:prstGeom prst="downArrow">
            <a:avLst/>
          </a:prstGeom>
          <a:solidFill>
            <a:srgbClr val="26720A"/>
          </a:solidFill>
          <a:ln w="12700">
            <a:solidFill>
              <a:srgbClr val="26720A"/>
            </a:solidFill>
            <a:prstDash val="solid"/>
          </a:ln>
        </p:spPr>
      </p:sp>
      <p:sp>
        <p:nvSpPr>
          <p:cNvPr id="25" name="Shape 22"/>
          <p:cNvSpPr/>
          <p:nvPr/>
        </p:nvSpPr>
        <p:spPr>
          <a:xfrm>
            <a:off x="7589520" y="4343400"/>
            <a:ext cx="2743200" cy="502920"/>
          </a:xfrm>
          <a:prstGeom prst="roundRect">
            <a:avLst>
              <a:gd name="adj" fmla="val 14545"/>
            </a:avLst>
          </a:prstGeom>
          <a:solidFill>
            <a:srgbClr val="12301A"/>
          </a:solidFill>
          <a:ln w="12700">
            <a:solidFill>
              <a:srgbClr val="12301A"/>
            </a:solidFill>
            <a:prstDash val="solid"/>
          </a:ln>
        </p:spPr>
      </p:sp>
      <p:sp>
        <p:nvSpPr>
          <p:cNvPr id="26" name="Text 23"/>
          <p:cNvSpPr txBox="1"/>
          <p:nvPr/>
        </p:nvSpPr>
        <p:spPr>
          <a:xfrm>
            <a:off x="7589520" y="4343400"/>
            <a:ext cx="2743200" cy="502920"/>
          </a:xfrm>
          <a:prstGeom prst="rect">
            <a:avLst/>
          </a:prstGeom>
          <a:noFill/>
          <a:ln/>
        </p:spPr>
        <p:txBody>
          <a:bodyPr wrap="square" lIns="0" tIns="0" rIns="0" bIns="0" rtlCol="0" anchor="ctr"/>
          <a:lstStyle/>
          <a:p>
            <a:pPr algn="ctr" indent="0" marL="0">
              <a:buNone/>
            </a:pPr>
            <a:r>
              <a:rPr lang="en-US" sz="1500" b="1" dirty="0">
                <a:solidFill>
                  <a:srgbClr val="B1FF37"/>
                </a:solidFill>
                <a:latin typeface="Poppins" pitchFamily="34" charset="0"/>
                <a:ea typeface="Poppins" pitchFamily="34" charset="-122"/>
                <a:cs typeface="Poppins" pitchFamily="34" charset="-120"/>
              </a:rPr>
              <a:t>+1  automatisch</a:t>
            </a:r>
            <a:endParaRPr lang="en-US" sz="1500" dirty="0"/>
          </a:p>
        </p:txBody>
      </p:sp>
      <p:sp>
        <p:nvSpPr>
          <p:cNvPr id="27" name="Shape 24"/>
          <p:cNvSpPr/>
          <p:nvPr/>
        </p:nvSpPr>
        <p:spPr>
          <a:xfrm>
            <a:off x="6675120" y="5120640"/>
            <a:ext cx="365760" cy="365760"/>
          </a:xfrm>
          <a:prstGeom prst="ellipse">
            <a:avLst/>
          </a:prstGeom>
          <a:solidFill>
            <a:srgbClr val="B1FF37"/>
          </a:solidFill>
          <a:ln w="25400">
            <a:solidFill>
              <a:srgbClr val="12301A"/>
            </a:solidFill>
            <a:prstDash val="solid"/>
          </a:ln>
        </p:spPr>
      </p:sp>
      <p:sp>
        <p:nvSpPr>
          <p:cNvPr id="28" name="Shape 25"/>
          <p:cNvSpPr/>
          <p:nvPr/>
        </p:nvSpPr>
        <p:spPr>
          <a:xfrm>
            <a:off x="7040880" y="5303520"/>
            <a:ext cx="658368" cy="0"/>
          </a:xfrm>
          <a:prstGeom prst="line">
            <a:avLst/>
          </a:prstGeom>
          <a:noFill/>
          <a:ln w="38100">
            <a:solidFill>
              <a:srgbClr val="12301A"/>
            </a:solidFill>
            <a:prstDash val="solid"/>
          </a:ln>
        </p:spPr>
      </p:sp>
      <p:sp>
        <p:nvSpPr>
          <p:cNvPr id="29" name="Shape 26"/>
          <p:cNvSpPr/>
          <p:nvPr/>
        </p:nvSpPr>
        <p:spPr>
          <a:xfrm>
            <a:off x="7443216" y="5303520"/>
            <a:ext cx="0" cy="182880"/>
          </a:xfrm>
          <a:prstGeom prst="line">
            <a:avLst/>
          </a:prstGeom>
          <a:noFill/>
          <a:ln w="38100">
            <a:solidFill>
              <a:srgbClr val="12301A"/>
            </a:solidFill>
            <a:prstDash val="solid"/>
          </a:ln>
        </p:spPr>
      </p:sp>
      <p:sp>
        <p:nvSpPr>
          <p:cNvPr id="30" name="Shape 27"/>
          <p:cNvSpPr/>
          <p:nvPr/>
        </p:nvSpPr>
        <p:spPr>
          <a:xfrm>
            <a:off x="7626096" y="5303520"/>
            <a:ext cx="0" cy="146304"/>
          </a:xfrm>
          <a:prstGeom prst="line">
            <a:avLst/>
          </a:prstGeom>
          <a:noFill/>
          <a:ln w="38100">
            <a:solidFill>
              <a:srgbClr val="12301A"/>
            </a:solidFill>
            <a:prstDash val="solid"/>
          </a:ln>
        </p:spPr>
      </p:sp>
      <p:sp>
        <p:nvSpPr>
          <p:cNvPr id="31" name="Text 28"/>
          <p:cNvSpPr txBox="1"/>
          <p:nvPr/>
        </p:nvSpPr>
        <p:spPr>
          <a:xfrm>
            <a:off x="7955280" y="5166360"/>
            <a:ext cx="3200400" cy="45720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Primärschlüssel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Der Fremdschlüssel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400" dirty="0">
                <a:solidFill>
                  <a:srgbClr val="0E1F0C"/>
                </a:solidFill>
                <a:latin typeface="Poppins" pitchFamily="34" charset="0"/>
                <a:ea typeface="Poppins" pitchFamily="34" charset="-122"/>
                <a:cs typeface="Poppins" pitchFamily="34" charset="-120"/>
              </a:rPr>
              <a:t>Er zeigt auf den </a:t>
            </a:r>
            <a:pPr indent="0" marL="0">
              <a:lnSpc>
                <a:spcPct val="105000"/>
              </a:lnSpc>
              <a:buNone/>
            </a:pPr>
            <a:r>
              <a:rPr lang="en-US" sz="3400" dirty="0">
                <a:solidFill>
                  <a:srgbClr val="26720A"/>
                </a:solidFill>
                <a:highlight>
                  <a:srgbClr val="B1FF37"/>
                </a:highlight>
                <a:latin typeface="Poppins" pitchFamily="34" charset="0"/>
                <a:ea typeface="Poppins" pitchFamily="34" charset="-122"/>
                <a:cs typeface="Poppins" pitchFamily="34" charset="-120"/>
              </a:rPr>
              <a:t>Primärschlüssel</a:t>
            </a:r>
            <a:pPr indent="0" marL="0">
              <a:lnSpc>
                <a:spcPct val="105000"/>
              </a:lnSpc>
              <a:buNone/>
            </a:pPr>
            <a:r>
              <a:rPr lang="en-US" sz="3400" dirty="0">
                <a:solidFill>
                  <a:srgbClr val="0E1F0C"/>
                </a:solidFill>
                <a:latin typeface="Poppins" pitchFamily="34" charset="0"/>
                <a:ea typeface="Poppins" pitchFamily="34" charset="-122"/>
                <a:cs typeface="Poppins" pitchFamily="34" charset="-120"/>
              </a:rPr>
              <a:t> einer anderen Tabelle.</a:t>
            </a:r>
            <a:endParaRPr lang="en-US" sz="34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„Fremd“, weil er aus einer fremden Tabelle stammt.</a:t>
            </a:r>
            <a:endParaRPr lang="en-US" sz="1800" dirty="0"/>
          </a:p>
        </p:txBody>
      </p:sp>
      <p:sp>
        <p:nvSpPr>
          <p:cNvPr id="6" name="Text 3"/>
          <p:cNvSpPr txBox="1"/>
          <p:nvPr/>
        </p:nvSpPr>
        <p:spPr>
          <a:xfrm>
            <a:off x="6583680" y="91440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Schueler</a:t>
            </a:r>
            <a:endParaRPr lang="en-US" sz="1400" dirty="0"/>
          </a:p>
        </p:txBody>
      </p:sp>
      <p:sp>
        <p:nvSpPr>
          <p:cNvPr id="7" name="Shape 4"/>
          <p:cNvSpPr/>
          <p:nvPr/>
        </p:nvSpPr>
        <p:spPr>
          <a:xfrm>
            <a:off x="6583680" y="1234440"/>
            <a:ext cx="1280160" cy="457200"/>
          </a:xfrm>
          <a:prstGeom prst="rect">
            <a:avLst/>
          </a:prstGeom>
          <a:solidFill>
            <a:srgbClr val="12301A"/>
          </a:solidFill>
          <a:ln w="12700">
            <a:solidFill>
              <a:srgbClr val="B8D98A"/>
            </a:solidFill>
            <a:prstDash val="solid"/>
          </a:ln>
        </p:spPr>
      </p:sp>
      <p:sp>
        <p:nvSpPr>
          <p:cNvPr id="8" name="Text 5"/>
          <p:cNvSpPr txBox="1"/>
          <p:nvPr/>
        </p:nvSpPr>
        <p:spPr>
          <a:xfrm>
            <a:off x="6656832" y="1234440"/>
            <a:ext cx="1170432" cy="45720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SchuelerID</a:t>
            </a:r>
            <a:endParaRPr lang="en-US" sz="1300" dirty="0"/>
          </a:p>
        </p:txBody>
      </p:sp>
      <p:sp>
        <p:nvSpPr>
          <p:cNvPr id="9" name="Shape 6"/>
          <p:cNvSpPr/>
          <p:nvPr/>
        </p:nvSpPr>
        <p:spPr>
          <a:xfrm>
            <a:off x="7863840" y="1234440"/>
            <a:ext cx="1828800" cy="457200"/>
          </a:xfrm>
          <a:prstGeom prst="rect">
            <a:avLst/>
          </a:prstGeom>
          <a:solidFill>
            <a:srgbClr val="12301A"/>
          </a:solidFill>
          <a:ln w="12700">
            <a:solidFill>
              <a:srgbClr val="B8D98A"/>
            </a:solidFill>
            <a:prstDash val="solid"/>
          </a:ln>
        </p:spPr>
      </p:sp>
      <p:sp>
        <p:nvSpPr>
          <p:cNvPr id="10" name="Text 7"/>
          <p:cNvSpPr txBox="1"/>
          <p:nvPr/>
        </p:nvSpPr>
        <p:spPr>
          <a:xfrm>
            <a:off x="7936992" y="1234440"/>
            <a:ext cx="1719072" cy="45720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Name</a:t>
            </a:r>
            <a:endParaRPr lang="en-US" sz="1300" dirty="0"/>
          </a:p>
        </p:txBody>
      </p:sp>
      <p:sp>
        <p:nvSpPr>
          <p:cNvPr id="11" name="Shape 8"/>
          <p:cNvSpPr/>
          <p:nvPr/>
        </p:nvSpPr>
        <p:spPr>
          <a:xfrm>
            <a:off x="6583680" y="1691640"/>
            <a:ext cx="1280160" cy="457200"/>
          </a:xfrm>
          <a:prstGeom prst="rect">
            <a:avLst/>
          </a:prstGeom>
          <a:solidFill>
            <a:srgbClr val="B1FF37"/>
          </a:solidFill>
          <a:ln w="12700">
            <a:solidFill>
              <a:srgbClr val="B8D98A"/>
            </a:solidFill>
            <a:prstDash val="solid"/>
          </a:ln>
        </p:spPr>
      </p:sp>
      <p:sp>
        <p:nvSpPr>
          <p:cNvPr id="12" name="Text 9"/>
          <p:cNvSpPr txBox="1"/>
          <p:nvPr/>
        </p:nvSpPr>
        <p:spPr>
          <a:xfrm>
            <a:off x="6656832" y="1691640"/>
            <a:ext cx="117043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1</a:t>
            </a:r>
            <a:endParaRPr lang="en-US" sz="1300" dirty="0"/>
          </a:p>
        </p:txBody>
      </p:sp>
      <p:sp>
        <p:nvSpPr>
          <p:cNvPr id="13" name="Shape 10"/>
          <p:cNvSpPr/>
          <p:nvPr/>
        </p:nvSpPr>
        <p:spPr>
          <a:xfrm>
            <a:off x="7863840" y="1691640"/>
            <a:ext cx="1828800" cy="457200"/>
          </a:xfrm>
          <a:prstGeom prst="rect">
            <a:avLst/>
          </a:prstGeom>
          <a:solidFill>
            <a:srgbClr val="FBFFF4"/>
          </a:solidFill>
          <a:ln w="12700">
            <a:solidFill>
              <a:srgbClr val="B8D98A"/>
            </a:solidFill>
            <a:prstDash val="solid"/>
          </a:ln>
        </p:spPr>
      </p:sp>
      <p:sp>
        <p:nvSpPr>
          <p:cNvPr id="14" name="Text 11"/>
          <p:cNvSpPr txBox="1"/>
          <p:nvPr/>
        </p:nvSpPr>
        <p:spPr>
          <a:xfrm>
            <a:off x="7936992" y="1691640"/>
            <a:ext cx="171907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Anna Huber</a:t>
            </a:r>
            <a:endParaRPr lang="en-US" sz="1300" dirty="0"/>
          </a:p>
        </p:txBody>
      </p:sp>
      <p:sp>
        <p:nvSpPr>
          <p:cNvPr id="15" name="Shape 12"/>
          <p:cNvSpPr/>
          <p:nvPr/>
        </p:nvSpPr>
        <p:spPr>
          <a:xfrm>
            <a:off x="6583680" y="2148840"/>
            <a:ext cx="1280160" cy="457200"/>
          </a:xfrm>
          <a:prstGeom prst="rect">
            <a:avLst/>
          </a:prstGeom>
          <a:solidFill>
            <a:srgbClr val="B1FF37"/>
          </a:solidFill>
          <a:ln w="12700">
            <a:solidFill>
              <a:srgbClr val="B8D98A"/>
            </a:solidFill>
            <a:prstDash val="solid"/>
          </a:ln>
        </p:spPr>
      </p:sp>
      <p:sp>
        <p:nvSpPr>
          <p:cNvPr id="16" name="Text 13"/>
          <p:cNvSpPr txBox="1"/>
          <p:nvPr/>
        </p:nvSpPr>
        <p:spPr>
          <a:xfrm>
            <a:off x="6656832" y="2148840"/>
            <a:ext cx="117043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2</a:t>
            </a:r>
            <a:endParaRPr lang="en-US" sz="1300" dirty="0"/>
          </a:p>
        </p:txBody>
      </p:sp>
      <p:sp>
        <p:nvSpPr>
          <p:cNvPr id="17" name="Shape 14"/>
          <p:cNvSpPr/>
          <p:nvPr/>
        </p:nvSpPr>
        <p:spPr>
          <a:xfrm>
            <a:off x="7863840" y="2148840"/>
            <a:ext cx="1828800" cy="457200"/>
          </a:xfrm>
          <a:prstGeom prst="rect">
            <a:avLst/>
          </a:prstGeom>
          <a:solidFill>
            <a:srgbClr val="FBFFF4"/>
          </a:solidFill>
          <a:ln w="12700">
            <a:solidFill>
              <a:srgbClr val="B8D98A"/>
            </a:solidFill>
            <a:prstDash val="solid"/>
          </a:ln>
        </p:spPr>
      </p:sp>
      <p:sp>
        <p:nvSpPr>
          <p:cNvPr id="18" name="Text 15"/>
          <p:cNvSpPr txBox="1"/>
          <p:nvPr/>
        </p:nvSpPr>
        <p:spPr>
          <a:xfrm>
            <a:off x="7936992" y="2148840"/>
            <a:ext cx="171907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Max Gruber</a:t>
            </a:r>
            <a:endParaRPr lang="en-US" sz="1300" dirty="0"/>
          </a:p>
        </p:txBody>
      </p:sp>
      <p:sp>
        <p:nvSpPr>
          <p:cNvPr id="19" name="Text 16"/>
          <p:cNvSpPr txBox="1"/>
          <p:nvPr/>
        </p:nvSpPr>
        <p:spPr>
          <a:xfrm>
            <a:off x="6583680" y="2697480"/>
            <a:ext cx="3200400" cy="365760"/>
          </a:xfrm>
          <a:prstGeom prst="rect">
            <a:avLst/>
          </a:prstGeom>
          <a:noFill/>
          <a:ln/>
        </p:spPr>
        <p:txBody>
          <a:bodyPr wrap="square" lIns="0" tIns="0" rIns="0" bIns="0" rtlCol="0" anchor="t"/>
          <a:lstStyle/>
          <a:p>
            <a:pPr indent="0" marL="0">
              <a:buNone/>
            </a:pPr>
            <a:r>
              <a:rPr lang="en-US" sz="1300" b="1" dirty="0">
                <a:solidFill>
                  <a:srgbClr val="26720A"/>
                </a:solidFill>
                <a:latin typeface="Poppins" pitchFamily="34" charset="0"/>
                <a:ea typeface="Poppins" pitchFamily="34" charset="-122"/>
                <a:cs typeface="Poppins" pitchFamily="34" charset="-120"/>
              </a:rPr>
              <a:t>Primärschlüssel</a:t>
            </a:r>
            <a:endParaRPr lang="en-US" sz="1300" dirty="0"/>
          </a:p>
        </p:txBody>
      </p:sp>
      <p:sp>
        <p:nvSpPr>
          <p:cNvPr id="20" name="Text 17"/>
          <p:cNvSpPr txBox="1"/>
          <p:nvPr/>
        </p:nvSpPr>
        <p:spPr>
          <a:xfrm>
            <a:off x="6583680" y="338328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Ausleihe</a:t>
            </a:r>
            <a:endParaRPr lang="en-US" sz="1400" dirty="0"/>
          </a:p>
        </p:txBody>
      </p:sp>
      <p:sp>
        <p:nvSpPr>
          <p:cNvPr id="21" name="Shape 18"/>
          <p:cNvSpPr/>
          <p:nvPr/>
        </p:nvSpPr>
        <p:spPr>
          <a:xfrm>
            <a:off x="6583680" y="3703320"/>
            <a:ext cx="1280160" cy="457200"/>
          </a:xfrm>
          <a:prstGeom prst="rect">
            <a:avLst/>
          </a:prstGeom>
          <a:solidFill>
            <a:srgbClr val="12301A"/>
          </a:solidFill>
          <a:ln w="12700">
            <a:solidFill>
              <a:srgbClr val="B8D98A"/>
            </a:solidFill>
            <a:prstDash val="solid"/>
          </a:ln>
        </p:spPr>
      </p:sp>
      <p:sp>
        <p:nvSpPr>
          <p:cNvPr id="22" name="Text 19"/>
          <p:cNvSpPr txBox="1"/>
          <p:nvPr/>
        </p:nvSpPr>
        <p:spPr>
          <a:xfrm>
            <a:off x="6656832" y="3703320"/>
            <a:ext cx="1170432" cy="45720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AusleiheID</a:t>
            </a:r>
            <a:endParaRPr lang="en-US" sz="1300" dirty="0"/>
          </a:p>
        </p:txBody>
      </p:sp>
      <p:sp>
        <p:nvSpPr>
          <p:cNvPr id="23" name="Shape 20"/>
          <p:cNvSpPr/>
          <p:nvPr/>
        </p:nvSpPr>
        <p:spPr>
          <a:xfrm>
            <a:off x="7863840" y="3703320"/>
            <a:ext cx="1828800" cy="457200"/>
          </a:xfrm>
          <a:prstGeom prst="rect">
            <a:avLst/>
          </a:prstGeom>
          <a:solidFill>
            <a:srgbClr val="26720A"/>
          </a:solidFill>
          <a:ln w="12700">
            <a:solidFill>
              <a:srgbClr val="B8D98A"/>
            </a:solidFill>
            <a:prstDash val="solid"/>
          </a:ln>
        </p:spPr>
      </p:sp>
      <p:sp>
        <p:nvSpPr>
          <p:cNvPr id="24" name="Text 21"/>
          <p:cNvSpPr txBox="1"/>
          <p:nvPr/>
        </p:nvSpPr>
        <p:spPr>
          <a:xfrm>
            <a:off x="7936992" y="3703320"/>
            <a:ext cx="1719072" cy="457200"/>
          </a:xfrm>
          <a:prstGeom prst="rect">
            <a:avLst/>
          </a:prstGeom>
          <a:noFill/>
          <a:ln/>
        </p:spPr>
        <p:txBody>
          <a:bodyPr wrap="square" lIns="0" tIns="0" rIns="0" bIns="0" rtlCol="0" anchor="ctr"/>
          <a:lstStyle/>
          <a:p>
            <a:pPr indent="0" marL="0">
              <a:buNone/>
            </a:pPr>
            <a:r>
              <a:rPr lang="en-US" sz="1300" b="1" dirty="0">
                <a:solidFill>
                  <a:srgbClr val="FBFFF4"/>
                </a:solidFill>
                <a:latin typeface="Poppins" pitchFamily="34" charset="0"/>
                <a:ea typeface="Poppins" pitchFamily="34" charset="-122"/>
                <a:cs typeface="Poppins" pitchFamily="34" charset="-120"/>
              </a:rPr>
              <a:t>SchuelerID</a:t>
            </a:r>
            <a:endParaRPr lang="en-US" sz="1300" dirty="0"/>
          </a:p>
        </p:txBody>
      </p:sp>
      <p:sp>
        <p:nvSpPr>
          <p:cNvPr id="25" name="Shape 22"/>
          <p:cNvSpPr/>
          <p:nvPr/>
        </p:nvSpPr>
        <p:spPr>
          <a:xfrm>
            <a:off x="6583680" y="4160520"/>
            <a:ext cx="1280160" cy="457200"/>
          </a:xfrm>
          <a:prstGeom prst="rect">
            <a:avLst/>
          </a:prstGeom>
          <a:solidFill>
            <a:srgbClr val="FBFFF4"/>
          </a:solidFill>
          <a:ln w="12700">
            <a:solidFill>
              <a:srgbClr val="B8D98A"/>
            </a:solidFill>
            <a:prstDash val="solid"/>
          </a:ln>
        </p:spPr>
      </p:sp>
      <p:sp>
        <p:nvSpPr>
          <p:cNvPr id="26" name="Text 23"/>
          <p:cNvSpPr txBox="1"/>
          <p:nvPr/>
        </p:nvSpPr>
        <p:spPr>
          <a:xfrm>
            <a:off x="6656832" y="4160520"/>
            <a:ext cx="117043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1</a:t>
            </a:r>
            <a:endParaRPr lang="en-US" sz="1300" dirty="0"/>
          </a:p>
        </p:txBody>
      </p:sp>
      <p:sp>
        <p:nvSpPr>
          <p:cNvPr id="27" name="Shape 24"/>
          <p:cNvSpPr/>
          <p:nvPr/>
        </p:nvSpPr>
        <p:spPr>
          <a:xfrm>
            <a:off x="7863840" y="4160520"/>
            <a:ext cx="1828800" cy="457200"/>
          </a:xfrm>
          <a:prstGeom prst="rect">
            <a:avLst/>
          </a:prstGeom>
          <a:solidFill>
            <a:srgbClr val="DDF3B8"/>
          </a:solidFill>
          <a:ln w="12700">
            <a:solidFill>
              <a:srgbClr val="B8D98A"/>
            </a:solidFill>
            <a:prstDash val="solid"/>
          </a:ln>
        </p:spPr>
      </p:sp>
      <p:sp>
        <p:nvSpPr>
          <p:cNvPr id="28" name="Text 25"/>
          <p:cNvSpPr txBox="1"/>
          <p:nvPr/>
        </p:nvSpPr>
        <p:spPr>
          <a:xfrm>
            <a:off x="7936992" y="4160520"/>
            <a:ext cx="171907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1</a:t>
            </a:r>
            <a:endParaRPr lang="en-US" sz="1300" dirty="0"/>
          </a:p>
        </p:txBody>
      </p:sp>
      <p:sp>
        <p:nvSpPr>
          <p:cNvPr id="29" name="Shape 26"/>
          <p:cNvSpPr/>
          <p:nvPr/>
        </p:nvSpPr>
        <p:spPr>
          <a:xfrm>
            <a:off x="6583680" y="4617720"/>
            <a:ext cx="1280160" cy="457200"/>
          </a:xfrm>
          <a:prstGeom prst="rect">
            <a:avLst/>
          </a:prstGeom>
          <a:solidFill>
            <a:srgbClr val="FBFFF4"/>
          </a:solidFill>
          <a:ln w="12700">
            <a:solidFill>
              <a:srgbClr val="B8D98A"/>
            </a:solidFill>
            <a:prstDash val="solid"/>
          </a:ln>
        </p:spPr>
      </p:sp>
      <p:sp>
        <p:nvSpPr>
          <p:cNvPr id="30" name="Text 27"/>
          <p:cNvSpPr txBox="1"/>
          <p:nvPr/>
        </p:nvSpPr>
        <p:spPr>
          <a:xfrm>
            <a:off x="6656832" y="4617720"/>
            <a:ext cx="117043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2</a:t>
            </a:r>
            <a:endParaRPr lang="en-US" sz="1300" dirty="0"/>
          </a:p>
        </p:txBody>
      </p:sp>
      <p:sp>
        <p:nvSpPr>
          <p:cNvPr id="31" name="Shape 28"/>
          <p:cNvSpPr/>
          <p:nvPr/>
        </p:nvSpPr>
        <p:spPr>
          <a:xfrm>
            <a:off x="7863840" y="4617720"/>
            <a:ext cx="1828800" cy="457200"/>
          </a:xfrm>
          <a:prstGeom prst="rect">
            <a:avLst/>
          </a:prstGeom>
          <a:solidFill>
            <a:srgbClr val="DDF3B8"/>
          </a:solidFill>
          <a:ln w="12700">
            <a:solidFill>
              <a:srgbClr val="B8D98A"/>
            </a:solidFill>
            <a:prstDash val="solid"/>
          </a:ln>
        </p:spPr>
      </p:sp>
      <p:sp>
        <p:nvSpPr>
          <p:cNvPr id="32" name="Text 29"/>
          <p:cNvSpPr txBox="1"/>
          <p:nvPr/>
        </p:nvSpPr>
        <p:spPr>
          <a:xfrm>
            <a:off x="7936992" y="4617720"/>
            <a:ext cx="1719072" cy="457200"/>
          </a:xfrm>
          <a:prstGeom prst="rect">
            <a:avLst/>
          </a:prstGeom>
          <a:noFill/>
          <a:ln/>
        </p:spPr>
        <p:txBody>
          <a:bodyPr wrap="square" lIns="0" tIns="0" rIns="0" bIns="0" rtlCol="0" anchor="ctr"/>
          <a:lstStyle/>
          <a:p>
            <a:pPr indent="0" marL="0">
              <a:buNone/>
            </a:pPr>
            <a:r>
              <a:rPr lang="en-US" sz="1300" dirty="0">
                <a:solidFill>
                  <a:srgbClr val="0E1F0C"/>
                </a:solidFill>
                <a:latin typeface="Poppins" pitchFamily="34" charset="0"/>
                <a:ea typeface="Poppins" pitchFamily="34" charset="-122"/>
                <a:cs typeface="Poppins" pitchFamily="34" charset="-120"/>
              </a:rPr>
              <a:t>1</a:t>
            </a:r>
            <a:endParaRPr lang="en-US" sz="1300" dirty="0"/>
          </a:p>
        </p:txBody>
      </p:sp>
      <p:sp>
        <p:nvSpPr>
          <p:cNvPr id="33" name="Text 30"/>
          <p:cNvSpPr txBox="1"/>
          <p:nvPr/>
        </p:nvSpPr>
        <p:spPr>
          <a:xfrm>
            <a:off x="6583680" y="5166360"/>
            <a:ext cx="3200400" cy="365760"/>
          </a:xfrm>
          <a:prstGeom prst="rect">
            <a:avLst/>
          </a:prstGeom>
          <a:noFill/>
          <a:ln/>
        </p:spPr>
        <p:txBody>
          <a:bodyPr wrap="square" lIns="0" tIns="0" rIns="0" bIns="0" rtlCol="0" anchor="t"/>
          <a:lstStyle/>
          <a:p>
            <a:pPr indent="0" marL="0">
              <a:buNone/>
            </a:pPr>
            <a:r>
              <a:rPr lang="en-US" sz="1300" b="1" dirty="0">
                <a:solidFill>
                  <a:srgbClr val="26720A"/>
                </a:solidFill>
                <a:latin typeface="Poppins" pitchFamily="34" charset="0"/>
                <a:ea typeface="Poppins" pitchFamily="34" charset="-122"/>
                <a:cs typeface="Poppins" pitchFamily="34" charset="-120"/>
              </a:rPr>
              <a:t>Fremdschlüssel</a:t>
            </a:r>
            <a:endParaRPr lang="en-US" sz="1300" dirty="0"/>
          </a:p>
        </p:txBody>
      </p:sp>
      <p:sp>
        <p:nvSpPr>
          <p:cNvPr id="34" name="Shape 31"/>
          <p:cNvSpPr/>
          <p:nvPr/>
        </p:nvSpPr>
        <p:spPr>
          <a:xfrm>
            <a:off x="10058400" y="2011680"/>
            <a:ext cx="457200" cy="1645920"/>
          </a:xfrm>
          <a:prstGeom prst="upArrow">
            <a:avLst/>
          </a:prstGeom>
          <a:solidFill>
            <a:srgbClr val="26720A"/>
          </a:solidFill>
          <a:ln w="12700">
            <a:solidFill>
              <a:srgbClr val="26720A"/>
            </a:solidFill>
            <a:prstDash val="solid"/>
          </a:ln>
        </p:spPr>
      </p:sp>
      <p:sp>
        <p:nvSpPr>
          <p:cNvPr id="35" name="Text 32"/>
          <p:cNvSpPr txBox="1"/>
          <p:nvPr/>
        </p:nvSpPr>
        <p:spPr>
          <a:xfrm>
            <a:off x="10607040" y="2743200"/>
            <a:ext cx="1097280" cy="54864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zeigt auf</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Beispiel aus dem Alltag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Dein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Schülerausweis</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hat eine Nummer.</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In der Schul-Datenbank ist sie der Primärschlüssel.</a:t>
            </a:r>
            <a:endParaRPr lang="en-US" sz="1800" dirty="0"/>
          </a:p>
        </p:txBody>
      </p:sp>
      <p:sp>
        <p:nvSpPr>
          <p:cNvPr id="6" name="Shape 3"/>
          <p:cNvSpPr/>
          <p:nvPr/>
        </p:nvSpPr>
        <p:spPr>
          <a:xfrm>
            <a:off x="6583680" y="1005840"/>
            <a:ext cx="2743200" cy="1828800"/>
          </a:xfrm>
          <a:prstGeom prst="roundRect">
            <a:avLst>
              <a:gd name="adj" fmla="val 7500"/>
            </a:avLst>
          </a:prstGeom>
          <a:solidFill>
            <a:srgbClr val="FBFFF4"/>
          </a:solidFill>
          <a:ln w="15875">
            <a:solidFill>
              <a:srgbClr val="B8D98A"/>
            </a:solidFill>
            <a:prstDash val="solid"/>
          </a:ln>
        </p:spPr>
      </p:sp>
      <p:sp>
        <p:nvSpPr>
          <p:cNvPr id="7" name="Shape 4"/>
          <p:cNvSpPr/>
          <p:nvPr/>
        </p:nvSpPr>
        <p:spPr>
          <a:xfrm>
            <a:off x="7132320" y="1234440"/>
            <a:ext cx="365760" cy="365760"/>
          </a:xfrm>
          <a:prstGeom prst="ellipse">
            <a:avLst/>
          </a:prstGeom>
          <a:solidFill>
            <a:srgbClr val="2F6B3E"/>
          </a:solidFill>
          <a:ln w="12700">
            <a:solidFill>
              <a:srgbClr val="2F6B3E"/>
            </a:solidFill>
            <a:prstDash val="solid"/>
          </a:ln>
        </p:spPr>
      </p:sp>
      <p:sp>
        <p:nvSpPr>
          <p:cNvPr id="8" name="Shape 5"/>
          <p:cNvSpPr/>
          <p:nvPr/>
        </p:nvSpPr>
        <p:spPr>
          <a:xfrm>
            <a:off x="6949440" y="1658722"/>
            <a:ext cx="731520" cy="453542"/>
          </a:xfrm>
          <a:prstGeom prst="roundRect">
            <a:avLst>
              <a:gd name="adj" fmla="val 45161"/>
            </a:avLst>
          </a:prstGeom>
          <a:solidFill>
            <a:srgbClr val="2F6B3E"/>
          </a:solidFill>
          <a:ln w="12700">
            <a:solidFill>
              <a:srgbClr val="2F6B3E"/>
            </a:solidFill>
            <a:prstDash val="solid"/>
          </a:ln>
        </p:spPr>
      </p:sp>
      <p:sp>
        <p:nvSpPr>
          <p:cNvPr id="9" name="Text 6"/>
          <p:cNvSpPr txBox="1"/>
          <p:nvPr/>
        </p:nvSpPr>
        <p:spPr>
          <a:xfrm>
            <a:off x="7863840" y="1188720"/>
            <a:ext cx="1371600" cy="457200"/>
          </a:xfrm>
          <a:prstGeom prst="rect">
            <a:avLst/>
          </a:prstGeom>
          <a:noFill/>
          <a:ln/>
        </p:spPr>
        <p:txBody>
          <a:bodyPr wrap="square" lIns="0" tIns="0" rIns="0" bIns="0" rtlCol="0" anchor="t"/>
          <a:lstStyle/>
          <a:p>
            <a:pPr indent="0" marL="0">
              <a:buNone/>
            </a:pPr>
            <a:r>
              <a:rPr lang="en-US" sz="1200" b="1" dirty="0">
                <a:solidFill>
                  <a:srgbClr val="0E1F0C"/>
                </a:solidFill>
                <a:latin typeface="Poppins" pitchFamily="34" charset="0"/>
                <a:ea typeface="Poppins" pitchFamily="34" charset="-122"/>
                <a:cs typeface="Poppins" pitchFamily="34" charset="-120"/>
              </a:rPr>
              <a:t>Schülerausweis</a:t>
            </a:r>
            <a:endParaRPr lang="en-US" sz="1200" dirty="0"/>
          </a:p>
        </p:txBody>
      </p:sp>
      <p:sp>
        <p:nvSpPr>
          <p:cNvPr id="10" name="Shape 7"/>
          <p:cNvSpPr/>
          <p:nvPr/>
        </p:nvSpPr>
        <p:spPr>
          <a:xfrm>
            <a:off x="7863840" y="1828800"/>
            <a:ext cx="1371600" cy="640080"/>
          </a:xfrm>
          <a:prstGeom prst="roundRect">
            <a:avLst>
              <a:gd name="adj" fmla="val 17143"/>
            </a:avLst>
          </a:prstGeom>
          <a:solidFill>
            <a:srgbClr val="B1FF37"/>
          </a:solidFill>
          <a:ln w="12700">
            <a:solidFill>
              <a:srgbClr val="B1FF37"/>
            </a:solidFill>
            <a:prstDash val="solid"/>
          </a:ln>
        </p:spPr>
      </p:sp>
      <p:sp>
        <p:nvSpPr>
          <p:cNvPr id="11" name="Text 8"/>
          <p:cNvSpPr txBox="1"/>
          <p:nvPr/>
        </p:nvSpPr>
        <p:spPr>
          <a:xfrm>
            <a:off x="7863840" y="1828800"/>
            <a:ext cx="1371600" cy="64008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Nr. 17</a:t>
            </a:r>
            <a:endParaRPr lang="en-US" sz="1700" dirty="0"/>
          </a:p>
        </p:txBody>
      </p:sp>
      <p:sp>
        <p:nvSpPr>
          <p:cNvPr id="12" name="Shape 9"/>
          <p:cNvSpPr/>
          <p:nvPr/>
        </p:nvSpPr>
        <p:spPr>
          <a:xfrm>
            <a:off x="9464040" y="1737360"/>
            <a:ext cx="502920" cy="411480"/>
          </a:xfrm>
          <a:prstGeom prst="rightArrow">
            <a:avLst/>
          </a:prstGeom>
          <a:solidFill>
            <a:srgbClr val="26720A"/>
          </a:solidFill>
          <a:ln w="12700">
            <a:solidFill>
              <a:srgbClr val="26720A"/>
            </a:solidFill>
            <a:prstDash val="solid"/>
          </a:ln>
        </p:spPr>
      </p:sp>
      <p:sp>
        <p:nvSpPr>
          <p:cNvPr id="13" name="Text 10"/>
          <p:cNvSpPr txBox="1"/>
          <p:nvPr/>
        </p:nvSpPr>
        <p:spPr>
          <a:xfrm>
            <a:off x="9966960" y="914400"/>
            <a:ext cx="1645920" cy="365760"/>
          </a:xfrm>
          <a:prstGeom prst="rect">
            <a:avLst/>
          </a:prstGeom>
          <a:noFill/>
          <a:ln/>
        </p:spPr>
        <p:txBody>
          <a:bodyPr wrap="square" lIns="0" tIns="0" rIns="0" bIns="0" rtlCol="0" anchor="t"/>
          <a:lstStyle/>
          <a:p>
            <a:pPr indent="0" marL="0">
              <a:buNone/>
            </a:pPr>
            <a:r>
              <a:rPr lang="en-US" sz="1300" b="1" dirty="0">
                <a:solidFill>
                  <a:srgbClr val="26720A"/>
                </a:solidFill>
                <a:latin typeface="Poppins" pitchFamily="34" charset="0"/>
                <a:ea typeface="Poppins" pitchFamily="34" charset="-122"/>
                <a:cs typeface="Poppins" pitchFamily="34" charset="-120"/>
              </a:rPr>
              <a:t>Schüler:innen</a:t>
            </a:r>
            <a:endParaRPr lang="en-US" sz="1300" dirty="0"/>
          </a:p>
        </p:txBody>
      </p:sp>
      <p:sp>
        <p:nvSpPr>
          <p:cNvPr id="14" name="Shape 11"/>
          <p:cNvSpPr/>
          <p:nvPr/>
        </p:nvSpPr>
        <p:spPr>
          <a:xfrm>
            <a:off x="9966960" y="1280160"/>
            <a:ext cx="640080" cy="411480"/>
          </a:xfrm>
          <a:prstGeom prst="rect">
            <a:avLst/>
          </a:prstGeom>
          <a:solidFill>
            <a:srgbClr val="26720A"/>
          </a:solidFill>
          <a:ln w="12700">
            <a:solidFill>
              <a:srgbClr val="B8D98A"/>
            </a:solidFill>
            <a:prstDash val="solid"/>
          </a:ln>
        </p:spPr>
      </p:sp>
      <p:sp>
        <p:nvSpPr>
          <p:cNvPr id="15" name="Text 12"/>
          <p:cNvSpPr txBox="1"/>
          <p:nvPr/>
        </p:nvSpPr>
        <p:spPr>
          <a:xfrm>
            <a:off x="10040112" y="1280160"/>
            <a:ext cx="530352" cy="41148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Nr</a:t>
            </a:r>
            <a:endParaRPr lang="en-US" sz="1200" dirty="0"/>
          </a:p>
        </p:txBody>
      </p:sp>
      <p:sp>
        <p:nvSpPr>
          <p:cNvPr id="16" name="Shape 13"/>
          <p:cNvSpPr/>
          <p:nvPr/>
        </p:nvSpPr>
        <p:spPr>
          <a:xfrm>
            <a:off x="10607040" y="1280160"/>
            <a:ext cx="914400" cy="411480"/>
          </a:xfrm>
          <a:prstGeom prst="rect">
            <a:avLst/>
          </a:prstGeom>
          <a:solidFill>
            <a:srgbClr val="12301A"/>
          </a:solidFill>
          <a:ln w="12700">
            <a:solidFill>
              <a:srgbClr val="B8D98A"/>
            </a:solidFill>
            <a:prstDash val="solid"/>
          </a:ln>
        </p:spPr>
      </p:sp>
      <p:sp>
        <p:nvSpPr>
          <p:cNvPr id="17" name="Text 14"/>
          <p:cNvSpPr txBox="1"/>
          <p:nvPr/>
        </p:nvSpPr>
        <p:spPr>
          <a:xfrm>
            <a:off x="10680192" y="1280160"/>
            <a:ext cx="804672" cy="411480"/>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a:t>
            </a:r>
            <a:endParaRPr lang="en-US" sz="1200" dirty="0"/>
          </a:p>
        </p:txBody>
      </p:sp>
      <p:sp>
        <p:nvSpPr>
          <p:cNvPr id="18" name="Shape 15"/>
          <p:cNvSpPr/>
          <p:nvPr/>
        </p:nvSpPr>
        <p:spPr>
          <a:xfrm>
            <a:off x="9966960" y="1691640"/>
            <a:ext cx="640080" cy="411480"/>
          </a:xfrm>
          <a:prstGeom prst="rect">
            <a:avLst/>
          </a:prstGeom>
          <a:solidFill>
            <a:srgbClr val="B1FF37"/>
          </a:solidFill>
          <a:ln w="12700">
            <a:solidFill>
              <a:srgbClr val="B8D98A"/>
            </a:solidFill>
            <a:prstDash val="solid"/>
          </a:ln>
        </p:spPr>
      </p:sp>
      <p:sp>
        <p:nvSpPr>
          <p:cNvPr id="19" name="Text 16"/>
          <p:cNvSpPr txBox="1"/>
          <p:nvPr/>
        </p:nvSpPr>
        <p:spPr>
          <a:xfrm>
            <a:off x="10040112" y="1691640"/>
            <a:ext cx="530352" cy="41148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17</a:t>
            </a:r>
            <a:endParaRPr lang="en-US" sz="1200" dirty="0"/>
          </a:p>
        </p:txBody>
      </p:sp>
      <p:sp>
        <p:nvSpPr>
          <p:cNvPr id="20" name="Shape 17"/>
          <p:cNvSpPr/>
          <p:nvPr/>
        </p:nvSpPr>
        <p:spPr>
          <a:xfrm>
            <a:off x="10607040" y="1691640"/>
            <a:ext cx="914400" cy="411480"/>
          </a:xfrm>
          <a:prstGeom prst="rect">
            <a:avLst/>
          </a:prstGeom>
          <a:solidFill>
            <a:srgbClr val="FBFFF4"/>
          </a:solidFill>
          <a:ln w="12700">
            <a:solidFill>
              <a:srgbClr val="B8D98A"/>
            </a:solidFill>
            <a:prstDash val="solid"/>
          </a:ln>
        </p:spPr>
      </p:sp>
      <p:sp>
        <p:nvSpPr>
          <p:cNvPr id="21" name="Text 18"/>
          <p:cNvSpPr txBox="1"/>
          <p:nvPr/>
        </p:nvSpPr>
        <p:spPr>
          <a:xfrm>
            <a:off x="10680192" y="1691640"/>
            <a:ext cx="804672" cy="41148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a:t>
            </a:r>
            <a:endParaRPr lang="en-US" sz="1200" dirty="0"/>
          </a:p>
        </p:txBody>
      </p:sp>
      <p:sp>
        <p:nvSpPr>
          <p:cNvPr id="22" name="Shape 19"/>
          <p:cNvSpPr/>
          <p:nvPr/>
        </p:nvSpPr>
        <p:spPr>
          <a:xfrm>
            <a:off x="9966960" y="2103120"/>
            <a:ext cx="640080" cy="411480"/>
          </a:xfrm>
          <a:prstGeom prst="rect">
            <a:avLst/>
          </a:prstGeom>
          <a:solidFill>
            <a:srgbClr val="FBFFF4"/>
          </a:solidFill>
          <a:ln w="12700">
            <a:solidFill>
              <a:srgbClr val="B8D98A"/>
            </a:solidFill>
            <a:prstDash val="solid"/>
          </a:ln>
        </p:spPr>
      </p:sp>
      <p:sp>
        <p:nvSpPr>
          <p:cNvPr id="23" name="Text 20"/>
          <p:cNvSpPr txBox="1"/>
          <p:nvPr/>
        </p:nvSpPr>
        <p:spPr>
          <a:xfrm>
            <a:off x="10040112" y="2103120"/>
            <a:ext cx="530352" cy="41148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18</a:t>
            </a:r>
            <a:endParaRPr lang="en-US" sz="1200" dirty="0"/>
          </a:p>
        </p:txBody>
      </p:sp>
      <p:sp>
        <p:nvSpPr>
          <p:cNvPr id="24" name="Shape 21"/>
          <p:cNvSpPr/>
          <p:nvPr/>
        </p:nvSpPr>
        <p:spPr>
          <a:xfrm>
            <a:off x="10607040" y="2103120"/>
            <a:ext cx="914400" cy="411480"/>
          </a:xfrm>
          <a:prstGeom prst="rect">
            <a:avLst/>
          </a:prstGeom>
          <a:solidFill>
            <a:srgbClr val="FBFFF4"/>
          </a:solidFill>
          <a:ln w="12700">
            <a:solidFill>
              <a:srgbClr val="B8D98A"/>
            </a:solidFill>
            <a:prstDash val="solid"/>
          </a:ln>
        </p:spPr>
      </p:sp>
      <p:sp>
        <p:nvSpPr>
          <p:cNvPr id="25" name="Text 22"/>
          <p:cNvSpPr txBox="1"/>
          <p:nvPr/>
        </p:nvSpPr>
        <p:spPr>
          <a:xfrm>
            <a:off x="10680192" y="2103120"/>
            <a:ext cx="804672" cy="411480"/>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Max</a:t>
            </a:r>
            <a:endParaRPr lang="en-US" sz="1200" dirty="0"/>
          </a:p>
        </p:txBody>
      </p:sp>
      <p:sp>
        <p:nvSpPr>
          <p:cNvPr id="26" name="Shape 23"/>
          <p:cNvSpPr/>
          <p:nvPr/>
        </p:nvSpPr>
        <p:spPr>
          <a:xfrm>
            <a:off x="6675120" y="3840480"/>
            <a:ext cx="457200" cy="457200"/>
          </a:xfrm>
          <a:prstGeom prst="ellipse">
            <a:avLst/>
          </a:prstGeom>
          <a:solidFill>
            <a:srgbClr val="B1FF37"/>
          </a:solidFill>
          <a:ln w="25400">
            <a:solidFill>
              <a:srgbClr val="12301A"/>
            </a:solidFill>
            <a:prstDash val="solid"/>
          </a:ln>
        </p:spPr>
      </p:sp>
      <p:sp>
        <p:nvSpPr>
          <p:cNvPr id="27" name="Shape 24"/>
          <p:cNvSpPr/>
          <p:nvPr/>
        </p:nvSpPr>
        <p:spPr>
          <a:xfrm>
            <a:off x="7132320" y="4069080"/>
            <a:ext cx="822960" cy="0"/>
          </a:xfrm>
          <a:prstGeom prst="line">
            <a:avLst/>
          </a:prstGeom>
          <a:noFill/>
          <a:ln w="38100">
            <a:solidFill>
              <a:srgbClr val="12301A"/>
            </a:solidFill>
            <a:prstDash val="solid"/>
          </a:ln>
        </p:spPr>
      </p:sp>
      <p:sp>
        <p:nvSpPr>
          <p:cNvPr id="28" name="Shape 25"/>
          <p:cNvSpPr/>
          <p:nvPr/>
        </p:nvSpPr>
        <p:spPr>
          <a:xfrm>
            <a:off x="7635240" y="4069080"/>
            <a:ext cx="0" cy="228600"/>
          </a:xfrm>
          <a:prstGeom prst="line">
            <a:avLst/>
          </a:prstGeom>
          <a:noFill/>
          <a:ln w="38100">
            <a:solidFill>
              <a:srgbClr val="12301A"/>
            </a:solidFill>
            <a:prstDash val="solid"/>
          </a:ln>
        </p:spPr>
      </p:sp>
      <p:sp>
        <p:nvSpPr>
          <p:cNvPr id="29" name="Shape 26"/>
          <p:cNvSpPr/>
          <p:nvPr/>
        </p:nvSpPr>
        <p:spPr>
          <a:xfrm>
            <a:off x="7863840" y="4069080"/>
            <a:ext cx="0" cy="182880"/>
          </a:xfrm>
          <a:prstGeom prst="line">
            <a:avLst/>
          </a:prstGeom>
          <a:noFill/>
          <a:ln w="38100">
            <a:solidFill>
              <a:srgbClr val="12301A"/>
            </a:solidFill>
            <a:prstDash val="solid"/>
          </a:ln>
        </p:spPr>
      </p:sp>
      <p:sp>
        <p:nvSpPr>
          <p:cNvPr id="30" name="Text 27"/>
          <p:cNvSpPr txBox="1"/>
          <p:nvPr/>
        </p:nvSpPr>
        <p:spPr>
          <a:xfrm>
            <a:off x="8046720" y="3749040"/>
            <a:ext cx="3474720" cy="822960"/>
          </a:xfrm>
          <a:prstGeom prst="rect">
            <a:avLst/>
          </a:prstGeom>
          <a:noFill/>
          <a:ln/>
        </p:spPr>
        <p:txBody>
          <a:bodyPr wrap="square" lIns="0" tIns="0" rIns="0" bIns="0" rtlCol="0" anchor="t"/>
          <a:lstStyle/>
          <a:p>
            <a:pPr indent="0" marL="0">
              <a:buNone/>
            </a:pPr>
            <a:r>
              <a:rPr lang="en-US" sz="1500" b="1" dirty="0">
                <a:solidFill>
                  <a:srgbClr val="26720A"/>
                </a:solidFill>
                <a:latin typeface="Poppins" pitchFamily="34" charset="0"/>
                <a:ea typeface="Poppins" pitchFamily="34" charset="-122"/>
                <a:cs typeface="Poppins" pitchFamily="34" charset="-120"/>
              </a:rPr>
              <a:t>Primärschlüssel in der Tabelle Schüler:innen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In der Bibliothek</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Die Bibliothekarin notiert nur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deine Nummer.</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Mit der Nummer kann man alles andere nachschlagen.</a:t>
            </a:r>
            <a:endParaRPr lang="en-US" sz="1800" dirty="0"/>
          </a:p>
        </p:txBody>
      </p:sp>
      <p:sp>
        <p:nvSpPr>
          <p:cNvPr id="6" name="Text 3"/>
          <p:cNvSpPr txBox="1"/>
          <p:nvPr/>
        </p:nvSpPr>
        <p:spPr>
          <a:xfrm>
            <a:off x="6583680" y="914400"/>
            <a:ext cx="3657600" cy="365760"/>
          </a:xfrm>
          <a:prstGeom prst="rect">
            <a:avLst/>
          </a:prstGeom>
          <a:noFill/>
          <a:ln/>
        </p:spPr>
        <p:txBody>
          <a:bodyPr wrap="square" lIns="0" tIns="0" rIns="0" bIns="0" rtlCol="0" anchor="t"/>
          <a:lstStyle/>
          <a:p>
            <a:pPr indent="0" marL="0">
              <a:buNone/>
            </a:pPr>
            <a:r>
              <a:rPr lang="en-US" sz="1500" b="1" dirty="0">
                <a:solidFill>
                  <a:srgbClr val="26720A"/>
                </a:solidFill>
                <a:latin typeface="Poppins" pitchFamily="34" charset="0"/>
                <a:ea typeface="Poppins" pitchFamily="34" charset="-122"/>
                <a:cs typeface="Poppins" pitchFamily="34" charset="-120"/>
              </a:rPr>
              <a:t>Ausleihe-Liste</a:t>
            </a:r>
            <a:endParaRPr lang="en-US" sz="1500" dirty="0"/>
          </a:p>
        </p:txBody>
      </p:sp>
      <p:sp>
        <p:nvSpPr>
          <p:cNvPr id="7" name="Shape 4"/>
          <p:cNvSpPr/>
          <p:nvPr/>
        </p:nvSpPr>
        <p:spPr>
          <a:xfrm>
            <a:off x="6583680" y="1325880"/>
            <a:ext cx="1463040" cy="548640"/>
          </a:xfrm>
          <a:prstGeom prst="rect">
            <a:avLst/>
          </a:prstGeom>
          <a:solidFill>
            <a:srgbClr val="12301A"/>
          </a:solidFill>
          <a:ln w="12700">
            <a:solidFill>
              <a:srgbClr val="B8D98A"/>
            </a:solidFill>
            <a:prstDash val="solid"/>
          </a:ln>
        </p:spPr>
      </p:sp>
      <p:sp>
        <p:nvSpPr>
          <p:cNvPr id="8" name="Text 5"/>
          <p:cNvSpPr txBox="1"/>
          <p:nvPr/>
        </p:nvSpPr>
        <p:spPr>
          <a:xfrm>
            <a:off x="6656832" y="1325880"/>
            <a:ext cx="1353312" cy="54864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Buch</a:t>
            </a:r>
            <a:endParaRPr lang="en-US" sz="1500" dirty="0"/>
          </a:p>
        </p:txBody>
      </p:sp>
      <p:sp>
        <p:nvSpPr>
          <p:cNvPr id="9" name="Shape 6"/>
          <p:cNvSpPr/>
          <p:nvPr/>
        </p:nvSpPr>
        <p:spPr>
          <a:xfrm>
            <a:off x="8046720" y="1325880"/>
            <a:ext cx="1280160" cy="548640"/>
          </a:xfrm>
          <a:prstGeom prst="rect">
            <a:avLst/>
          </a:prstGeom>
          <a:solidFill>
            <a:srgbClr val="26720A"/>
          </a:solidFill>
          <a:ln w="12700">
            <a:solidFill>
              <a:srgbClr val="B8D98A"/>
            </a:solidFill>
            <a:prstDash val="solid"/>
          </a:ln>
        </p:spPr>
      </p:sp>
      <p:sp>
        <p:nvSpPr>
          <p:cNvPr id="10" name="Text 7"/>
          <p:cNvSpPr txBox="1"/>
          <p:nvPr/>
        </p:nvSpPr>
        <p:spPr>
          <a:xfrm>
            <a:off x="8119872" y="1325880"/>
            <a:ext cx="1170432" cy="54864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Schüler-Nr.</a:t>
            </a:r>
            <a:endParaRPr lang="en-US" sz="1500" dirty="0"/>
          </a:p>
        </p:txBody>
      </p:sp>
      <p:sp>
        <p:nvSpPr>
          <p:cNvPr id="11" name="Shape 8"/>
          <p:cNvSpPr/>
          <p:nvPr/>
        </p:nvSpPr>
        <p:spPr>
          <a:xfrm>
            <a:off x="6583680" y="1874520"/>
            <a:ext cx="1463040" cy="548640"/>
          </a:xfrm>
          <a:prstGeom prst="rect">
            <a:avLst/>
          </a:prstGeom>
          <a:solidFill>
            <a:srgbClr val="FBFFF4"/>
          </a:solidFill>
          <a:ln w="12700">
            <a:solidFill>
              <a:srgbClr val="B8D98A"/>
            </a:solidFill>
            <a:prstDash val="solid"/>
          </a:ln>
        </p:spPr>
      </p:sp>
      <p:sp>
        <p:nvSpPr>
          <p:cNvPr id="12" name="Text 9"/>
          <p:cNvSpPr txBox="1"/>
          <p:nvPr/>
        </p:nvSpPr>
        <p:spPr>
          <a:xfrm>
            <a:off x="6656832" y="1874520"/>
            <a:ext cx="135331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13" name="Shape 10"/>
          <p:cNvSpPr/>
          <p:nvPr/>
        </p:nvSpPr>
        <p:spPr>
          <a:xfrm>
            <a:off x="8046720" y="1874520"/>
            <a:ext cx="1280160" cy="548640"/>
          </a:xfrm>
          <a:prstGeom prst="rect">
            <a:avLst/>
          </a:prstGeom>
          <a:solidFill>
            <a:srgbClr val="B1FF37"/>
          </a:solidFill>
          <a:ln w="12700">
            <a:solidFill>
              <a:srgbClr val="B8D98A"/>
            </a:solidFill>
            <a:prstDash val="solid"/>
          </a:ln>
        </p:spPr>
      </p:sp>
      <p:sp>
        <p:nvSpPr>
          <p:cNvPr id="14" name="Text 11"/>
          <p:cNvSpPr txBox="1"/>
          <p:nvPr/>
        </p:nvSpPr>
        <p:spPr>
          <a:xfrm>
            <a:off x="8119872" y="1874520"/>
            <a:ext cx="117043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17</a:t>
            </a:r>
            <a:endParaRPr lang="en-US" sz="1500" dirty="0"/>
          </a:p>
        </p:txBody>
      </p:sp>
      <p:sp>
        <p:nvSpPr>
          <p:cNvPr id="15" name="Shape 12"/>
          <p:cNvSpPr/>
          <p:nvPr/>
        </p:nvSpPr>
        <p:spPr>
          <a:xfrm>
            <a:off x="6583680" y="2423160"/>
            <a:ext cx="1463040" cy="548640"/>
          </a:xfrm>
          <a:prstGeom prst="rect">
            <a:avLst/>
          </a:prstGeom>
          <a:solidFill>
            <a:srgbClr val="FBFFF4"/>
          </a:solidFill>
          <a:ln w="12700">
            <a:solidFill>
              <a:srgbClr val="B8D98A"/>
            </a:solidFill>
            <a:prstDash val="solid"/>
          </a:ln>
        </p:spPr>
      </p:sp>
      <p:sp>
        <p:nvSpPr>
          <p:cNvPr id="16" name="Text 13"/>
          <p:cNvSpPr txBox="1"/>
          <p:nvPr/>
        </p:nvSpPr>
        <p:spPr>
          <a:xfrm>
            <a:off x="6656832" y="2423160"/>
            <a:ext cx="135331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17" name="Shape 14"/>
          <p:cNvSpPr/>
          <p:nvPr/>
        </p:nvSpPr>
        <p:spPr>
          <a:xfrm>
            <a:off x="8046720" y="2423160"/>
            <a:ext cx="1280160" cy="548640"/>
          </a:xfrm>
          <a:prstGeom prst="rect">
            <a:avLst/>
          </a:prstGeom>
          <a:solidFill>
            <a:srgbClr val="B1FF37"/>
          </a:solidFill>
          <a:ln w="12700">
            <a:solidFill>
              <a:srgbClr val="B8D98A"/>
            </a:solidFill>
            <a:prstDash val="solid"/>
          </a:ln>
        </p:spPr>
      </p:sp>
      <p:sp>
        <p:nvSpPr>
          <p:cNvPr id="18" name="Text 15"/>
          <p:cNvSpPr txBox="1"/>
          <p:nvPr/>
        </p:nvSpPr>
        <p:spPr>
          <a:xfrm>
            <a:off x="8119872" y="2423160"/>
            <a:ext cx="1170432" cy="54864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17</a:t>
            </a:r>
            <a:endParaRPr lang="en-US" sz="1500" dirty="0"/>
          </a:p>
        </p:txBody>
      </p:sp>
      <p:sp>
        <p:nvSpPr>
          <p:cNvPr id="19" name="Shape 16"/>
          <p:cNvSpPr/>
          <p:nvPr/>
        </p:nvSpPr>
        <p:spPr>
          <a:xfrm>
            <a:off x="9509760" y="1920240"/>
            <a:ext cx="548640" cy="457200"/>
          </a:xfrm>
          <a:prstGeom prst="rightArrow">
            <a:avLst/>
          </a:prstGeom>
          <a:solidFill>
            <a:srgbClr val="26720A"/>
          </a:solidFill>
          <a:ln w="12700">
            <a:solidFill>
              <a:srgbClr val="26720A"/>
            </a:solidFill>
            <a:prstDash val="solid"/>
          </a:ln>
        </p:spPr>
      </p:sp>
      <p:sp>
        <p:nvSpPr>
          <p:cNvPr id="20" name="Shape 17"/>
          <p:cNvSpPr/>
          <p:nvPr/>
        </p:nvSpPr>
        <p:spPr>
          <a:xfrm>
            <a:off x="10149840" y="1325880"/>
            <a:ext cx="1371600" cy="2194560"/>
          </a:xfrm>
          <a:prstGeom prst="roundRect">
            <a:avLst>
              <a:gd name="adj" fmla="val 10000"/>
            </a:avLst>
          </a:prstGeom>
          <a:solidFill>
            <a:srgbClr val="FBFFF4"/>
          </a:solidFill>
          <a:ln w="15875">
            <a:solidFill>
              <a:srgbClr val="B8D98A"/>
            </a:solidFill>
            <a:prstDash val="solid"/>
          </a:ln>
        </p:spPr>
      </p:sp>
      <p:sp>
        <p:nvSpPr>
          <p:cNvPr id="21" name="Text 18"/>
          <p:cNvSpPr txBox="1"/>
          <p:nvPr/>
        </p:nvSpPr>
        <p:spPr>
          <a:xfrm>
            <a:off x="10195560" y="1371600"/>
            <a:ext cx="1280160" cy="2103120"/>
          </a:xfrm>
          <a:prstGeom prst="rect">
            <a:avLst/>
          </a:prstGeom>
          <a:noFill/>
          <a:ln/>
        </p:spPr>
        <p:txBody>
          <a:bodyPr wrap="square" lIns="0" tIns="0" rIns="0" bIns="0" rtlCol="0" anchor="ctr"/>
          <a:lstStyle/>
          <a:p>
            <a:pPr algn="ctr" indent="0" marL="0">
              <a:buNone/>
            </a:pPr>
            <a:r>
              <a:rPr lang="en-US" sz="1200" b="1" dirty="0">
                <a:solidFill>
                  <a:srgbClr val="0E1F0C"/>
                </a:solidFill>
                <a:latin typeface="Poppins" pitchFamily="34" charset="0"/>
                <a:ea typeface="Poppins" pitchFamily="34" charset="-122"/>
                <a:cs typeface="Poppins" pitchFamily="34" charset="-120"/>
              </a:rPr>
              <a:t>Name</a:t>
            </a:r>
            <a:endParaRPr lang="en-US" sz="1200" dirty="0"/>
          </a:p>
          <a:p>
            <a:pPr algn="ctr" indent="0" marL="0">
              <a:buNone/>
            </a:pPr>
            <a:r>
              <a:rPr lang="en-US" sz="1200" b="1" dirty="0">
                <a:solidFill>
                  <a:srgbClr val="0E1F0C"/>
                </a:solidFill>
                <a:latin typeface="Poppins" pitchFamily="34" charset="0"/>
                <a:ea typeface="Poppins" pitchFamily="34" charset="-122"/>
                <a:cs typeface="Poppins" pitchFamily="34" charset="-120"/>
              </a:rPr>
              <a:t>Adresse</a:t>
            </a:r>
            <a:endParaRPr lang="en-US" sz="1200" dirty="0"/>
          </a:p>
          <a:p>
            <a:pPr algn="ctr" indent="0" marL="0">
              <a:buNone/>
            </a:pPr>
            <a:r>
              <a:rPr lang="en-US" sz="1200" b="1" dirty="0">
                <a:solidFill>
                  <a:srgbClr val="0E1F0C"/>
                </a:solidFill>
                <a:latin typeface="Poppins" pitchFamily="34" charset="0"/>
                <a:ea typeface="Poppins" pitchFamily="34" charset="-122"/>
                <a:cs typeface="Poppins" pitchFamily="34" charset="-120"/>
              </a:rPr>
              <a:t>Klasse</a:t>
            </a:r>
            <a:endParaRPr lang="en-US" sz="1200" dirty="0"/>
          </a:p>
        </p:txBody>
      </p:sp>
      <p:sp>
        <p:nvSpPr>
          <p:cNvPr id="22" name="Shape 19"/>
          <p:cNvSpPr/>
          <p:nvPr/>
        </p:nvSpPr>
        <p:spPr>
          <a:xfrm>
            <a:off x="6583680" y="4206240"/>
            <a:ext cx="4937760" cy="640080"/>
          </a:xfrm>
          <a:prstGeom prst="roundRect">
            <a:avLst>
              <a:gd name="adj" fmla="val 11429"/>
            </a:avLst>
          </a:prstGeom>
          <a:solidFill>
            <a:srgbClr val="12301A"/>
          </a:solidFill>
          <a:ln w="12700">
            <a:solidFill>
              <a:srgbClr val="12301A"/>
            </a:solidFill>
            <a:prstDash val="solid"/>
          </a:ln>
        </p:spPr>
      </p:sp>
      <p:sp>
        <p:nvSpPr>
          <p:cNvPr id="23" name="Text 20"/>
          <p:cNvSpPr txBox="1"/>
          <p:nvPr/>
        </p:nvSpPr>
        <p:spPr>
          <a:xfrm>
            <a:off x="6583680" y="4206240"/>
            <a:ext cx="4937760" cy="640080"/>
          </a:xfrm>
          <a:prstGeom prst="rect">
            <a:avLst/>
          </a:prstGeom>
          <a:noFill/>
          <a:ln/>
        </p:spPr>
        <p:txBody>
          <a:bodyPr wrap="square" lIns="0" tIns="0" rIns="0" bIns="0" rtlCol="0" anchor="ctr"/>
          <a:lstStyle/>
          <a:p>
            <a:pPr algn="ctr" indent="0" marL="0">
              <a:buNone/>
            </a:pPr>
            <a:r>
              <a:rPr lang="en-US" sz="1600" b="1" dirty="0">
                <a:solidFill>
                  <a:srgbClr val="B1FF37"/>
                </a:solidFill>
                <a:latin typeface="Poppins" pitchFamily="34" charset="0"/>
                <a:ea typeface="Poppins" pitchFamily="34" charset="-122"/>
                <a:cs typeface="Poppins" pitchFamily="34" charset="-120"/>
              </a:rPr>
              <a:t>Nummer = Fremdschlüssel</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Wichtig 1</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Ein Fremdschlüssel darf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mehrfach vorkommen.</a:t>
            </a:r>
            <a:endParaRPr lang="en-US" sz="36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Anna darf mehrere Bücher ausleihen – ihre Nummer steht mehrmals in der Ausleihe-Tabelle.</a:t>
            </a:r>
            <a:endParaRPr lang="en-US" sz="1800" dirty="0"/>
          </a:p>
        </p:txBody>
      </p:sp>
      <p:sp>
        <p:nvSpPr>
          <p:cNvPr id="6" name="Shape 3"/>
          <p:cNvSpPr/>
          <p:nvPr/>
        </p:nvSpPr>
        <p:spPr>
          <a:xfrm>
            <a:off x="6583680" y="1188720"/>
            <a:ext cx="1645920" cy="731520"/>
          </a:xfrm>
          <a:prstGeom prst="rect">
            <a:avLst/>
          </a:prstGeom>
          <a:solidFill>
            <a:srgbClr val="12301A"/>
          </a:solidFill>
          <a:ln w="12700">
            <a:solidFill>
              <a:srgbClr val="B8D98A"/>
            </a:solidFill>
            <a:prstDash val="solid"/>
          </a:ln>
        </p:spPr>
      </p:sp>
      <p:sp>
        <p:nvSpPr>
          <p:cNvPr id="7" name="Text 4"/>
          <p:cNvSpPr txBox="1"/>
          <p:nvPr/>
        </p:nvSpPr>
        <p:spPr>
          <a:xfrm>
            <a:off x="6656832" y="1188720"/>
            <a:ext cx="153619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AusleiheID</a:t>
            </a:r>
            <a:endParaRPr lang="en-US" sz="1600" dirty="0"/>
          </a:p>
        </p:txBody>
      </p:sp>
      <p:sp>
        <p:nvSpPr>
          <p:cNvPr id="8" name="Shape 5"/>
          <p:cNvSpPr/>
          <p:nvPr/>
        </p:nvSpPr>
        <p:spPr>
          <a:xfrm>
            <a:off x="8229600" y="1188720"/>
            <a:ext cx="1645920" cy="731520"/>
          </a:xfrm>
          <a:prstGeom prst="rect">
            <a:avLst/>
          </a:prstGeom>
          <a:solidFill>
            <a:srgbClr val="12301A"/>
          </a:solidFill>
          <a:ln w="12700">
            <a:solidFill>
              <a:srgbClr val="B8D98A"/>
            </a:solidFill>
            <a:prstDash val="solid"/>
          </a:ln>
        </p:spPr>
      </p:sp>
      <p:sp>
        <p:nvSpPr>
          <p:cNvPr id="9" name="Text 6"/>
          <p:cNvSpPr txBox="1"/>
          <p:nvPr/>
        </p:nvSpPr>
        <p:spPr>
          <a:xfrm>
            <a:off x="8302752" y="1188720"/>
            <a:ext cx="153619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BuchNummer</a:t>
            </a:r>
            <a:endParaRPr lang="en-US" sz="1600" dirty="0"/>
          </a:p>
        </p:txBody>
      </p:sp>
      <p:sp>
        <p:nvSpPr>
          <p:cNvPr id="10" name="Shape 7"/>
          <p:cNvSpPr/>
          <p:nvPr/>
        </p:nvSpPr>
        <p:spPr>
          <a:xfrm>
            <a:off x="9875520" y="1188720"/>
            <a:ext cx="1645920" cy="731520"/>
          </a:xfrm>
          <a:prstGeom prst="rect">
            <a:avLst/>
          </a:prstGeom>
          <a:solidFill>
            <a:srgbClr val="12301A"/>
          </a:solidFill>
          <a:ln w="12700">
            <a:solidFill>
              <a:srgbClr val="B8D98A"/>
            </a:solidFill>
            <a:prstDash val="solid"/>
          </a:ln>
        </p:spPr>
      </p:sp>
      <p:sp>
        <p:nvSpPr>
          <p:cNvPr id="11" name="Text 8"/>
          <p:cNvSpPr txBox="1"/>
          <p:nvPr/>
        </p:nvSpPr>
        <p:spPr>
          <a:xfrm>
            <a:off x="9948672" y="1188720"/>
            <a:ext cx="153619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SchuelerID</a:t>
            </a:r>
            <a:endParaRPr lang="en-US" sz="1600" dirty="0"/>
          </a:p>
        </p:txBody>
      </p:sp>
      <p:sp>
        <p:nvSpPr>
          <p:cNvPr id="12" name="Shape 9"/>
          <p:cNvSpPr/>
          <p:nvPr/>
        </p:nvSpPr>
        <p:spPr>
          <a:xfrm>
            <a:off x="6583680" y="1920240"/>
            <a:ext cx="1645920" cy="731520"/>
          </a:xfrm>
          <a:prstGeom prst="rect">
            <a:avLst/>
          </a:prstGeom>
          <a:solidFill>
            <a:srgbClr val="FBFFF4"/>
          </a:solidFill>
          <a:ln w="12700">
            <a:solidFill>
              <a:srgbClr val="B8D98A"/>
            </a:solidFill>
            <a:prstDash val="solid"/>
          </a:ln>
        </p:spPr>
      </p:sp>
      <p:sp>
        <p:nvSpPr>
          <p:cNvPr id="13" name="Text 10"/>
          <p:cNvSpPr txBox="1"/>
          <p:nvPr/>
        </p:nvSpPr>
        <p:spPr>
          <a:xfrm>
            <a:off x="6656832" y="19202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4" name="Shape 11"/>
          <p:cNvSpPr/>
          <p:nvPr/>
        </p:nvSpPr>
        <p:spPr>
          <a:xfrm>
            <a:off x="8229600" y="1920240"/>
            <a:ext cx="1645920" cy="731520"/>
          </a:xfrm>
          <a:prstGeom prst="rect">
            <a:avLst/>
          </a:prstGeom>
          <a:solidFill>
            <a:srgbClr val="FBFFF4"/>
          </a:solidFill>
          <a:ln w="12700">
            <a:solidFill>
              <a:srgbClr val="B8D98A"/>
            </a:solidFill>
            <a:prstDash val="solid"/>
          </a:ln>
        </p:spPr>
      </p:sp>
      <p:sp>
        <p:nvSpPr>
          <p:cNvPr id="15" name="Text 12"/>
          <p:cNvSpPr txBox="1"/>
          <p:nvPr/>
        </p:nvSpPr>
        <p:spPr>
          <a:xfrm>
            <a:off x="8302752" y="19202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16" name="Shape 13"/>
          <p:cNvSpPr/>
          <p:nvPr/>
        </p:nvSpPr>
        <p:spPr>
          <a:xfrm>
            <a:off x="9875520" y="1920240"/>
            <a:ext cx="1645920" cy="731520"/>
          </a:xfrm>
          <a:prstGeom prst="rect">
            <a:avLst/>
          </a:prstGeom>
          <a:solidFill>
            <a:srgbClr val="B1FF37"/>
          </a:solidFill>
          <a:ln w="12700">
            <a:solidFill>
              <a:srgbClr val="B8D98A"/>
            </a:solidFill>
            <a:prstDash val="solid"/>
          </a:ln>
        </p:spPr>
      </p:sp>
      <p:sp>
        <p:nvSpPr>
          <p:cNvPr id="17" name="Text 14"/>
          <p:cNvSpPr txBox="1"/>
          <p:nvPr/>
        </p:nvSpPr>
        <p:spPr>
          <a:xfrm>
            <a:off x="9948672" y="19202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8" name="Shape 15"/>
          <p:cNvSpPr/>
          <p:nvPr/>
        </p:nvSpPr>
        <p:spPr>
          <a:xfrm>
            <a:off x="6583680" y="2651760"/>
            <a:ext cx="1645920" cy="731520"/>
          </a:xfrm>
          <a:prstGeom prst="rect">
            <a:avLst/>
          </a:prstGeom>
          <a:solidFill>
            <a:srgbClr val="FBFFF4"/>
          </a:solidFill>
          <a:ln w="12700">
            <a:solidFill>
              <a:srgbClr val="B8D98A"/>
            </a:solidFill>
            <a:prstDash val="solid"/>
          </a:ln>
        </p:spPr>
      </p:sp>
      <p:sp>
        <p:nvSpPr>
          <p:cNvPr id="19" name="Text 16"/>
          <p:cNvSpPr txBox="1"/>
          <p:nvPr/>
        </p:nvSpPr>
        <p:spPr>
          <a:xfrm>
            <a:off x="6656832" y="26517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20" name="Shape 17"/>
          <p:cNvSpPr/>
          <p:nvPr/>
        </p:nvSpPr>
        <p:spPr>
          <a:xfrm>
            <a:off x="8229600" y="2651760"/>
            <a:ext cx="1645920" cy="731520"/>
          </a:xfrm>
          <a:prstGeom prst="rect">
            <a:avLst/>
          </a:prstGeom>
          <a:solidFill>
            <a:srgbClr val="FBFFF4"/>
          </a:solidFill>
          <a:ln w="12700">
            <a:solidFill>
              <a:srgbClr val="B8D98A"/>
            </a:solidFill>
            <a:prstDash val="solid"/>
          </a:ln>
        </p:spPr>
      </p:sp>
      <p:sp>
        <p:nvSpPr>
          <p:cNvPr id="21" name="Text 18"/>
          <p:cNvSpPr txBox="1"/>
          <p:nvPr/>
        </p:nvSpPr>
        <p:spPr>
          <a:xfrm>
            <a:off x="8302752" y="26517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22" name="Shape 19"/>
          <p:cNvSpPr/>
          <p:nvPr/>
        </p:nvSpPr>
        <p:spPr>
          <a:xfrm>
            <a:off x="9875520" y="2651760"/>
            <a:ext cx="1645920" cy="731520"/>
          </a:xfrm>
          <a:prstGeom prst="rect">
            <a:avLst/>
          </a:prstGeom>
          <a:solidFill>
            <a:srgbClr val="B1FF37"/>
          </a:solidFill>
          <a:ln w="12700">
            <a:solidFill>
              <a:srgbClr val="B8D98A"/>
            </a:solidFill>
            <a:prstDash val="solid"/>
          </a:ln>
        </p:spPr>
      </p:sp>
      <p:sp>
        <p:nvSpPr>
          <p:cNvPr id="23" name="Text 20"/>
          <p:cNvSpPr txBox="1"/>
          <p:nvPr/>
        </p:nvSpPr>
        <p:spPr>
          <a:xfrm>
            <a:off x="9948672" y="26517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24" name="Shape 21"/>
          <p:cNvSpPr/>
          <p:nvPr/>
        </p:nvSpPr>
        <p:spPr>
          <a:xfrm>
            <a:off x="6583680" y="3383280"/>
            <a:ext cx="1645920" cy="731520"/>
          </a:xfrm>
          <a:prstGeom prst="rect">
            <a:avLst/>
          </a:prstGeom>
          <a:solidFill>
            <a:srgbClr val="FBFFF4"/>
          </a:solidFill>
          <a:ln w="12700">
            <a:solidFill>
              <a:srgbClr val="B8D98A"/>
            </a:solidFill>
            <a:prstDash val="solid"/>
          </a:ln>
        </p:spPr>
      </p:sp>
      <p:sp>
        <p:nvSpPr>
          <p:cNvPr id="25" name="Text 22"/>
          <p:cNvSpPr txBox="1"/>
          <p:nvPr/>
        </p:nvSpPr>
        <p:spPr>
          <a:xfrm>
            <a:off x="6656832" y="338328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6" name="Shape 23"/>
          <p:cNvSpPr/>
          <p:nvPr/>
        </p:nvSpPr>
        <p:spPr>
          <a:xfrm>
            <a:off x="8229600" y="3383280"/>
            <a:ext cx="1645920" cy="731520"/>
          </a:xfrm>
          <a:prstGeom prst="rect">
            <a:avLst/>
          </a:prstGeom>
          <a:solidFill>
            <a:srgbClr val="FBFFF4"/>
          </a:solidFill>
          <a:ln w="12700">
            <a:solidFill>
              <a:srgbClr val="B8D98A"/>
            </a:solidFill>
            <a:prstDash val="solid"/>
          </a:ln>
        </p:spPr>
      </p:sp>
      <p:sp>
        <p:nvSpPr>
          <p:cNvPr id="27" name="Text 24"/>
          <p:cNvSpPr txBox="1"/>
          <p:nvPr/>
        </p:nvSpPr>
        <p:spPr>
          <a:xfrm>
            <a:off x="8302752" y="338328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28" name="Shape 25"/>
          <p:cNvSpPr/>
          <p:nvPr/>
        </p:nvSpPr>
        <p:spPr>
          <a:xfrm>
            <a:off x="9875520" y="3383280"/>
            <a:ext cx="1645920" cy="731520"/>
          </a:xfrm>
          <a:prstGeom prst="rect">
            <a:avLst/>
          </a:prstGeom>
          <a:solidFill>
            <a:srgbClr val="FBFFF4"/>
          </a:solidFill>
          <a:ln w="12700">
            <a:solidFill>
              <a:srgbClr val="B8D98A"/>
            </a:solidFill>
            <a:prstDash val="solid"/>
          </a:ln>
        </p:spPr>
      </p:sp>
      <p:sp>
        <p:nvSpPr>
          <p:cNvPr id="29" name="Text 26"/>
          <p:cNvSpPr txBox="1"/>
          <p:nvPr/>
        </p:nvSpPr>
        <p:spPr>
          <a:xfrm>
            <a:off x="9948672" y="338328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30" name="Text 27"/>
          <p:cNvSpPr txBox="1"/>
          <p:nvPr/>
        </p:nvSpPr>
        <p:spPr>
          <a:xfrm>
            <a:off x="6583680" y="4480560"/>
            <a:ext cx="4937760" cy="731520"/>
          </a:xfrm>
          <a:prstGeom prst="rect">
            <a:avLst/>
          </a:prstGeom>
          <a:noFill/>
          <a:ln/>
        </p:spPr>
        <p:txBody>
          <a:bodyPr wrap="square" lIns="0" tIns="0" rIns="0" bIns="0" rtlCol="0" anchor="t"/>
          <a:lstStyle/>
          <a:p>
            <a:pPr indent="0" marL="0">
              <a:buNone/>
            </a:pPr>
            <a:r>
              <a:rPr lang="en-US" sz="1700" b="1" dirty="0">
                <a:solidFill>
                  <a:srgbClr val="26720A"/>
                </a:solidFill>
                <a:latin typeface="Poppins" pitchFamily="34" charset="0"/>
                <a:ea typeface="Poppins" pitchFamily="34" charset="-122"/>
                <a:cs typeface="Poppins" pitchFamily="34" charset="-120"/>
              </a:rPr>
              <a:t>SchuelerID 1 steht zweimal – das ist erlaubt.</a:t>
            </a:r>
            <a:endParaRPr lang="en-US" sz="1700" dirty="0"/>
          </a:p>
        </p:txBody>
      </p:sp>
      <p:sp>
        <p:nvSpPr>
          <p:cNvPr id="31" name="Shape 28"/>
          <p:cNvSpPr/>
          <p:nvPr/>
        </p:nvSpPr>
        <p:spPr>
          <a:xfrm rot="2700000">
            <a:off x="11032236" y="4773168"/>
            <a:ext cx="155448" cy="73152"/>
          </a:xfrm>
          <a:prstGeom prst="roundRect">
            <a:avLst>
              <a:gd name="adj" fmla="val 37500"/>
            </a:avLst>
          </a:prstGeom>
          <a:solidFill>
            <a:srgbClr val="12301A"/>
          </a:solidFill>
          <a:ln w="12700">
            <a:solidFill>
              <a:srgbClr val="12301A"/>
            </a:solidFill>
            <a:prstDash val="solid"/>
          </a:ln>
        </p:spPr>
      </p:sp>
      <p:sp>
        <p:nvSpPr>
          <p:cNvPr id="32" name="Shape 29"/>
          <p:cNvSpPr/>
          <p:nvPr/>
        </p:nvSpPr>
        <p:spPr>
          <a:xfrm rot="18900000">
            <a:off x="11096244" y="4709160"/>
            <a:ext cx="320040" cy="73152"/>
          </a:xfrm>
          <a:prstGeom prst="roundRect">
            <a:avLst>
              <a:gd name="adj" fmla="val 37500"/>
            </a:avLst>
          </a:prstGeom>
          <a:solidFill>
            <a:srgbClr val="12301A"/>
          </a:solidFill>
          <a:ln w="12700">
            <a:solidFill>
              <a:srgbClr val="12301A"/>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Wichtig 2</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Gleicher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Datentyp</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wie der Primärschlüssel.</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Sonst passen die Werte nicht zusammen.</a:t>
            </a:r>
            <a:endParaRPr lang="en-US" sz="1800" dirty="0"/>
          </a:p>
        </p:txBody>
      </p:sp>
      <p:sp>
        <p:nvSpPr>
          <p:cNvPr id="6" name="Shape 3"/>
          <p:cNvSpPr/>
          <p:nvPr/>
        </p:nvSpPr>
        <p:spPr>
          <a:xfrm>
            <a:off x="6583680" y="1005840"/>
            <a:ext cx="4937760" cy="1737360"/>
          </a:xfrm>
          <a:prstGeom prst="roundRect">
            <a:avLst>
              <a:gd name="adj" fmla="val 7895"/>
            </a:avLst>
          </a:prstGeom>
          <a:solidFill>
            <a:srgbClr val="FBFFF4"/>
          </a:solidFill>
          <a:ln w="15875">
            <a:solidFill>
              <a:srgbClr val="B8D98A"/>
            </a:solidFill>
            <a:prstDash val="solid"/>
          </a:ln>
        </p:spPr>
      </p:sp>
      <p:sp>
        <p:nvSpPr>
          <p:cNvPr id="7" name="Text 4"/>
          <p:cNvSpPr txBox="1"/>
          <p:nvPr/>
        </p:nvSpPr>
        <p:spPr>
          <a:xfrm>
            <a:off x="6766560" y="1097280"/>
            <a:ext cx="2743200" cy="640080"/>
          </a:xfrm>
          <a:prstGeom prst="rect">
            <a:avLst/>
          </a:prstGeom>
          <a:noFill/>
          <a:ln/>
        </p:spPr>
        <p:txBody>
          <a:bodyPr wrap="square" lIns="0" tIns="0" rIns="0" bIns="0" rtlCol="0" anchor="t"/>
          <a:lstStyle/>
          <a:p>
            <a:pPr indent="0" marL="0">
              <a:buNone/>
            </a:pPr>
            <a:r>
              <a:rPr lang="en-US" sz="1300" b="1" dirty="0">
                <a:solidFill>
                  <a:srgbClr val="0E1F0C"/>
                </a:solidFill>
                <a:latin typeface="Poppins" pitchFamily="34" charset="0"/>
                <a:ea typeface="Poppins" pitchFamily="34" charset="-122"/>
                <a:cs typeface="Poppins" pitchFamily="34" charset="-120"/>
              </a:rPr>
              <a:t>SchuelerID (Primärschlüssel)</a:t>
            </a:r>
            <a:endParaRPr lang="en-US" sz="1300" dirty="0"/>
          </a:p>
        </p:txBody>
      </p:sp>
      <p:sp>
        <p:nvSpPr>
          <p:cNvPr id="8" name="Shape 5"/>
          <p:cNvSpPr/>
          <p:nvPr/>
        </p:nvSpPr>
        <p:spPr>
          <a:xfrm>
            <a:off x="6766560" y="1783080"/>
            <a:ext cx="2103120" cy="548640"/>
          </a:xfrm>
          <a:prstGeom prst="roundRect">
            <a:avLst>
              <a:gd name="adj" fmla="val 13333"/>
            </a:avLst>
          </a:prstGeom>
          <a:solidFill>
            <a:srgbClr val="B1FF37"/>
          </a:solidFill>
          <a:ln w="12700">
            <a:solidFill>
              <a:srgbClr val="B1FF37"/>
            </a:solidFill>
            <a:prstDash val="solid"/>
          </a:ln>
        </p:spPr>
      </p:sp>
      <p:sp>
        <p:nvSpPr>
          <p:cNvPr id="9" name="Text 6"/>
          <p:cNvSpPr txBox="1"/>
          <p:nvPr/>
        </p:nvSpPr>
        <p:spPr>
          <a:xfrm>
            <a:off x="6766560" y="1783080"/>
            <a:ext cx="2103120" cy="54864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Ganzzahl</a:t>
            </a:r>
            <a:endParaRPr lang="en-US" sz="1600" dirty="0"/>
          </a:p>
        </p:txBody>
      </p:sp>
      <p:sp>
        <p:nvSpPr>
          <p:cNvPr id="10" name="Text 7"/>
          <p:cNvSpPr txBox="1"/>
          <p:nvPr/>
        </p:nvSpPr>
        <p:spPr>
          <a:xfrm>
            <a:off x="9052560" y="1737360"/>
            <a:ext cx="548640" cy="640080"/>
          </a:xfrm>
          <a:prstGeom prst="rect">
            <a:avLst/>
          </a:prstGeom>
          <a:noFill/>
          <a:ln/>
        </p:spPr>
        <p:txBody>
          <a:bodyPr wrap="square" lIns="0" tIns="0" rIns="0" bIns="0" rtlCol="0" anchor="t"/>
          <a:lstStyle/>
          <a:p>
            <a:pPr algn="ctr" indent="0" marL="0">
              <a:buNone/>
            </a:pPr>
            <a:r>
              <a:rPr lang="en-US" sz="3000" b="1" dirty="0">
                <a:solidFill>
                  <a:srgbClr val="26720A"/>
                </a:solidFill>
                <a:latin typeface="Poppins" pitchFamily="34" charset="0"/>
                <a:ea typeface="Poppins" pitchFamily="34" charset="-122"/>
                <a:cs typeface="Poppins" pitchFamily="34" charset="-120"/>
              </a:rPr>
              <a:t>=</a:t>
            </a:r>
            <a:endParaRPr lang="en-US" sz="3000" dirty="0"/>
          </a:p>
        </p:txBody>
      </p:sp>
      <p:sp>
        <p:nvSpPr>
          <p:cNvPr id="11" name="Text 8"/>
          <p:cNvSpPr txBox="1"/>
          <p:nvPr/>
        </p:nvSpPr>
        <p:spPr>
          <a:xfrm>
            <a:off x="9601200" y="1097280"/>
            <a:ext cx="1828800" cy="640080"/>
          </a:xfrm>
          <a:prstGeom prst="rect">
            <a:avLst/>
          </a:prstGeom>
          <a:noFill/>
          <a:ln/>
        </p:spPr>
        <p:txBody>
          <a:bodyPr wrap="square" lIns="0" tIns="0" rIns="0" bIns="0" rtlCol="0" anchor="t"/>
          <a:lstStyle/>
          <a:p>
            <a:pPr indent="0" marL="0">
              <a:buNone/>
            </a:pPr>
            <a:r>
              <a:rPr lang="en-US" sz="1200" b="1" dirty="0">
                <a:solidFill>
                  <a:srgbClr val="0E1F0C"/>
                </a:solidFill>
                <a:latin typeface="Poppins" pitchFamily="34" charset="0"/>
                <a:ea typeface="Poppins" pitchFamily="34" charset="-122"/>
                <a:cs typeface="Poppins" pitchFamily="34" charset="-120"/>
              </a:rPr>
              <a:t>SchuelerID (Fremdschlüssel)</a:t>
            </a:r>
            <a:endParaRPr lang="en-US" sz="1200" dirty="0"/>
          </a:p>
        </p:txBody>
      </p:sp>
      <p:sp>
        <p:nvSpPr>
          <p:cNvPr id="12" name="Shape 9"/>
          <p:cNvSpPr/>
          <p:nvPr/>
        </p:nvSpPr>
        <p:spPr>
          <a:xfrm>
            <a:off x="9601200" y="1783080"/>
            <a:ext cx="1828800" cy="548640"/>
          </a:xfrm>
          <a:prstGeom prst="roundRect">
            <a:avLst>
              <a:gd name="adj" fmla="val 13333"/>
            </a:avLst>
          </a:prstGeom>
          <a:solidFill>
            <a:srgbClr val="B1FF37"/>
          </a:solidFill>
          <a:ln w="12700">
            <a:solidFill>
              <a:srgbClr val="B1FF37"/>
            </a:solidFill>
            <a:prstDash val="solid"/>
          </a:ln>
        </p:spPr>
      </p:sp>
      <p:sp>
        <p:nvSpPr>
          <p:cNvPr id="13" name="Text 10"/>
          <p:cNvSpPr txBox="1"/>
          <p:nvPr/>
        </p:nvSpPr>
        <p:spPr>
          <a:xfrm>
            <a:off x="9601200" y="1783080"/>
            <a:ext cx="1828800" cy="54864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Ganzzahl</a:t>
            </a:r>
            <a:endParaRPr lang="en-US" sz="1600" dirty="0"/>
          </a:p>
        </p:txBody>
      </p:sp>
      <p:sp>
        <p:nvSpPr>
          <p:cNvPr id="14" name="Shape 11"/>
          <p:cNvSpPr/>
          <p:nvPr/>
        </p:nvSpPr>
        <p:spPr>
          <a:xfrm>
            <a:off x="6583680" y="3108960"/>
            <a:ext cx="4937760" cy="1737360"/>
          </a:xfrm>
          <a:prstGeom prst="roundRect">
            <a:avLst>
              <a:gd name="adj" fmla="val 7895"/>
            </a:avLst>
          </a:prstGeom>
          <a:solidFill>
            <a:srgbClr val="FBFFF4"/>
          </a:solidFill>
          <a:ln w="31750">
            <a:solidFill>
              <a:srgbClr val="FF7A45"/>
            </a:solidFill>
            <a:prstDash val="solid"/>
          </a:ln>
        </p:spPr>
      </p:sp>
      <p:sp>
        <p:nvSpPr>
          <p:cNvPr id="15" name="Shape 12"/>
          <p:cNvSpPr/>
          <p:nvPr/>
        </p:nvSpPr>
        <p:spPr>
          <a:xfrm>
            <a:off x="6766560" y="3703320"/>
            <a:ext cx="2103120" cy="548640"/>
          </a:xfrm>
          <a:prstGeom prst="roundRect">
            <a:avLst>
              <a:gd name="adj" fmla="val 13333"/>
            </a:avLst>
          </a:prstGeom>
          <a:solidFill>
            <a:srgbClr val="B1FF37"/>
          </a:solidFill>
          <a:ln w="12700">
            <a:solidFill>
              <a:srgbClr val="B1FF37"/>
            </a:solidFill>
            <a:prstDash val="solid"/>
          </a:ln>
        </p:spPr>
      </p:sp>
      <p:sp>
        <p:nvSpPr>
          <p:cNvPr id="16" name="Text 13"/>
          <p:cNvSpPr txBox="1"/>
          <p:nvPr/>
        </p:nvSpPr>
        <p:spPr>
          <a:xfrm>
            <a:off x="6766560" y="3703320"/>
            <a:ext cx="2103120" cy="54864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Ganzzahl</a:t>
            </a:r>
            <a:endParaRPr lang="en-US" sz="1600" dirty="0"/>
          </a:p>
        </p:txBody>
      </p:sp>
      <p:sp>
        <p:nvSpPr>
          <p:cNvPr id="17" name="Text 14"/>
          <p:cNvSpPr txBox="1"/>
          <p:nvPr/>
        </p:nvSpPr>
        <p:spPr>
          <a:xfrm>
            <a:off x="9052560" y="3657600"/>
            <a:ext cx="548640" cy="640080"/>
          </a:xfrm>
          <a:prstGeom prst="rect">
            <a:avLst/>
          </a:prstGeom>
          <a:noFill/>
          <a:ln/>
        </p:spPr>
        <p:txBody>
          <a:bodyPr wrap="square" lIns="0" tIns="0" rIns="0" bIns="0" rtlCol="0" anchor="t"/>
          <a:lstStyle/>
          <a:p>
            <a:pPr algn="ctr" indent="0" marL="0">
              <a:buNone/>
            </a:pPr>
            <a:r>
              <a:rPr lang="en-US" sz="3000" b="1" dirty="0">
                <a:solidFill>
                  <a:srgbClr val="FF7A45"/>
                </a:solidFill>
                <a:latin typeface="Poppins" pitchFamily="34" charset="0"/>
                <a:ea typeface="Poppins" pitchFamily="34" charset="-122"/>
                <a:cs typeface="Poppins" pitchFamily="34" charset="-120"/>
              </a:rPr>
              <a:t>≠</a:t>
            </a:r>
            <a:endParaRPr lang="en-US" sz="3000" dirty="0"/>
          </a:p>
        </p:txBody>
      </p:sp>
      <p:sp>
        <p:nvSpPr>
          <p:cNvPr id="18" name="Shape 15"/>
          <p:cNvSpPr/>
          <p:nvPr/>
        </p:nvSpPr>
        <p:spPr>
          <a:xfrm>
            <a:off x="9601200" y="3703320"/>
            <a:ext cx="1828800" cy="548640"/>
          </a:xfrm>
          <a:prstGeom prst="roundRect">
            <a:avLst>
              <a:gd name="adj" fmla="val 13333"/>
            </a:avLst>
          </a:prstGeom>
          <a:solidFill>
            <a:srgbClr val="FFD9C7"/>
          </a:solidFill>
          <a:ln w="12700">
            <a:solidFill>
              <a:srgbClr val="FFD9C7"/>
            </a:solidFill>
            <a:prstDash val="solid"/>
          </a:ln>
        </p:spPr>
      </p:sp>
      <p:sp>
        <p:nvSpPr>
          <p:cNvPr id="19" name="Text 16"/>
          <p:cNvSpPr txBox="1"/>
          <p:nvPr/>
        </p:nvSpPr>
        <p:spPr>
          <a:xfrm>
            <a:off x="9601200" y="3703320"/>
            <a:ext cx="1828800" cy="54864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Text</a:t>
            </a:r>
            <a:endParaRPr lang="en-US" sz="1600" dirty="0"/>
          </a:p>
        </p:txBody>
      </p:sp>
      <p:sp>
        <p:nvSpPr>
          <p:cNvPr id="20" name="Shape 17"/>
          <p:cNvSpPr/>
          <p:nvPr/>
        </p:nvSpPr>
        <p:spPr>
          <a:xfrm>
            <a:off x="11018520" y="3200400"/>
            <a:ext cx="365760" cy="365760"/>
          </a:xfrm>
          <a:prstGeom prst="mathMultiply">
            <a:avLst/>
          </a:prstGeom>
          <a:solidFill>
            <a:srgbClr val="FF7A45"/>
          </a:solidFill>
          <a:ln w="12700">
            <a:solidFill>
              <a:srgbClr val="FF7A45"/>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Unser Beispiel auf dem Papier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Drei Tabellen: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Buecher, Schueler, Ausleihe.</a:t>
            </a:r>
            <a:endParaRPr lang="en-US" sz="4000" dirty="0"/>
          </a:p>
        </p:txBody>
      </p:sp>
      <p:sp>
        <p:nvSpPr>
          <p:cNvPr id="5" name="Text 2"/>
          <p:cNvSpPr txBox="1"/>
          <p:nvPr/>
        </p:nvSpPr>
        <p:spPr>
          <a:xfrm>
            <a:off x="6583680" y="7315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Buecher</a:t>
            </a:r>
            <a:endParaRPr lang="en-US" sz="1400" dirty="0"/>
          </a:p>
        </p:txBody>
      </p:sp>
      <p:sp>
        <p:nvSpPr>
          <p:cNvPr id="6" name="Shape 3"/>
          <p:cNvSpPr/>
          <p:nvPr/>
        </p:nvSpPr>
        <p:spPr>
          <a:xfrm>
            <a:off x="6583680" y="1005840"/>
            <a:ext cx="1463040" cy="347472"/>
          </a:xfrm>
          <a:prstGeom prst="rect">
            <a:avLst/>
          </a:prstGeom>
          <a:solidFill>
            <a:srgbClr val="12301A"/>
          </a:solidFill>
          <a:ln w="12700">
            <a:solidFill>
              <a:srgbClr val="B8D98A"/>
            </a:solidFill>
            <a:prstDash val="solid"/>
          </a:ln>
        </p:spPr>
      </p:sp>
      <p:sp>
        <p:nvSpPr>
          <p:cNvPr id="7" name="Text 4"/>
          <p:cNvSpPr txBox="1"/>
          <p:nvPr/>
        </p:nvSpPr>
        <p:spPr>
          <a:xfrm>
            <a:off x="6656832" y="10058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Nummer</a:t>
            </a:r>
            <a:endParaRPr lang="en-US" sz="1200" dirty="0"/>
          </a:p>
        </p:txBody>
      </p:sp>
      <p:sp>
        <p:nvSpPr>
          <p:cNvPr id="8" name="Shape 5"/>
          <p:cNvSpPr/>
          <p:nvPr/>
        </p:nvSpPr>
        <p:spPr>
          <a:xfrm>
            <a:off x="8046720" y="1005840"/>
            <a:ext cx="3474720" cy="347472"/>
          </a:xfrm>
          <a:prstGeom prst="rect">
            <a:avLst/>
          </a:prstGeom>
          <a:solidFill>
            <a:srgbClr val="12301A"/>
          </a:solidFill>
          <a:ln w="12700">
            <a:solidFill>
              <a:srgbClr val="B8D98A"/>
            </a:solidFill>
            <a:prstDash val="solid"/>
          </a:ln>
        </p:spPr>
      </p:sp>
      <p:sp>
        <p:nvSpPr>
          <p:cNvPr id="9" name="Text 6"/>
          <p:cNvSpPr txBox="1"/>
          <p:nvPr/>
        </p:nvSpPr>
        <p:spPr>
          <a:xfrm>
            <a:off x="8119872" y="1005840"/>
            <a:ext cx="33649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Titel</a:t>
            </a:r>
            <a:endParaRPr lang="en-US" sz="1200" dirty="0"/>
          </a:p>
        </p:txBody>
      </p:sp>
      <p:sp>
        <p:nvSpPr>
          <p:cNvPr id="10" name="Shape 7"/>
          <p:cNvSpPr/>
          <p:nvPr/>
        </p:nvSpPr>
        <p:spPr>
          <a:xfrm>
            <a:off x="6583680" y="1353312"/>
            <a:ext cx="1463040" cy="347472"/>
          </a:xfrm>
          <a:prstGeom prst="rect">
            <a:avLst/>
          </a:prstGeom>
          <a:solidFill>
            <a:srgbClr val="FBFFF4"/>
          </a:solidFill>
          <a:ln w="12700">
            <a:solidFill>
              <a:srgbClr val="B8D98A"/>
            </a:solidFill>
            <a:prstDash val="solid"/>
          </a:ln>
        </p:spPr>
      </p:sp>
      <p:sp>
        <p:nvSpPr>
          <p:cNvPr id="11" name="Text 8"/>
          <p:cNvSpPr txBox="1"/>
          <p:nvPr/>
        </p:nvSpPr>
        <p:spPr>
          <a:xfrm>
            <a:off x="6656832" y="13533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12" name="Shape 9"/>
          <p:cNvSpPr/>
          <p:nvPr/>
        </p:nvSpPr>
        <p:spPr>
          <a:xfrm>
            <a:off x="8046720" y="1353312"/>
            <a:ext cx="3474720" cy="347472"/>
          </a:xfrm>
          <a:prstGeom prst="rect">
            <a:avLst/>
          </a:prstGeom>
          <a:solidFill>
            <a:srgbClr val="FBFFF4"/>
          </a:solidFill>
          <a:ln w="12700">
            <a:solidFill>
              <a:srgbClr val="B8D98A"/>
            </a:solidFill>
            <a:prstDash val="solid"/>
          </a:ln>
        </p:spPr>
      </p:sp>
      <p:sp>
        <p:nvSpPr>
          <p:cNvPr id="13" name="Text 10"/>
          <p:cNvSpPr txBox="1"/>
          <p:nvPr/>
        </p:nvSpPr>
        <p:spPr>
          <a:xfrm>
            <a:off x="8119872" y="1353312"/>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Der Drache</a:t>
            </a:r>
            <a:endParaRPr lang="en-US" sz="1200" dirty="0"/>
          </a:p>
        </p:txBody>
      </p:sp>
      <p:sp>
        <p:nvSpPr>
          <p:cNvPr id="14" name="Shape 11"/>
          <p:cNvSpPr/>
          <p:nvPr/>
        </p:nvSpPr>
        <p:spPr>
          <a:xfrm>
            <a:off x="6583680" y="1700784"/>
            <a:ext cx="1463040" cy="347472"/>
          </a:xfrm>
          <a:prstGeom prst="rect">
            <a:avLst/>
          </a:prstGeom>
          <a:solidFill>
            <a:srgbClr val="FBFFF4"/>
          </a:solidFill>
          <a:ln w="12700">
            <a:solidFill>
              <a:srgbClr val="B8D98A"/>
            </a:solidFill>
            <a:prstDash val="solid"/>
          </a:ln>
        </p:spPr>
      </p:sp>
      <p:sp>
        <p:nvSpPr>
          <p:cNvPr id="15" name="Text 12"/>
          <p:cNvSpPr txBox="1"/>
          <p:nvPr/>
        </p:nvSpPr>
        <p:spPr>
          <a:xfrm>
            <a:off x="6656832" y="17007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16" name="Shape 13"/>
          <p:cNvSpPr/>
          <p:nvPr/>
        </p:nvSpPr>
        <p:spPr>
          <a:xfrm>
            <a:off x="8046720" y="1700784"/>
            <a:ext cx="3474720" cy="347472"/>
          </a:xfrm>
          <a:prstGeom prst="rect">
            <a:avLst/>
          </a:prstGeom>
          <a:solidFill>
            <a:srgbClr val="FBFFF4"/>
          </a:solidFill>
          <a:ln w="12700">
            <a:solidFill>
              <a:srgbClr val="B8D98A"/>
            </a:solidFill>
            <a:prstDash val="solid"/>
          </a:ln>
        </p:spPr>
      </p:sp>
      <p:sp>
        <p:nvSpPr>
          <p:cNvPr id="17" name="Text 14"/>
          <p:cNvSpPr txBox="1"/>
          <p:nvPr/>
        </p:nvSpPr>
        <p:spPr>
          <a:xfrm>
            <a:off x="8119872" y="1700784"/>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Das Geheimnis</a:t>
            </a:r>
            <a:endParaRPr lang="en-US" sz="1200" dirty="0"/>
          </a:p>
        </p:txBody>
      </p:sp>
      <p:sp>
        <p:nvSpPr>
          <p:cNvPr id="18" name="Shape 15"/>
          <p:cNvSpPr/>
          <p:nvPr/>
        </p:nvSpPr>
        <p:spPr>
          <a:xfrm>
            <a:off x="6583680" y="2048256"/>
            <a:ext cx="1463040" cy="347472"/>
          </a:xfrm>
          <a:prstGeom prst="rect">
            <a:avLst/>
          </a:prstGeom>
          <a:solidFill>
            <a:srgbClr val="FBFFF4"/>
          </a:solidFill>
          <a:ln w="12700">
            <a:solidFill>
              <a:srgbClr val="B8D98A"/>
            </a:solidFill>
            <a:prstDash val="solid"/>
          </a:ln>
        </p:spPr>
      </p:sp>
      <p:sp>
        <p:nvSpPr>
          <p:cNvPr id="19" name="Text 16"/>
          <p:cNvSpPr txBox="1"/>
          <p:nvPr/>
        </p:nvSpPr>
        <p:spPr>
          <a:xfrm>
            <a:off x="6656832" y="20482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20" name="Shape 17"/>
          <p:cNvSpPr/>
          <p:nvPr/>
        </p:nvSpPr>
        <p:spPr>
          <a:xfrm>
            <a:off x="8046720" y="2048256"/>
            <a:ext cx="3474720" cy="347472"/>
          </a:xfrm>
          <a:prstGeom prst="rect">
            <a:avLst/>
          </a:prstGeom>
          <a:solidFill>
            <a:srgbClr val="FBFFF4"/>
          </a:solidFill>
          <a:ln w="12700">
            <a:solidFill>
              <a:srgbClr val="B8D98A"/>
            </a:solidFill>
            <a:prstDash val="solid"/>
          </a:ln>
        </p:spPr>
      </p:sp>
      <p:sp>
        <p:nvSpPr>
          <p:cNvPr id="21" name="Text 18"/>
          <p:cNvSpPr txBox="1"/>
          <p:nvPr/>
        </p:nvSpPr>
        <p:spPr>
          <a:xfrm>
            <a:off x="8119872" y="2048256"/>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Die Insel</a:t>
            </a:r>
            <a:endParaRPr lang="en-US" sz="1200" dirty="0"/>
          </a:p>
        </p:txBody>
      </p:sp>
      <p:sp>
        <p:nvSpPr>
          <p:cNvPr id="22" name="Text 19"/>
          <p:cNvSpPr txBox="1"/>
          <p:nvPr/>
        </p:nvSpPr>
        <p:spPr>
          <a:xfrm>
            <a:off x="6583680" y="25603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Ausleihe</a:t>
            </a:r>
            <a:endParaRPr lang="en-US" sz="1400" dirty="0"/>
          </a:p>
        </p:txBody>
      </p:sp>
      <p:sp>
        <p:nvSpPr>
          <p:cNvPr id="23" name="Shape 20"/>
          <p:cNvSpPr/>
          <p:nvPr/>
        </p:nvSpPr>
        <p:spPr>
          <a:xfrm>
            <a:off x="6583680" y="2834640"/>
            <a:ext cx="1645920" cy="347472"/>
          </a:xfrm>
          <a:prstGeom prst="rect">
            <a:avLst/>
          </a:prstGeom>
          <a:solidFill>
            <a:srgbClr val="12301A"/>
          </a:solidFill>
          <a:ln w="12700">
            <a:solidFill>
              <a:srgbClr val="B8D98A"/>
            </a:solidFill>
            <a:prstDash val="solid"/>
          </a:ln>
        </p:spPr>
      </p:sp>
      <p:sp>
        <p:nvSpPr>
          <p:cNvPr id="24" name="Text 21"/>
          <p:cNvSpPr txBox="1"/>
          <p:nvPr/>
        </p:nvSpPr>
        <p:spPr>
          <a:xfrm>
            <a:off x="665683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AusleiheID</a:t>
            </a:r>
            <a:endParaRPr lang="en-US" sz="1200" dirty="0"/>
          </a:p>
        </p:txBody>
      </p:sp>
      <p:sp>
        <p:nvSpPr>
          <p:cNvPr id="25" name="Shape 22"/>
          <p:cNvSpPr/>
          <p:nvPr/>
        </p:nvSpPr>
        <p:spPr>
          <a:xfrm>
            <a:off x="8229600" y="2834640"/>
            <a:ext cx="1645920" cy="347472"/>
          </a:xfrm>
          <a:prstGeom prst="rect">
            <a:avLst/>
          </a:prstGeom>
          <a:solidFill>
            <a:srgbClr val="12301A"/>
          </a:solidFill>
          <a:ln w="12700">
            <a:solidFill>
              <a:srgbClr val="B8D98A"/>
            </a:solidFill>
            <a:prstDash val="solid"/>
          </a:ln>
        </p:spPr>
      </p:sp>
      <p:sp>
        <p:nvSpPr>
          <p:cNvPr id="26" name="Text 23"/>
          <p:cNvSpPr txBox="1"/>
          <p:nvPr/>
        </p:nvSpPr>
        <p:spPr>
          <a:xfrm>
            <a:off x="830275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BuchNummer</a:t>
            </a:r>
            <a:endParaRPr lang="en-US" sz="1200" dirty="0"/>
          </a:p>
        </p:txBody>
      </p:sp>
      <p:sp>
        <p:nvSpPr>
          <p:cNvPr id="27" name="Shape 24"/>
          <p:cNvSpPr/>
          <p:nvPr/>
        </p:nvSpPr>
        <p:spPr>
          <a:xfrm>
            <a:off x="9875520" y="2834640"/>
            <a:ext cx="1645920" cy="347472"/>
          </a:xfrm>
          <a:prstGeom prst="rect">
            <a:avLst/>
          </a:prstGeom>
          <a:solidFill>
            <a:srgbClr val="12301A"/>
          </a:solidFill>
          <a:ln w="12700">
            <a:solidFill>
              <a:srgbClr val="B8D98A"/>
            </a:solidFill>
            <a:prstDash val="solid"/>
          </a:ln>
        </p:spPr>
      </p:sp>
      <p:sp>
        <p:nvSpPr>
          <p:cNvPr id="28" name="Text 25"/>
          <p:cNvSpPr txBox="1"/>
          <p:nvPr/>
        </p:nvSpPr>
        <p:spPr>
          <a:xfrm>
            <a:off x="994867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29" name="Shape 26"/>
          <p:cNvSpPr/>
          <p:nvPr/>
        </p:nvSpPr>
        <p:spPr>
          <a:xfrm>
            <a:off x="6583680" y="3182112"/>
            <a:ext cx="1645920" cy="347472"/>
          </a:xfrm>
          <a:prstGeom prst="rect">
            <a:avLst/>
          </a:prstGeom>
          <a:solidFill>
            <a:srgbClr val="FBFFF4"/>
          </a:solidFill>
          <a:ln w="12700">
            <a:solidFill>
              <a:srgbClr val="B8D98A"/>
            </a:solidFill>
            <a:prstDash val="solid"/>
          </a:ln>
        </p:spPr>
      </p:sp>
      <p:sp>
        <p:nvSpPr>
          <p:cNvPr id="30" name="Text 27"/>
          <p:cNvSpPr txBox="1"/>
          <p:nvPr/>
        </p:nvSpPr>
        <p:spPr>
          <a:xfrm>
            <a:off x="665683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1" name="Shape 28"/>
          <p:cNvSpPr/>
          <p:nvPr/>
        </p:nvSpPr>
        <p:spPr>
          <a:xfrm>
            <a:off x="8229600" y="3182112"/>
            <a:ext cx="1645920" cy="347472"/>
          </a:xfrm>
          <a:prstGeom prst="rect">
            <a:avLst/>
          </a:prstGeom>
          <a:solidFill>
            <a:srgbClr val="FBFFF4"/>
          </a:solidFill>
          <a:ln w="12700">
            <a:solidFill>
              <a:srgbClr val="B8D98A"/>
            </a:solidFill>
            <a:prstDash val="solid"/>
          </a:ln>
        </p:spPr>
      </p:sp>
      <p:sp>
        <p:nvSpPr>
          <p:cNvPr id="32" name="Text 29"/>
          <p:cNvSpPr txBox="1"/>
          <p:nvPr/>
        </p:nvSpPr>
        <p:spPr>
          <a:xfrm>
            <a:off x="830275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33" name="Shape 30"/>
          <p:cNvSpPr/>
          <p:nvPr/>
        </p:nvSpPr>
        <p:spPr>
          <a:xfrm>
            <a:off x="9875520" y="3182112"/>
            <a:ext cx="1645920" cy="347472"/>
          </a:xfrm>
          <a:prstGeom prst="rect">
            <a:avLst/>
          </a:prstGeom>
          <a:solidFill>
            <a:srgbClr val="FBFFF4"/>
          </a:solidFill>
          <a:ln w="12700">
            <a:solidFill>
              <a:srgbClr val="B8D98A"/>
            </a:solidFill>
            <a:prstDash val="solid"/>
          </a:ln>
        </p:spPr>
      </p:sp>
      <p:sp>
        <p:nvSpPr>
          <p:cNvPr id="34" name="Text 31"/>
          <p:cNvSpPr txBox="1"/>
          <p:nvPr/>
        </p:nvSpPr>
        <p:spPr>
          <a:xfrm>
            <a:off x="994867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5" name="Shape 32"/>
          <p:cNvSpPr/>
          <p:nvPr/>
        </p:nvSpPr>
        <p:spPr>
          <a:xfrm>
            <a:off x="6583680" y="3529584"/>
            <a:ext cx="1645920" cy="347472"/>
          </a:xfrm>
          <a:prstGeom prst="rect">
            <a:avLst/>
          </a:prstGeom>
          <a:solidFill>
            <a:srgbClr val="FBFFF4"/>
          </a:solidFill>
          <a:ln w="12700">
            <a:solidFill>
              <a:srgbClr val="B8D98A"/>
            </a:solidFill>
            <a:prstDash val="solid"/>
          </a:ln>
        </p:spPr>
      </p:sp>
      <p:sp>
        <p:nvSpPr>
          <p:cNvPr id="36" name="Text 33"/>
          <p:cNvSpPr txBox="1"/>
          <p:nvPr/>
        </p:nvSpPr>
        <p:spPr>
          <a:xfrm>
            <a:off x="665683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37" name="Shape 34"/>
          <p:cNvSpPr/>
          <p:nvPr/>
        </p:nvSpPr>
        <p:spPr>
          <a:xfrm>
            <a:off x="8229600" y="3529584"/>
            <a:ext cx="1645920" cy="347472"/>
          </a:xfrm>
          <a:prstGeom prst="rect">
            <a:avLst/>
          </a:prstGeom>
          <a:solidFill>
            <a:srgbClr val="FBFFF4"/>
          </a:solidFill>
          <a:ln w="12700">
            <a:solidFill>
              <a:srgbClr val="B8D98A"/>
            </a:solidFill>
            <a:prstDash val="solid"/>
          </a:ln>
        </p:spPr>
      </p:sp>
      <p:sp>
        <p:nvSpPr>
          <p:cNvPr id="38" name="Text 35"/>
          <p:cNvSpPr txBox="1"/>
          <p:nvPr/>
        </p:nvSpPr>
        <p:spPr>
          <a:xfrm>
            <a:off x="830275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9" name="Shape 36"/>
          <p:cNvSpPr/>
          <p:nvPr/>
        </p:nvSpPr>
        <p:spPr>
          <a:xfrm>
            <a:off x="9875520" y="3529584"/>
            <a:ext cx="1645920" cy="347472"/>
          </a:xfrm>
          <a:prstGeom prst="rect">
            <a:avLst/>
          </a:prstGeom>
          <a:solidFill>
            <a:srgbClr val="FBFFF4"/>
          </a:solidFill>
          <a:ln w="12700">
            <a:solidFill>
              <a:srgbClr val="B8D98A"/>
            </a:solidFill>
            <a:prstDash val="solid"/>
          </a:ln>
        </p:spPr>
      </p:sp>
      <p:sp>
        <p:nvSpPr>
          <p:cNvPr id="40" name="Text 37"/>
          <p:cNvSpPr txBox="1"/>
          <p:nvPr/>
        </p:nvSpPr>
        <p:spPr>
          <a:xfrm>
            <a:off x="994867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41" name="Shape 38"/>
          <p:cNvSpPr/>
          <p:nvPr/>
        </p:nvSpPr>
        <p:spPr>
          <a:xfrm>
            <a:off x="6583680" y="3877056"/>
            <a:ext cx="1645920" cy="347472"/>
          </a:xfrm>
          <a:prstGeom prst="rect">
            <a:avLst/>
          </a:prstGeom>
          <a:solidFill>
            <a:srgbClr val="FBFFF4"/>
          </a:solidFill>
          <a:ln w="12700">
            <a:solidFill>
              <a:srgbClr val="B8D98A"/>
            </a:solidFill>
            <a:prstDash val="solid"/>
          </a:ln>
        </p:spPr>
      </p:sp>
      <p:sp>
        <p:nvSpPr>
          <p:cNvPr id="42" name="Text 39"/>
          <p:cNvSpPr txBox="1"/>
          <p:nvPr/>
        </p:nvSpPr>
        <p:spPr>
          <a:xfrm>
            <a:off x="665683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3" name="Shape 40"/>
          <p:cNvSpPr/>
          <p:nvPr/>
        </p:nvSpPr>
        <p:spPr>
          <a:xfrm>
            <a:off x="8229600" y="3877056"/>
            <a:ext cx="1645920" cy="347472"/>
          </a:xfrm>
          <a:prstGeom prst="rect">
            <a:avLst/>
          </a:prstGeom>
          <a:solidFill>
            <a:srgbClr val="FBFFF4"/>
          </a:solidFill>
          <a:ln w="12700">
            <a:solidFill>
              <a:srgbClr val="B8D98A"/>
            </a:solidFill>
            <a:prstDash val="solid"/>
          </a:ln>
        </p:spPr>
      </p:sp>
      <p:sp>
        <p:nvSpPr>
          <p:cNvPr id="44" name="Text 41"/>
          <p:cNvSpPr txBox="1"/>
          <p:nvPr/>
        </p:nvSpPr>
        <p:spPr>
          <a:xfrm>
            <a:off x="830275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45" name="Shape 42"/>
          <p:cNvSpPr/>
          <p:nvPr/>
        </p:nvSpPr>
        <p:spPr>
          <a:xfrm>
            <a:off x="9875520" y="3877056"/>
            <a:ext cx="1645920" cy="347472"/>
          </a:xfrm>
          <a:prstGeom prst="rect">
            <a:avLst/>
          </a:prstGeom>
          <a:solidFill>
            <a:srgbClr val="FBFFF4"/>
          </a:solidFill>
          <a:ln w="12700">
            <a:solidFill>
              <a:srgbClr val="B8D98A"/>
            </a:solidFill>
            <a:prstDash val="solid"/>
          </a:ln>
        </p:spPr>
      </p:sp>
      <p:sp>
        <p:nvSpPr>
          <p:cNvPr id="46" name="Text 43"/>
          <p:cNvSpPr txBox="1"/>
          <p:nvPr/>
        </p:nvSpPr>
        <p:spPr>
          <a:xfrm>
            <a:off x="994867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7" name="Text 44"/>
          <p:cNvSpPr txBox="1"/>
          <p:nvPr/>
        </p:nvSpPr>
        <p:spPr>
          <a:xfrm>
            <a:off x="6583680" y="43891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Schueler</a:t>
            </a:r>
            <a:endParaRPr lang="en-US" sz="1400" dirty="0"/>
          </a:p>
        </p:txBody>
      </p:sp>
      <p:sp>
        <p:nvSpPr>
          <p:cNvPr id="48" name="Shape 45"/>
          <p:cNvSpPr/>
          <p:nvPr/>
        </p:nvSpPr>
        <p:spPr>
          <a:xfrm>
            <a:off x="6583680" y="4663440"/>
            <a:ext cx="1463040" cy="347472"/>
          </a:xfrm>
          <a:prstGeom prst="rect">
            <a:avLst/>
          </a:prstGeom>
          <a:solidFill>
            <a:srgbClr val="12301A"/>
          </a:solidFill>
          <a:ln w="12700">
            <a:solidFill>
              <a:srgbClr val="B8D98A"/>
            </a:solidFill>
            <a:prstDash val="solid"/>
          </a:ln>
        </p:spPr>
      </p:sp>
      <p:sp>
        <p:nvSpPr>
          <p:cNvPr id="49" name="Text 46"/>
          <p:cNvSpPr txBox="1"/>
          <p:nvPr/>
        </p:nvSpPr>
        <p:spPr>
          <a:xfrm>
            <a:off x="6656832" y="46634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50" name="Shape 47"/>
          <p:cNvSpPr/>
          <p:nvPr/>
        </p:nvSpPr>
        <p:spPr>
          <a:xfrm>
            <a:off x="8046720" y="4663440"/>
            <a:ext cx="2103120" cy="347472"/>
          </a:xfrm>
          <a:prstGeom prst="rect">
            <a:avLst/>
          </a:prstGeom>
          <a:solidFill>
            <a:srgbClr val="12301A"/>
          </a:solidFill>
          <a:ln w="12700">
            <a:solidFill>
              <a:srgbClr val="B8D98A"/>
            </a:solidFill>
            <a:prstDash val="solid"/>
          </a:ln>
        </p:spPr>
      </p:sp>
      <p:sp>
        <p:nvSpPr>
          <p:cNvPr id="51" name="Text 48"/>
          <p:cNvSpPr txBox="1"/>
          <p:nvPr/>
        </p:nvSpPr>
        <p:spPr>
          <a:xfrm>
            <a:off x="8119872" y="4663440"/>
            <a:ext cx="19933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a:t>
            </a:r>
            <a:endParaRPr lang="en-US" sz="1200" dirty="0"/>
          </a:p>
        </p:txBody>
      </p:sp>
      <p:sp>
        <p:nvSpPr>
          <p:cNvPr id="52" name="Shape 49"/>
          <p:cNvSpPr/>
          <p:nvPr/>
        </p:nvSpPr>
        <p:spPr>
          <a:xfrm>
            <a:off x="10149840" y="4663440"/>
            <a:ext cx="1371600" cy="347472"/>
          </a:xfrm>
          <a:prstGeom prst="rect">
            <a:avLst/>
          </a:prstGeom>
          <a:solidFill>
            <a:srgbClr val="12301A"/>
          </a:solidFill>
          <a:ln w="12700">
            <a:solidFill>
              <a:srgbClr val="B8D98A"/>
            </a:solidFill>
            <a:prstDash val="solid"/>
          </a:ln>
        </p:spPr>
      </p:sp>
      <p:sp>
        <p:nvSpPr>
          <p:cNvPr id="53" name="Text 50"/>
          <p:cNvSpPr txBox="1"/>
          <p:nvPr/>
        </p:nvSpPr>
        <p:spPr>
          <a:xfrm>
            <a:off x="10222992" y="4663440"/>
            <a:ext cx="126187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Klasse</a:t>
            </a:r>
            <a:endParaRPr lang="en-US" sz="1200" dirty="0"/>
          </a:p>
        </p:txBody>
      </p:sp>
      <p:sp>
        <p:nvSpPr>
          <p:cNvPr id="54" name="Shape 51"/>
          <p:cNvSpPr/>
          <p:nvPr/>
        </p:nvSpPr>
        <p:spPr>
          <a:xfrm>
            <a:off x="6583680" y="5010912"/>
            <a:ext cx="1463040" cy="347472"/>
          </a:xfrm>
          <a:prstGeom prst="rect">
            <a:avLst/>
          </a:prstGeom>
          <a:solidFill>
            <a:srgbClr val="FBFFF4"/>
          </a:solidFill>
          <a:ln w="12700">
            <a:solidFill>
              <a:srgbClr val="B8D98A"/>
            </a:solidFill>
            <a:prstDash val="solid"/>
          </a:ln>
        </p:spPr>
      </p:sp>
      <p:sp>
        <p:nvSpPr>
          <p:cNvPr id="55" name="Text 52"/>
          <p:cNvSpPr txBox="1"/>
          <p:nvPr/>
        </p:nvSpPr>
        <p:spPr>
          <a:xfrm>
            <a:off x="6656832" y="50109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56" name="Shape 53"/>
          <p:cNvSpPr/>
          <p:nvPr/>
        </p:nvSpPr>
        <p:spPr>
          <a:xfrm>
            <a:off x="8046720" y="5010912"/>
            <a:ext cx="2103120" cy="347472"/>
          </a:xfrm>
          <a:prstGeom prst="rect">
            <a:avLst/>
          </a:prstGeom>
          <a:solidFill>
            <a:srgbClr val="FBFFF4"/>
          </a:solidFill>
          <a:ln w="12700">
            <a:solidFill>
              <a:srgbClr val="B8D98A"/>
            </a:solidFill>
            <a:prstDash val="solid"/>
          </a:ln>
        </p:spPr>
      </p:sp>
      <p:sp>
        <p:nvSpPr>
          <p:cNvPr id="57" name="Text 54"/>
          <p:cNvSpPr txBox="1"/>
          <p:nvPr/>
        </p:nvSpPr>
        <p:spPr>
          <a:xfrm>
            <a:off x="8119872" y="5010912"/>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58" name="Shape 55"/>
          <p:cNvSpPr/>
          <p:nvPr/>
        </p:nvSpPr>
        <p:spPr>
          <a:xfrm>
            <a:off x="10149840" y="5010912"/>
            <a:ext cx="1371600" cy="347472"/>
          </a:xfrm>
          <a:prstGeom prst="rect">
            <a:avLst/>
          </a:prstGeom>
          <a:solidFill>
            <a:srgbClr val="FBFFF4"/>
          </a:solidFill>
          <a:ln w="12700">
            <a:solidFill>
              <a:srgbClr val="B8D98A"/>
            </a:solidFill>
            <a:prstDash val="solid"/>
          </a:ln>
        </p:spPr>
      </p:sp>
      <p:sp>
        <p:nvSpPr>
          <p:cNvPr id="59" name="Text 56"/>
          <p:cNvSpPr txBox="1"/>
          <p:nvPr/>
        </p:nvSpPr>
        <p:spPr>
          <a:xfrm>
            <a:off x="10222992" y="5010912"/>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60" name="Shape 57"/>
          <p:cNvSpPr/>
          <p:nvPr/>
        </p:nvSpPr>
        <p:spPr>
          <a:xfrm>
            <a:off x="6583680" y="5358384"/>
            <a:ext cx="1463040" cy="347472"/>
          </a:xfrm>
          <a:prstGeom prst="rect">
            <a:avLst/>
          </a:prstGeom>
          <a:solidFill>
            <a:srgbClr val="FBFFF4"/>
          </a:solidFill>
          <a:ln w="12700">
            <a:solidFill>
              <a:srgbClr val="B8D98A"/>
            </a:solidFill>
            <a:prstDash val="solid"/>
          </a:ln>
        </p:spPr>
      </p:sp>
      <p:sp>
        <p:nvSpPr>
          <p:cNvPr id="61" name="Text 58"/>
          <p:cNvSpPr txBox="1"/>
          <p:nvPr/>
        </p:nvSpPr>
        <p:spPr>
          <a:xfrm>
            <a:off x="6656832" y="53583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62" name="Shape 59"/>
          <p:cNvSpPr/>
          <p:nvPr/>
        </p:nvSpPr>
        <p:spPr>
          <a:xfrm>
            <a:off x="8046720" y="5358384"/>
            <a:ext cx="2103120" cy="347472"/>
          </a:xfrm>
          <a:prstGeom prst="rect">
            <a:avLst/>
          </a:prstGeom>
          <a:solidFill>
            <a:srgbClr val="FBFFF4"/>
          </a:solidFill>
          <a:ln w="12700">
            <a:solidFill>
              <a:srgbClr val="B8D98A"/>
            </a:solidFill>
            <a:prstDash val="solid"/>
          </a:ln>
        </p:spPr>
      </p:sp>
      <p:sp>
        <p:nvSpPr>
          <p:cNvPr id="63" name="Text 60"/>
          <p:cNvSpPr txBox="1"/>
          <p:nvPr/>
        </p:nvSpPr>
        <p:spPr>
          <a:xfrm>
            <a:off x="8119872" y="5358384"/>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Max Gruber</a:t>
            </a:r>
            <a:endParaRPr lang="en-US" sz="1200" dirty="0"/>
          </a:p>
        </p:txBody>
      </p:sp>
      <p:sp>
        <p:nvSpPr>
          <p:cNvPr id="64" name="Shape 61"/>
          <p:cNvSpPr/>
          <p:nvPr/>
        </p:nvSpPr>
        <p:spPr>
          <a:xfrm>
            <a:off x="10149840" y="5358384"/>
            <a:ext cx="1371600" cy="347472"/>
          </a:xfrm>
          <a:prstGeom prst="rect">
            <a:avLst/>
          </a:prstGeom>
          <a:solidFill>
            <a:srgbClr val="FBFFF4"/>
          </a:solidFill>
          <a:ln w="12700">
            <a:solidFill>
              <a:srgbClr val="B8D98A"/>
            </a:solidFill>
            <a:prstDash val="solid"/>
          </a:ln>
        </p:spPr>
      </p:sp>
      <p:sp>
        <p:nvSpPr>
          <p:cNvPr id="65" name="Text 62"/>
          <p:cNvSpPr txBox="1"/>
          <p:nvPr/>
        </p:nvSpPr>
        <p:spPr>
          <a:xfrm>
            <a:off x="10222992" y="5358384"/>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a:t>
            </a:r>
            <a:endParaRPr lang="en-US" sz="1200" dirty="0"/>
          </a:p>
        </p:txBody>
      </p:sp>
      <p:sp>
        <p:nvSpPr>
          <p:cNvPr id="66" name="Shape 63"/>
          <p:cNvSpPr/>
          <p:nvPr/>
        </p:nvSpPr>
        <p:spPr>
          <a:xfrm>
            <a:off x="6583680" y="5705856"/>
            <a:ext cx="1463040" cy="347472"/>
          </a:xfrm>
          <a:prstGeom prst="rect">
            <a:avLst/>
          </a:prstGeom>
          <a:solidFill>
            <a:srgbClr val="FBFFF4"/>
          </a:solidFill>
          <a:ln w="12700">
            <a:solidFill>
              <a:srgbClr val="B8D98A"/>
            </a:solidFill>
            <a:prstDash val="solid"/>
          </a:ln>
        </p:spPr>
      </p:sp>
      <p:sp>
        <p:nvSpPr>
          <p:cNvPr id="67" name="Text 64"/>
          <p:cNvSpPr txBox="1"/>
          <p:nvPr/>
        </p:nvSpPr>
        <p:spPr>
          <a:xfrm>
            <a:off x="6656832" y="57058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68" name="Shape 65"/>
          <p:cNvSpPr/>
          <p:nvPr/>
        </p:nvSpPr>
        <p:spPr>
          <a:xfrm>
            <a:off x="8046720" y="5705856"/>
            <a:ext cx="2103120" cy="347472"/>
          </a:xfrm>
          <a:prstGeom prst="rect">
            <a:avLst/>
          </a:prstGeom>
          <a:solidFill>
            <a:srgbClr val="FBFFF4"/>
          </a:solidFill>
          <a:ln w="12700">
            <a:solidFill>
              <a:srgbClr val="B8D98A"/>
            </a:solidFill>
            <a:prstDash val="solid"/>
          </a:ln>
        </p:spPr>
      </p:sp>
      <p:sp>
        <p:nvSpPr>
          <p:cNvPr id="69" name="Text 66"/>
          <p:cNvSpPr txBox="1"/>
          <p:nvPr/>
        </p:nvSpPr>
        <p:spPr>
          <a:xfrm>
            <a:off x="8119872" y="5705856"/>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Lea Maier</a:t>
            </a:r>
            <a:endParaRPr lang="en-US" sz="1200" dirty="0"/>
          </a:p>
        </p:txBody>
      </p:sp>
      <p:sp>
        <p:nvSpPr>
          <p:cNvPr id="70" name="Shape 67"/>
          <p:cNvSpPr/>
          <p:nvPr/>
        </p:nvSpPr>
        <p:spPr>
          <a:xfrm>
            <a:off x="10149840" y="5705856"/>
            <a:ext cx="1371600" cy="347472"/>
          </a:xfrm>
          <a:prstGeom prst="rect">
            <a:avLst/>
          </a:prstGeom>
          <a:solidFill>
            <a:srgbClr val="FBFFF4"/>
          </a:solidFill>
          <a:ln w="12700">
            <a:solidFill>
              <a:srgbClr val="B8D98A"/>
            </a:solidFill>
            <a:prstDash val="solid"/>
          </a:ln>
        </p:spPr>
      </p:sp>
      <p:sp>
        <p:nvSpPr>
          <p:cNvPr id="71" name="Text 68"/>
          <p:cNvSpPr txBox="1"/>
          <p:nvPr/>
        </p:nvSpPr>
        <p:spPr>
          <a:xfrm>
            <a:off x="10222992" y="5705856"/>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Tabelle Buecher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0E1F0C"/>
                </a:solidFill>
                <a:latin typeface="Poppins" pitchFamily="34" charset="0"/>
                <a:ea typeface="Poppins" pitchFamily="34" charset="-122"/>
                <a:cs typeface="Poppins" pitchFamily="34" charset="-120"/>
              </a:rPr>
              <a:t>Die Tabelle </a:t>
            </a:r>
            <a:pPr indent="0" marL="0">
              <a:lnSpc>
                <a:spcPct val="105000"/>
              </a:lnSpc>
              <a:buNone/>
            </a:pPr>
            <a:r>
              <a:rPr lang="en-US" sz="4600" dirty="0">
                <a:solidFill>
                  <a:srgbClr val="26720A"/>
                </a:solidFill>
                <a:highlight>
                  <a:srgbClr val="B1FF37"/>
                </a:highlight>
                <a:latin typeface="Poppins" pitchFamily="34" charset="0"/>
                <a:ea typeface="Poppins" pitchFamily="34" charset="-122"/>
                <a:cs typeface="Poppins" pitchFamily="34" charset="-120"/>
              </a:rPr>
              <a:t>Buecher</a:t>
            </a:r>
            <a:endParaRPr lang="en-US" sz="46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Nummer 1: „Der Drache“ · Nummer 2: „Das Geheimnis“ · Nummer 3: „Die Insel“.</a:t>
            </a:r>
            <a:endParaRPr lang="en-US" sz="1800" dirty="0"/>
          </a:p>
        </p:txBody>
      </p:sp>
      <p:sp>
        <p:nvSpPr>
          <p:cNvPr id="6" name="Shape 3"/>
          <p:cNvSpPr/>
          <p:nvPr/>
        </p:nvSpPr>
        <p:spPr>
          <a:xfrm>
            <a:off x="6583680" y="1188720"/>
            <a:ext cx="1463040" cy="822960"/>
          </a:xfrm>
          <a:prstGeom prst="rect">
            <a:avLst/>
          </a:prstGeom>
          <a:solidFill>
            <a:srgbClr val="12301A"/>
          </a:solidFill>
          <a:ln w="12700">
            <a:solidFill>
              <a:srgbClr val="B8D98A"/>
            </a:solidFill>
            <a:prstDash val="solid"/>
          </a:ln>
        </p:spPr>
      </p:sp>
      <p:sp>
        <p:nvSpPr>
          <p:cNvPr id="7" name="Text 4"/>
          <p:cNvSpPr txBox="1"/>
          <p:nvPr/>
        </p:nvSpPr>
        <p:spPr>
          <a:xfrm>
            <a:off x="6656832" y="1188720"/>
            <a:ext cx="1353312" cy="822960"/>
          </a:xfrm>
          <a:prstGeom prst="rect">
            <a:avLst/>
          </a:prstGeom>
          <a:noFill/>
          <a:ln/>
        </p:spPr>
        <p:txBody>
          <a:bodyPr wrap="square" lIns="0" tIns="0" rIns="0" bIns="0" rtlCol="0" anchor="ctr"/>
          <a:lstStyle/>
          <a:p>
            <a:pPr indent="0" marL="0">
              <a:buNone/>
            </a:pPr>
            <a:r>
              <a:rPr lang="en-US" sz="1900" b="1" dirty="0">
                <a:solidFill>
                  <a:srgbClr val="FBFFF4"/>
                </a:solidFill>
                <a:latin typeface="Poppins" pitchFamily="34" charset="0"/>
                <a:ea typeface="Poppins" pitchFamily="34" charset="-122"/>
                <a:cs typeface="Poppins" pitchFamily="34" charset="-120"/>
              </a:rPr>
              <a:t>Nummer</a:t>
            </a:r>
            <a:endParaRPr lang="en-US" sz="1900" dirty="0"/>
          </a:p>
        </p:txBody>
      </p:sp>
      <p:sp>
        <p:nvSpPr>
          <p:cNvPr id="8" name="Shape 5"/>
          <p:cNvSpPr/>
          <p:nvPr/>
        </p:nvSpPr>
        <p:spPr>
          <a:xfrm>
            <a:off x="8046720" y="1188720"/>
            <a:ext cx="3474720" cy="822960"/>
          </a:xfrm>
          <a:prstGeom prst="rect">
            <a:avLst/>
          </a:prstGeom>
          <a:solidFill>
            <a:srgbClr val="12301A"/>
          </a:solidFill>
          <a:ln w="12700">
            <a:solidFill>
              <a:srgbClr val="B8D98A"/>
            </a:solidFill>
            <a:prstDash val="solid"/>
          </a:ln>
        </p:spPr>
      </p:sp>
      <p:sp>
        <p:nvSpPr>
          <p:cNvPr id="9" name="Text 6"/>
          <p:cNvSpPr txBox="1"/>
          <p:nvPr/>
        </p:nvSpPr>
        <p:spPr>
          <a:xfrm>
            <a:off x="8119872" y="1188720"/>
            <a:ext cx="3364992" cy="822960"/>
          </a:xfrm>
          <a:prstGeom prst="rect">
            <a:avLst/>
          </a:prstGeom>
          <a:noFill/>
          <a:ln/>
        </p:spPr>
        <p:txBody>
          <a:bodyPr wrap="square" lIns="0" tIns="0" rIns="0" bIns="0" rtlCol="0" anchor="ctr"/>
          <a:lstStyle/>
          <a:p>
            <a:pPr indent="0" marL="0">
              <a:buNone/>
            </a:pPr>
            <a:r>
              <a:rPr lang="en-US" sz="1900" b="1" dirty="0">
                <a:solidFill>
                  <a:srgbClr val="FBFFF4"/>
                </a:solidFill>
                <a:latin typeface="Poppins" pitchFamily="34" charset="0"/>
                <a:ea typeface="Poppins" pitchFamily="34" charset="-122"/>
                <a:cs typeface="Poppins" pitchFamily="34" charset="-120"/>
              </a:rPr>
              <a:t>Titel</a:t>
            </a:r>
            <a:endParaRPr lang="en-US" sz="1900" dirty="0"/>
          </a:p>
        </p:txBody>
      </p:sp>
      <p:sp>
        <p:nvSpPr>
          <p:cNvPr id="10" name="Shape 7"/>
          <p:cNvSpPr/>
          <p:nvPr/>
        </p:nvSpPr>
        <p:spPr>
          <a:xfrm>
            <a:off x="6583680" y="2011680"/>
            <a:ext cx="1463040" cy="822960"/>
          </a:xfrm>
          <a:prstGeom prst="rect">
            <a:avLst/>
          </a:prstGeom>
          <a:solidFill>
            <a:srgbClr val="B1FF37"/>
          </a:solidFill>
          <a:ln w="12700">
            <a:solidFill>
              <a:srgbClr val="B8D98A"/>
            </a:solidFill>
            <a:prstDash val="solid"/>
          </a:ln>
        </p:spPr>
      </p:sp>
      <p:sp>
        <p:nvSpPr>
          <p:cNvPr id="11" name="Text 8"/>
          <p:cNvSpPr txBox="1"/>
          <p:nvPr/>
        </p:nvSpPr>
        <p:spPr>
          <a:xfrm>
            <a:off x="6656832" y="2011680"/>
            <a:ext cx="135331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1</a:t>
            </a:r>
            <a:endParaRPr lang="en-US" sz="1900" dirty="0"/>
          </a:p>
        </p:txBody>
      </p:sp>
      <p:sp>
        <p:nvSpPr>
          <p:cNvPr id="12" name="Shape 9"/>
          <p:cNvSpPr/>
          <p:nvPr/>
        </p:nvSpPr>
        <p:spPr>
          <a:xfrm>
            <a:off x="8046720" y="2011680"/>
            <a:ext cx="3474720" cy="822960"/>
          </a:xfrm>
          <a:prstGeom prst="rect">
            <a:avLst/>
          </a:prstGeom>
          <a:solidFill>
            <a:srgbClr val="FBFFF4"/>
          </a:solidFill>
          <a:ln w="12700">
            <a:solidFill>
              <a:srgbClr val="B8D98A"/>
            </a:solidFill>
            <a:prstDash val="solid"/>
          </a:ln>
        </p:spPr>
      </p:sp>
      <p:sp>
        <p:nvSpPr>
          <p:cNvPr id="13" name="Text 10"/>
          <p:cNvSpPr txBox="1"/>
          <p:nvPr/>
        </p:nvSpPr>
        <p:spPr>
          <a:xfrm>
            <a:off x="8119872" y="2011680"/>
            <a:ext cx="336499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Der Drache</a:t>
            </a:r>
            <a:endParaRPr lang="en-US" sz="1900" dirty="0"/>
          </a:p>
        </p:txBody>
      </p:sp>
      <p:sp>
        <p:nvSpPr>
          <p:cNvPr id="14" name="Shape 11"/>
          <p:cNvSpPr/>
          <p:nvPr/>
        </p:nvSpPr>
        <p:spPr>
          <a:xfrm>
            <a:off x="6583680" y="2834640"/>
            <a:ext cx="1463040" cy="822960"/>
          </a:xfrm>
          <a:prstGeom prst="rect">
            <a:avLst/>
          </a:prstGeom>
          <a:solidFill>
            <a:srgbClr val="B1FF37"/>
          </a:solidFill>
          <a:ln w="12700">
            <a:solidFill>
              <a:srgbClr val="B8D98A"/>
            </a:solidFill>
            <a:prstDash val="solid"/>
          </a:ln>
        </p:spPr>
      </p:sp>
      <p:sp>
        <p:nvSpPr>
          <p:cNvPr id="15" name="Text 12"/>
          <p:cNvSpPr txBox="1"/>
          <p:nvPr/>
        </p:nvSpPr>
        <p:spPr>
          <a:xfrm>
            <a:off x="6656832" y="2834640"/>
            <a:ext cx="135331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2</a:t>
            </a:r>
            <a:endParaRPr lang="en-US" sz="1900" dirty="0"/>
          </a:p>
        </p:txBody>
      </p:sp>
      <p:sp>
        <p:nvSpPr>
          <p:cNvPr id="16" name="Shape 13"/>
          <p:cNvSpPr/>
          <p:nvPr/>
        </p:nvSpPr>
        <p:spPr>
          <a:xfrm>
            <a:off x="8046720" y="2834640"/>
            <a:ext cx="3474720" cy="822960"/>
          </a:xfrm>
          <a:prstGeom prst="rect">
            <a:avLst/>
          </a:prstGeom>
          <a:solidFill>
            <a:srgbClr val="FBFFF4"/>
          </a:solidFill>
          <a:ln w="12700">
            <a:solidFill>
              <a:srgbClr val="B8D98A"/>
            </a:solidFill>
            <a:prstDash val="solid"/>
          </a:ln>
        </p:spPr>
      </p:sp>
      <p:sp>
        <p:nvSpPr>
          <p:cNvPr id="17" name="Text 14"/>
          <p:cNvSpPr txBox="1"/>
          <p:nvPr/>
        </p:nvSpPr>
        <p:spPr>
          <a:xfrm>
            <a:off x="8119872" y="2834640"/>
            <a:ext cx="336499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Das Geheimnis</a:t>
            </a:r>
            <a:endParaRPr lang="en-US" sz="1900" dirty="0"/>
          </a:p>
        </p:txBody>
      </p:sp>
      <p:sp>
        <p:nvSpPr>
          <p:cNvPr id="18" name="Shape 15"/>
          <p:cNvSpPr/>
          <p:nvPr/>
        </p:nvSpPr>
        <p:spPr>
          <a:xfrm>
            <a:off x="6583680" y="3657600"/>
            <a:ext cx="1463040" cy="822960"/>
          </a:xfrm>
          <a:prstGeom prst="rect">
            <a:avLst/>
          </a:prstGeom>
          <a:solidFill>
            <a:srgbClr val="B1FF37"/>
          </a:solidFill>
          <a:ln w="12700">
            <a:solidFill>
              <a:srgbClr val="B8D98A"/>
            </a:solidFill>
            <a:prstDash val="solid"/>
          </a:ln>
        </p:spPr>
      </p:sp>
      <p:sp>
        <p:nvSpPr>
          <p:cNvPr id="19" name="Text 16"/>
          <p:cNvSpPr txBox="1"/>
          <p:nvPr/>
        </p:nvSpPr>
        <p:spPr>
          <a:xfrm>
            <a:off x="6656832" y="3657600"/>
            <a:ext cx="135331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3</a:t>
            </a:r>
            <a:endParaRPr lang="en-US" sz="1900" dirty="0"/>
          </a:p>
        </p:txBody>
      </p:sp>
      <p:sp>
        <p:nvSpPr>
          <p:cNvPr id="20" name="Shape 17"/>
          <p:cNvSpPr/>
          <p:nvPr/>
        </p:nvSpPr>
        <p:spPr>
          <a:xfrm>
            <a:off x="8046720" y="3657600"/>
            <a:ext cx="3474720" cy="822960"/>
          </a:xfrm>
          <a:prstGeom prst="rect">
            <a:avLst/>
          </a:prstGeom>
          <a:solidFill>
            <a:srgbClr val="FBFFF4"/>
          </a:solidFill>
          <a:ln w="12700">
            <a:solidFill>
              <a:srgbClr val="B8D98A"/>
            </a:solidFill>
            <a:prstDash val="solid"/>
          </a:ln>
        </p:spPr>
      </p:sp>
      <p:sp>
        <p:nvSpPr>
          <p:cNvPr id="21" name="Text 18"/>
          <p:cNvSpPr txBox="1"/>
          <p:nvPr/>
        </p:nvSpPr>
        <p:spPr>
          <a:xfrm>
            <a:off x="8119872" y="3657600"/>
            <a:ext cx="3364992" cy="822960"/>
          </a:xfrm>
          <a:prstGeom prst="rect">
            <a:avLst/>
          </a:prstGeom>
          <a:noFill/>
          <a:ln/>
        </p:spPr>
        <p:txBody>
          <a:bodyPr wrap="square" lIns="0" tIns="0" rIns="0" bIns="0" rtlCol="0" anchor="ctr"/>
          <a:lstStyle/>
          <a:p>
            <a:pPr indent="0" marL="0">
              <a:buNone/>
            </a:pPr>
            <a:r>
              <a:rPr lang="en-US" sz="1900" dirty="0">
                <a:solidFill>
                  <a:srgbClr val="0E1F0C"/>
                </a:solidFill>
                <a:latin typeface="Poppins" pitchFamily="34" charset="0"/>
                <a:ea typeface="Poppins" pitchFamily="34" charset="-122"/>
                <a:cs typeface="Poppins" pitchFamily="34" charset="-120"/>
              </a:rPr>
              <a:t>Die Insel</a:t>
            </a:r>
            <a:endParaRPr lang="en-US" sz="1900" dirty="0"/>
          </a:p>
        </p:txBody>
      </p:sp>
      <p:sp>
        <p:nvSpPr>
          <p:cNvPr id="22" name="Shape 19"/>
          <p:cNvSpPr/>
          <p:nvPr/>
        </p:nvSpPr>
        <p:spPr>
          <a:xfrm>
            <a:off x="6675120" y="4846320"/>
            <a:ext cx="411480" cy="411480"/>
          </a:xfrm>
          <a:prstGeom prst="ellipse">
            <a:avLst/>
          </a:prstGeom>
          <a:solidFill>
            <a:srgbClr val="B1FF37"/>
          </a:solidFill>
          <a:ln w="25400">
            <a:solidFill>
              <a:srgbClr val="12301A"/>
            </a:solidFill>
            <a:prstDash val="solid"/>
          </a:ln>
        </p:spPr>
      </p:sp>
      <p:sp>
        <p:nvSpPr>
          <p:cNvPr id="23" name="Shape 20"/>
          <p:cNvSpPr/>
          <p:nvPr/>
        </p:nvSpPr>
        <p:spPr>
          <a:xfrm>
            <a:off x="7086600" y="5052060"/>
            <a:ext cx="740664" cy="0"/>
          </a:xfrm>
          <a:prstGeom prst="line">
            <a:avLst/>
          </a:prstGeom>
          <a:noFill/>
          <a:ln w="38100">
            <a:solidFill>
              <a:srgbClr val="12301A"/>
            </a:solidFill>
            <a:prstDash val="solid"/>
          </a:ln>
        </p:spPr>
      </p:sp>
      <p:sp>
        <p:nvSpPr>
          <p:cNvPr id="24" name="Shape 21"/>
          <p:cNvSpPr/>
          <p:nvPr/>
        </p:nvSpPr>
        <p:spPr>
          <a:xfrm>
            <a:off x="7539228" y="5052060"/>
            <a:ext cx="0" cy="205740"/>
          </a:xfrm>
          <a:prstGeom prst="line">
            <a:avLst/>
          </a:prstGeom>
          <a:noFill/>
          <a:ln w="38100">
            <a:solidFill>
              <a:srgbClr val="12301A"/>
            </a:solidFill>
            <a:prstDash val="solid"/>
          </a:ln>
        </p:spPr>
      </p:sp>
      <p:sp>
        <p:nvSpPr>
          <p:cNvPr id="25" name="Shape 22"/>
          <p:cNvSpPr/>
          <p:nvPr/>
        </p:nvSpPr>
        <p:spPr>
          <a:xfrm>
            <a:off x="7744968" y="5052060"/>
            <a:ext cx="0" cy="164592"/>
          </a:xfrm>
          <a:prstGeom prst="line">
            <a:avLst/>
          </a:prstGeom>
          <a:noFill/>
          <a:ln w="38100">
            <a:solidFill>
              <a:srgbClr val="12301A"/>
            </a:solidFill>
            <a:prstDash val="solid"/>
          </a:ln>
        </p:spPr>
      </p:sp>
      <p:sp>
        <p:nvSpPr>
          <p:cNvPr id="26" name="Text 23"/>
          <p:cNvSpPr txBox="1"/>
          <p:nvPr/>
        </p:nvSpPr>
        <p:spPr>
          <a:xfrm>
            <a:off x="7955280" y="4892040"/>
            <a:ext cx="3566160" cy="45720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Nummer = Primärschlüssel</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Tabelle Schueler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0E1F0C"/>
                </a:solidFill>
                <a:latin typeface="Poppins" pitchFamily="34" charset="0"/>
                <a:ea typeface="Poppins" pitchFamily="34" charset="-122"/>
                <a:cs typeface="Poppins" pitchFamily="34" charset="-120"/>
              </a:rPr>
              <a:t>Die Tabelle </a:t>
            </a:r>
            <a:pPr indent="0" marL="0">
              <a:lnSpc>
                <a:spcPct val="105000"/>
              </a:lnSpc>
              <a:buNone/>
            </a:pPr>
            <a:r>
              <a:rPr lang="en-US" sz="4600" dirty="0">
                <a:solidFill>
                  <a:srgbClr val="26720A"/>
                </a:solidFill>
                <a:highlight>
                  <a:srgbClr val="B1FF37"/>
                </a:highlight>
                <a:latin typeface="Poppins" pitchFamily="34" charset="0"/>
                <a:ea typeface="Poppins" pitchFamily="34" charset="-122"/>
                <a:cs typeface="Poppins" pitchFamily="34" charset="-120"/>
              </a:rPr>
              <a:t>Schueler</a:t>
            </a:r>
            <a:endParaRPr lang="en-US" sz="46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SchuelerID, Name, Klasse.</a:t>
            </a:r>
            <a:endParaRPr lang="en-US" sz="1800" dirty="0"/>
          </a:p>
        </p:txBody>
      </p:sp>
      <p:sp>
        <p:nvSpPr>
          <p:cNvPr id="6" name="Shape 3"/>
          <p:cNvSpPr/>
          <p:nvPr/>
        </p:nvSpPr>
        <p:spPr>
          <a:xfrm>
            <a:off x="6583680" y="1188720"/>
            <a:ext cx="1463040" cy="822960"/>
          </a:xfrm>
          <a:prstGeom prst="rect">
            <a:avLst/>
          </a:prstGeom>
          <a:solidFill>
            <a:srgbClr val="12301A"/>
          </a:solidFill>
          <a:ln w="12700">
            <a:solidFill>
              <a:srgbClr val="B8D98A"/>
            </a:solidFill>
            <a:prstDash val="solid"/>
          </a:ln>
        </p:spPr>
      </p:sp>
      <p:sp>
        <p:nvSpPr>
          <p:cNvPr id="7" name="Text 4"/>
          <p:cNvSpPr txBox="1"/>
          <p:nvPr/>
        </p:nvSpPr>
        <p:spPr>
          <a:xfrm>
            <a:off x="6656832" y="1188720"/>
            <a:ext cx="1353312" cy="822960"/>
          </a:xfrm>
          <a:prstGeom prst="rect">
            <a:avLst/>
          </a:prstGeom>
          <a:noFill/>
          <a:ln/>
        </p:spPr>
        <p:txBody>
          <a:bodyPr wrap="square" lIns="0" tIns="0" rIns="0" bIns="0" rtlCol="0" anchor="ctr"/>
          <a:lstStyle/>
          <a:p>
            <a:pPr indent="0" marL="0">
              <a:buNone/>
            </a:pPr>
            <a:r>
              <a:rPr lang="en-US" sz="1800" b="1" dirty="0">
                <a:solidFill>
                  <a:srgbClr val="FBFFF4"/>
                </a:solidFill>
                <a:latin typeface="Poppins" pitchFamily="34" charset="0"/>
                <a:ea typeface="Poppins" pitchFamily="34" charset="-122"/>
                <a:cs typeface="Poppins" pitchFamily="34" charset="-120"/>
              </a:rPr>
              <a:t>SchuelerID</a:t>
            </a:r>
            <a:endParaRPr lang="en-US" sz="1800" dirty="0"/>
          </a:p>
        </p:txBody>
      </p:sp>
      <p:sp>
        <p:nvSpPr>
          <p:cNvPr id="8" name="Shape 5"/>
          <p:cNvSpPr/>
          <p:nvPr/>
        </p:nvSpPr>
        <p:spPr>
          <a:xfrm>
            <a:off x="8046720" y="1188720"/>
            <a:ext cx="2103120" cy="822960"/>
          </a:xfrm>
          <a:prstGeom prst="rect">
            <a:avLst/>
          </a:prstGeom>
          <a:solidFill>
            <a:srgbClr val="12301A"/>
          </a:solidFill>
          <a:ln w="12700">
            <a:solidFill>
              <a:srgbClr val="B8D98A"/>
            </a:solidFill>
            <a:prstDash val="solid"/>
          </a:ln>
        </p:spPr>
      </p:sp>
      <p:sp>
        <p:nvSpPr>
          <p:cNvPr id="9" name="Text 6"/>
          <p:cNvSpPr txBox="1"/>
          <p:nvPr/>
        </p:nvSpPr>
        <p:spPr>
          <a:xfrm>
            <a:off x="8119872" y="1188720"/>
            <a:ext cx="1993392" cy="822960"/>
          </a:xfrm>
          <a:prstGeom prst="rect">
            <a:avLst/>
          </a:prstGeom>
          <a:noFill/>
          <a:ln/>
        </p:spPr>
        <p:txBody>
          <a:bodyPr wrap="square" lIns="0" tIns="0" rIns="0" bIns="0" rtlCol="0" anchor="ctr"/>
          <a:lstStyle/>
          <a:p>
            <a:pPr indent="0" marL="0">
              <a:buNone/>
            </a:pPr>
            <a:r>
              <a:rPr lang="en-US" sz="1800" b="1" dirty="0">
                <a:solidFill>
                  <a:srgbClr val="FBFFF4"/>
                </a:solidFill>
                <a:latin typeface="Poppins" pitchFamily="34" charset="0"/>
                <a:ea typeface="Poppins" pitchFamily="34" charset="-122"/>
                <a:cs typeface="Poppins" pitchFamily="34" charset="-120"/>
              </a:rPr>
              <a:t>Name</a:t>
            </a:r>
            <a:endParaRPr lang="en-US" sz="1800" dirty="0"/>
          </a:p>
        </p:txBody>
      </p:sp>
      <p:sp>
        <p:nvSpPr>
          <p:cNvPr id="10" name="Shape 7"/>
          <p:cNvSpPr/>
          <p:nvPr/>
        </p:nvSpPr>
        <p:spPr>
          <a:xfrm>
            <a:off x="10149840" y="1188720"/>
            <a:ext cx="1371600" cy="822960"/>
          </a:xfrm>
          <a:prstGeom prst="rect">
            <a:avLst/>
          </a:prstGeom>
          <a:solidFill>
            <a:srgbClr val="12301A"/>
          </a:solidFill>
          <a:ln w="12700">
            <a:solidFill>
              <a:srgbClr val="B8D98A"/>
            </a:solidFill>
            <a:prstDash val="solid"/>
          </a:ln>
        </p:spPr>
      </p:sp>
      <p:sp>
        <p:nvSpPr>
          <p:cNvPr id="11" name="Text 8"/>
          <p:cNvSpPr txBox="1"/>
          <p:nvPr/>
        </p:nvSpPr>
        <p:spPr>
          <a:xfrm>
            <a:off x="10222992" y="1188720"/>
            <a:ext cx="1261872" cy="822960"/>
          </a:xfrm>
          <a:prstGeom prst="rect">
            <a:avLst/>
          </a:prstGeom>
          <a:noFill/>
          <a:ln/>
        </p:spPr>
        <p:txBody>
          <a:bodyPr wrap="square" lIns="0" tIns="0" rIns="0" bIns="0" rtlCol="0" anchor="ctr"/>
          <a:lstStyle/>
          <a:p>
            <a:pPr indent="0" marL="0">
              <a:buNone/>
            </a:pPr>
            <a:r>
              <a:rPr lang="en-US" sz="1800" b="1" dirty="0">
                <a:solidFill>
                  <a:srgbClr val="FBFFF4"/>
                </a:solidFill>
                <a:latin typeface="Poppins" pitchFamily="34" charset="0"/>
                <a:ea typeface="Poppins" pitchFamily="34" charset="-122"/>
                <a:cs typeface="Poppins" pitchFamily="34" charset="-120"/>
              </a:rPr>
              <a:t>Klasse</a:t>
            </a:r>
            <a:endParaRPr lang="en-US" sz="1800" dirty="0"/>
          </a:p>
        </p:txBody>
      </p:sp>
      <p:sp>
        <p:nvSpPr>
          <p:cNvPr id="12" name="Shape 9"/>
          <p:cNvSpPr/>
          <p:nvPr/>
        </p:nvSpPr>
        <p:spPr>
          <a:xfrm>
            <a:off x="6583680" y="2011680"/>
            <a:ext cx="1463040" cy="822960"/>
          </a:xfrm>
          <a:prstGeom prst="rect">
            <a:avLst/>
          </a:prstGeom>
          <a:solidFill>
            <a:srgbClr val="B1FF37"/>
          </a:solidFill>
          <a:ln w="12700">
            <a:solidFill>
              <a:srgbClr val="B8D98A"/>
            </a:solidFill>
            <a:prstDash val="solid"/>
          </a:ln>
        </p:spPr>
      </p:sp>
      <p:sp>
        <p:nvSpPr>
          <p:cNvPr id="13" name="Text 10"/>
          <p:cNvSpPr txBox="1"/>
          <p:nvPr/>
        </p:nvSpPr>
        <p:spPr>
          <a:xfrm>
            <a:off x="6656832" y="2011680"/>
            <a:ext cx="135331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1</a:t>
            </a:r>
            <a:endParaRPr lang="en-US" sz="1800" dirty="0"/>
          </a:p>
        </p:txBody>
      </p:sp>
      <p:sp>
        <p:nvSpPr>
          <p:cNvPr id="14" name="Shape 11"/>
          <p:cNvSpPr/>
          <p:nvPr/>
        </p:nvSpPr>
        <p:spPr>
          <a:xfrm>
            <a:off x="8046720" y="2011680"/>
            <a:ext cx="2103120" cy="822960"/>
          </a:xfrm>
          <a:prstGeom prst="rect">
            <a:avLst/>
          </a:prstGeom>
          <a:solidFill>
            <a:srgbClr val="FBFFF4"/>
          </a:solidFill>
          <a:ln w="12700">
            <a:solidFill>
              <a:srgbClr val="B8D98A"/>
            </a:solidFill>
            <a:prstDash val="solid"/>
          </a:ln>
        </p:spPr>
      </p:sp>
      <p:sp>
        <p:nvSpPr>
          <p:cNvPr id="15" name="Text 12"/>
          <p:cNvSpPr txBox="1"/>
          <p:nvPr/>
        </p:nvSpPr>
        <p:spPr>
          <a:xfrm>
            <a:off x="8119872" y="2011680"/>
            <a:ext cx="199339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Anna Huber</a:t>
            </a:r>
            <a:endParaRPr lang="en-US" sz="1800" dirty="0"/>
          </a:p>
        </p:txBody>
      </p:sp>
      <p:sp>
        <p:nvSpPr>
          <p:cNvPr id="16" name="Shape 13"/>
          <p:cNvSpPr/>
          <p:nvPr/>
        </p:nvSpPr>
        <p:spPr>
          <a:xfrm>
            <a:off x="10149840" y="2011680"/>
            <a:ext cx="1371600" cy="822960"/>
          </a:xfrm>
          <a:prstGeom prst="rect">
            <a:avLst/>
          </a:prstGeom>
          <a:solidFill>
            <a:srgbClr val="FBFFF4"/>
          </a:solidFill>
          <a:ln w="12700">
            <a:solidFill>
              <a:srgbClr val="B8D98A"/>
            </a:solidFill>
            <a:prstDash val="solid"/>
          </a:ln>
        </p:spPr>
      </p:sp>
      <p:sp>
        <p:nvSpPr>
          <p:cNvPr id="17" name="Text 14"/>
          <p:cNvSpPr txBox="1"/>
          <p:nvPr/>
        </p:nvSpPr>
        <p:spPr>
          <a:xfrm>
            <a:off x="10222992" y="2011680"/>
            <a:ext cx="126187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2b</a:t>
            </a:r>
            <a:endParaRPr lang="en-US" sz="1800" dirty="0"/>
          </a:p>
        </p:txBody>
      </p:sp>
      <p:sp>
        <p:nvSpPr>
          <p:cNvPr id="18" name="Shape 15"/>
          <p:cNvSpPr/>
          <p:nvPr/>
        </p:nvSpPr>
        <p:spPr>
          <a:xfrm>
            <a:off x="6583680" y="2834640"/>
            <a:ext cx="1463040" cy="822960"/>
          </a:xfrm>
          <a:prstGeom prst="rect">
            <a:avLst/>
          </a:prstGeom>
          <a:solidFill>
            <a:srgbClr val="B1FF37"/>
          </a:solidFill>
          <a:ln w="12700">
            <a:solidFill>
              <a:srgbClr val="B8D98A"/>
            </a:solidFill>
            <a:prstDash val="solid"/>
          </a:ln>
        </p:spPr>
      </p:sp>
      <p:sp>
        <p:nvSpPr>
          <p:cNvPr id="19" name="Text 16"/>
          <p:cNvSpPr txBox="1"/>
          <p:nvPr/>
        </p:nvSpPr>
        <p:spPr>
          <a:xfrm>
            <a:off x="6656832" y="2834640"/>
            <a:ext cx="135331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2</a:t>
            </a:r>
            <a:endParaRPr lang="en-US" sz="1800" dirty="0"/>
          </a:p>
        </p:txBody>
      </p:sp>
      <p:sp>
        <p:nvSpPr>
          <p:cNvPr id="20" name="Shape 17"/>
          <p:cNvSpPr/>
          <p:nvPr/>
        </p:nvSpPr>
        <p:spPr>
          <a:xfrm>
            <a:off x="8046720" y="2834640"/>
            <a:ext cx="2103120" cy="822960"/>
          </a:xfrm>
          <a:prstGeom prst="rect">
            <a:avLst/>
          </a:prstGeom>
          <a:solidFill>
            <a:srgbClr val="FBFFF4"/>
          </a:solidFill>
          <a:ln w="12700">
            <a:solidFill>
              <a:srgbClr val="B8D98A"/>
            </a:solidFill>
            <a:prstDash val="solid"/>
          </a:ln>
        </p:spPr>
      </p:sp>
      <p:sp>
        <p:nvSpPr>
          <p:cNvPr id="21" name="Text 18"/>
          <p:cNvSpPr txBox="1"/>
          <p:nvPr/>
        </p:nvSpPr>
        <p:spPr>
          <a:xfrm>
            <a:off x="8119872" y="2834640"/>
            <a:ext cx="199339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Max Gruber</a:t>
            </a:r>
            <a:endParaRPr lang="en-US" sz="1800" dirty="0"/>
          </a:p>
        </p:txBody>
      </p:sp>
      <p:sp>
        <p:nvSpPr>
          <p:cNvPr id="22" name="Shape 19"/>
          <p:cNvSpPr/>
          <p:nvPr/>
        </p:nvSpPr>
        <p:spPr>
          <a:xfrm>
            <a:off x="10149840" y="2834640"/>
            <a:ext cx="1371600" cy="822960"/>
          </a:xfrm>
          <a:prstGeom prst="rect">
            <a:avLst/>
          </a:prstGeom>
          <a:solidFill>
            <a:srgbClr val="FBFFF4"/>
          </a:solidFill>
          <a:ln w="12700">
            <a:solidFill>
              <a:srgbClr val="B8D98A"/>
            </a:solidFill>
            <a:prstDash val="solid"/>
          </a:ln>
        </p:spPr>
      </p:sp>
      <p:sp>
        <p:nvSpPr>
          <p:cNvPr id="23" name="Text 20"/>
          <p:cNvSpPr txBox="1"/>
          <p:nvPr/>
        </p:nvSpPr>
        <p:spPr>
          <a:xfrm>
            <a:off x="10222992" y="2834640"/>
            <a:ext cx="126187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2a</a:t>
            </a:r>
            <a:endParaRPr lang="en-US" sz="1800" dirty="0"/>
          </a:p>
        </p:txBody>
      </p:sp>
      <p:sp>
        <p:nvSpPr>
          <p:cNvPr id="24" name="Shape 21"/>
          <p:cNvSpPr/>
          <p:nvPr/>
        </p:nvSpPr>
        <p:spPr>
          <a:xfrm>
            <a:off x="6583680" y="3657600"/>
            <a:ext cx="1463040" cy="822960"/>
          </a:xfrm>
          <a:prstGeom prst="rect">
            <a:avLst/>
          </a:prstGeom>
          <a:solidFill>
            <a:srgbClr val="B1FF37"/>
          </a:solidFill>
          <a:ln w="12700">
            <a:solidFill>
              <a:srgbClr val="B8D98A"/>
            </a:solidFill>
            <a:prstDash val="solid"/>
          </a:ln>
        </p:spPr>
      </p:sp>
      <p:sp>
        <p:nvSpPr>
          <p:cNvPr id="25" name="Text 22"/>
          <p:cNvSpPr txBox="1"/>
          <p:nvPr/>
        </p:nvSpPr>
        <p:spPr>
          <a:xfrm>
            <a:off x="6656832" y="3657600"/>
            <a:ext cx="135331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3</a:t>
            </a:r>
            <a:endParaRPr lang="en-US" sz="1800" dirty="0"/>
          </a:p>
        </p:txBody>
      </p:sp>
      <p:sp>
        <p:nvSpPr>
          <p:cNvPr id="26" name="Shape 23"/>
          <p:cNvSpPr/>
          <p:nvPr/>
        </p:nvSpPr>
        <p:spPr>
          <a:xfrm>
            <a:off x="8046720" y="3657600"/>
            <a:ext cx="2103120" cy="822960"/>
          </a:xfrm>
          <a:prstGeom prst="rect">
            <a:avLst/>
          </a:prstGeom>
          <a:solidFill>
            <a:srgbClr val="FBFFF4"/>
          </a:solidFill>
          <a:ln w="12700">
            <a:solidFill>
              <a:srgbClr val="B8D98A"/>
            </a:solidFill>
            <a:prstDash val="solid"/>
          </a:ln>
        </p:spPr>
      </p:sp>
      <p:sp>
        <p:nvSpPr>
          <p:cNvPr id="27" name="Text 24"/>
          <p:cNvSpPr txBox="1"/>
          <p:nvPr/>
        </p:nvSpPr>
        <p:spPr>
          <a:xfrm>
            <a:off x="8119872" y="3657600"/>
            <a:ext cx="199339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Lea Maier</a:t>
            </a:r>
            <a:endParaRPr lang="en-US" sz="1800" dirty="0"/>
          </a:p>
        </p:txBody>
      </p:sp>
      <p:sp>
        <p:nvSpPr>
          <p:cNvPr id="28" name="Shape 25"/>
          <p:cNvSpPr/>
          <p:nvPr/>
        </p:nvSpPr>
        <p:spPr>
          <a:xfrm>
            <a:off x="10149840" y="3657600"/>
            <a:ext cx="1371600" cy="822960"/>
          </a:xfrm>
          <a:prstGeom prst="rect">
            <a:avLst/>
          </a:prstGeom>
          <a:solidFill>
            <a:srgbClr val="FBFFF4"/>
          </a:solidFill>
          <a:ln w="12700">
            <a:solidFill>
              <a:srgbClr val="B8D98A"/>
            </a:solidFill>
            <a:prstDash val="solid"/>
          </a:ln>
        </p:spPr>
      </p:sp>
      <p:sp>
        <p:nvSpPr>
          <p:cNvPr id="29" name="Text 26"/>
          <p:cNvSpPr txBox="1"/>
          <p:nvPr/>
        </p:nvSpPr>
        <p:spPr>
          <a:xfrm>
            <a:off x="10222992" y="3657600"/>
            <a:ext cx="1261872" cy="822960"/>
          </a:xfrm>
          <a:prstGeom prst="rect">
            <a:avLst/>
          </a:prstGeom>
          <a:noFill/>
          <a:ln/>
        </p:spPr>
        <p:txBody>
          <a:bodyPr wrap="square" lIns="0" tIns="0" rIns="0" bIns="0" rtlCol="0" anchor="ctr"/>
          <a:lstStyle/>
          <a:p>
            <a:pPr indent="0" marL="0">
              <a:buNone/>
            </a:pPr>
            <a:r>
              <a:rPr lang="en-US" sz="1800" dirty="0">
                <a:solidFill>
                  <a:srgbClr val="0E1F0C"/>
                </a:solidFill>
                <a:latin typeface="Poppins" pitchFamily="34" charset="0"/>
                <a:ea typeface="Poppins" pitchFamily="34" charset="-122"/>
                <a:cs typeface="Poppins" pitchFamily="34" charset="-120"/>
              </a:rPr>
              <a:t>2b</a:t>
            </a:r>
            <a:endParaRPr lang="en-US" sz="1800" dirty="0"/>
          </a:p>
        </p:txBody>
      </p:sp>
      <p:sp>
        <p:nvSpPr>
          <p:cNvPr id="30" name="Shape 27"/>
          <p:cNvSpPr/>
          <p:nvPr/>
        </p:nvSpPr>
        <p:spPr>
          <a:xfrm>
            <a:off x="6675120" y="4846320"/>
            <a:ext cx="411480" cy="411480"/>
          </a:xfrm>
          <a:prstGeom prst="ellipse">
            <a:avLst/>
          </a:prstGeom>
          <a:solidFill>
            <a:srgbClr val="B1FF37"/>
          </a:solidFill>
          <a:ln w="25400">
            <a:solidFill>
              <a:srgbClr val="12301A"/>
            </a:solidFill>
            <a:prstDash val="solid"/>
          </a:ln>
        </p:spPr>
      </p:sp>
      <p:sp>
        <p:nvSpPr>
          <p:cNvPr id="31" name="Shape 28"/>
          <p:cNvSpPr/>
          <p:nvPr/>
        </p:nvSpPr>
        <p:spPr>
          <a:xfrm>
            <a:off x="7086600" y="5052060"/>
            <a:ext cx="740664" cy="0"/>
          </a:xfrm>
          <a:prstGeom prst="line">
            <a:avLst/>
          </a:prstGeom>
          <a:noFill/>
          <a:ln w="38100">
            <a:solidFill>
              <a:srgbClr val="12301A"/>
            </a:solidFill>
            <a:prstDash val="solid"/>
          </a:ln>
        </p:spPr>
      </p:sp>
      <p:sp>
        <p:nvSpPr>
          <p:cNvPr id="32" name="Shape 29"/>
          <p:cNvSpPr/>
          <p:nvPr/>
        </p:nvSpPr>
        <p:spPr>
          <a:xfrm>
            <a:off x="7539228" y="5052060"/>
            <a:ext cx="0" cy="205740"/>
          </a:xfrm>
          <a:prstGeom prst="line">
            <a:avLst/>
          </a:prstGeom>
          <a:noFill/>
          <a:ln w="38100">
            <a:solidFill>
              <a:srgbClr val="12301A"/>
            </a:solidFill>
            <a:prstDash val="solid"/>
          </a:ln>
        </p:spPr>
      </p:sp>
      <p:sp>
        <p:nvSpPr>
          <p:cNvPr id="33" name="Shape 30"/>
          <p:cNvSpPr/>
          <p:nvPr/>
        </p:nvSpPr>
        <p:spPr>
          <a:xfrm>
            <a:off x="7744968" y="5052060"/>
            <a:ext cx="0" cy="164592"/>
          </a:xfrm>
          <a:prstGeom prst="line">
            <a:avLst/>
          </a:prstGeom>
          <a:noFill/>
          <a:ln w="38100">
            <a:solidFill>
              <a:srgbClr val="12301A"/>
            </a:solidFill>
            <a:prstDash val="solid"/>
          </a:ln>
        </p:spPr>
      </p:sp>
      <p:sp>
        <p:nvSpPr>
          <p:cNvPr id="34" name="Text 31"/>
          <p:cNvSpPr txBox="1"/>
          <p:nvPr/>
        </p:nvSpPr>
        <p:spPr>
          <a:xfrm>
            <a:off x="7955280" y="4892040"/>
            <a:ext cx="3566160" cy="45720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SchuelerID = Primärschlüssel</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Tabelle Ausleihe</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0E1F0C"/>
                </a:solidFill>
                <a:latin typeface="Poppins" pitchFamily="34" charset="0"/>
                <a:ea typeface="Poppins" pitchFamily="34" charset="-122"/>
                <a:cs typeface="Poppins" pitchFamily="34" charset="-120"/>
              </a:rPr>
              <a:t>Die Tabelle </a:t>
            </a:r>
            <a:pPr indent="0" marL="0">
              <a:lnSpc>
                <a:spcPct val="105000"/>
              </a:lnSpc>
              <a:buNone/>
            </a:pPr>
            <a:r>
              <a:rPr lang="en-US" sz="4600" dirty="0">
                <a:solidFill>
                  <a:srgbClr val="26720A"/>
                </a:solidFill>
                <a:highlight>
                  <a:srgbClr val="B1FF37"/>
                </a:highlight>
                <a:latin typeface="Poppins" pitchFamily="34" charset="0"/>
                <a:ea typeface="Poppins" pitchFamily="34" charset="-122"/>
                <a:cs typeface="Poppins" pitchFamily="34" charset="-120"/>
              </a:rPr>
              <a:t>Ausleihe</a:t>
            </a:r>
            <a:endParaRPr lang="en-US" sz="46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AusleiheID, BuchNummer, SchuelerID.</a:t>
            </a:r>
            <a:endParaRPr lang="en-US" sz="1800" dirty="0"/>
          </a:p>
        </p:txBody>
      </p:sp>
      <p:sp>
        <p:nvSpPr>
          <p:cNvPr id="6" name="Shape 3"/>
          <p:cNvSpPr/>
          <p:nvPr/>
        </p:nvSpPr>
        <p:spPr>
          <a:xfrm>
            <a:off x="6583680" y="1188720"/>
            <a:ext cx="1645920" cy="822960"/>
          </a:xfrm>
          <a:prstGeom prst="rect">
            <a:avLst/>
          </a:prstGeom>
          <a:solidFill>
            <a:srgbClr val="12301A"/>
          </a:solidFill>
          <a:ln w="12700">
            <a:solidFill>
              <a:srgbClr val="B8D98A"/>
            </a:solidFill>
            <a:prstDash val="solid"/>
          </a:ln>
        </p:spPr>
      </p:sp>
      <p:sp>
        <p:nvSpPr>
          <p:cNvPr id="7" name="Text 4"/>
          <p:cNvSpPr txBox="1"/>
          <p:nvPr/>
        </p:nvSpPr>
        <p:spPr>
          <a:xfrm>
            <a:off x="6656832" y="1188720"/>
            <a:ext cx="1536192" cy="822960"/>
          </a:xfrm>
          <a:prstGeom prst="rect">
            <a:avLst/>
          </a:prstGeom>
          <a:noFill/>
          <a:ln/>
        </p:spPr>
        <p:txBody>
          <a:bodyPr wrap="square" lIns="0" tIns="0" rIns="0" bIns="0" rtlCol="0" anchor="ctr"/>
          <a:lstStyle/>
          <a:p>
            <a:pPr indent="0" marL="0">
              <a:buNone/>
            </a:pPr>
            <a:r>
              <a:rPr lang="en-US" sz="1700" b="1" dirty="0">
                <a:solidFill>
                  <a:srgbClr val="FBFFF4"/>
                </a:solidFill>
                <a:latin typeface="Poppins" pitchFamily="34" charset="0"/>
                <a:ea typeface="Poppins" pitchFamily="34" charset="-122"/>
                <a:cs typeface="Poppins" pitchFamily="34" charset="-120"/>
              </a:rPr>
              <a:t>AusleiheID</a:t>
            </a:r>
            <a:endParaRPr lang="en-US" sz="1700" dirty="0"/>
          </a:p>
        </p:txBody>
      </p:sp>
      <p:sp>
        <p:nvSpPr>
          <p:cNvPr id="8" name="Shape 5"/>
          <p:cNvSpPr/>
          <p:nvPr/>
        </p:nvSpPr>
        <p:spPr>
          <a:xfrm>
            <a:off x="8229600" y="1188720"/>
            <a:ext cx="1645920" cy="822960"/>
          </a:xfrm>
          <a:prstGeom prst="rect">
            <a:avLst/>
          </a:prstGeom>
          <a:solidFill>
            <a:srgbClr val="12301A"/>
          </a:solidFill>
          <a:ln w="12700">
            <a:solidFill>
              <a:srgbClr val="B8D98A"/>
            </a:solidFill>
            <a:prstDash val="solid"/>
          </a:ln>
        </p:spPr>
      </p:sp>
      <p:sp>
        <p:nvSpPr>
          <p:cNvPr id="9" name="Text 6"/>
          <p:cNvSpPr txBox="1"/>
          <p:nvPr/>
        </p:nvSpPr>
        <p:spPr>
          <a:xfrm>
            <a:off x="8302752" y="1188720"/>
            <a:ext cx="1536192" cy="822960"/>
          </a:xfrm>
          <a:prstGeom prst="rect">
            <a:avLst/>
          </a:prstGeom>
          <a:noFill/>
          <a:ln/>
        </p:spPr>
        <p:txBody>
          <a:bodyPr wrap="square" lIns="0" tIns="0" rIns="0" bIns="0" rtlCol="0" anchor="ctr"/>
          <a:lstStyle/>
          <a:p>
            <a:pPr indent="0" marL="0">
              <a:buNone/>
            </a:pPr>
            <a:r>
              <a:rPr lang="en-US" sz="1700" b="1" dirty="0">
                <a:solidFill>
                  <a:srgbClr val="FBFFF4"/>
                </a:solidFill>
                <a:latin typeface="Poppins" pitchFamily="34" charset="0"/>
                <a:ea typeface="Poppins" pitchFamily="34" charset="-122"/>
                <a:cs typeface="Poppins" pitchFamily="34" charset="-120"/>
              </a:rPr>
              <a:t>BuchNummer</a:t>
            </a:r>
            <a:endParaRPr lang="en-US" sz="1700" dirty="0"/>
          </a:p>
        </p:txBody>
      </p:sp>
      <p:sp>
        <p:nvSpPr>
          <p:cNvPr id="10" name="Shape 7"/>
          <p:cNvSpPr/>
          <p:nvPr/>
        </p:nvSpPr>
        <p:spPr>
          <a:xfrm>
            <a:off x="9875520" y="1188720"/>
            <a:ext cx="1645920" cy="822960"/>
          </a:xfrm>
          <a:prstGeom prst="rect">
            <a:avLst/>
          </a:prstGeom>
          <a:solidFill>
            <a:srgbClr val="12301A"/>
          </a:solidFill>
          <a:ln w="12700">
            <a:solidFill>
              <a:srgbClr val="B8D98A"/>
            </a:solidFill>
            <a:prstDash val="solid"/>
          </a:ln>
        </p:spPr>
      </p:sp>
      <p:sp>
        <p:nvSpPr>
          <p:cNvPr id="11" name="Text 8"/>
          <p:cNvSpPr txBox="1"/>
          <p:nvPr/>
        </p:nvSpPr>
        <p:spPr>
          <a:xfrm>
            <a:off x="9948672" y="1188720"/>
            <a:ext cx="1536192" cy="822960"/>
          </a:xfrm>
          <a:prstGeom prst="rect">
            <a:avLst/>
          </a:prstGeom>
          <a:noFill/>
          <a:ln/>
        </p:spPr>
        <p:txBody>
          <a:bodyPr wrap="square" lIns="0" tIns="0" rIns="0" bIns="0" rtlCol="0" anchor="ctr"/>
          <a:lstStyle/>
          <a:p>
            <a:pPr indent="0" marL="0">
              <a:buNone/>
            </a:pPr>
            <a:r>
              <a:rPr lang="en-US" sz="1700" b="1" dirty="0">
                <a:solidFill>
                  <a:srgbClr val="FBFFF4"/>
                </a:solidFill>
                <a:latin typeface="Poppins" pitchFamily="34" charset="0"/>
                <a:ea typeface="Poppins" pitchFamily="34" charset="-122"/>
                <a:cs typeface="Poppins" pitchFamily="34" charset="-120"/>
              </a:rPr>
              <a:t>SchuelerID</a:t>
            </a:r>
            <a:endParaRPr lang="en-US" sz="1700" dirty="0"/>
          </a:p>
        </p:txBody>
      </p:sp>
      <p:sp>
        <p:nvSpPr>
          <p:cNvPr id="12" name="Shape 9"/>
          <p:cNvSpPr/>
          <p:nvPr/>
        </p:nvSpPr>
        <p:spPr>
          <a:xfrm>
            <a:off x="6583680" y="2011680"/>
            <a:ext cx="1645920" cy="822960"/>
          </a:xfrm>
          <a:prstGeom prst="rect">
            <a:avLst/>
          </a:prstGeom>
          <a:solidFill>
            <a:srgbClr val="FBFFF4"/>
          </a:solidFill>
          <a:ln w="12700">
            <a:solidFill>
              <a:srgbClr val="B8D98A"/>
            </a:solidFill>
            <a:prstDash val="solid"/>
          </a:ln>
        </p:spPr>
      </p:sp>
      <p:sp>
        <p:nvSpPr>
          <p:cNvPr id="13" name="Text 10"/>
          <p:cNvSpPr txBox="1"/>
          <p:nvPr/>
        </p:nvSpPr>
        <p:spPr>
          <a:xfrm>
            <a:off x="6656832" y="201168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1</a:t>
            </a:r>
            <a:endParaRPr lang="en-US" sz="1700" dirty="0"/>
          </a:p>
        </p:txBody>
      </p:sp>
      <p:sp>
        <p:nvSpPr>
          <p:cNvPr id="14" name="Shape 11"/>
          <p:cNvSpPr/>
          <p:nvPr/>
        </p:nvSpPr>
        <p:spPr>
          <a:xfrm>
            <a:off x="8229600" y="2011680"/>
            <a:ext cx="1645920" cy="822960"/>
          </a:xfrm>
          <a:prstGeom prst="rect">
            <a:avLst/>
          </a:prstGeom>
          <a:solidFill>
            <a:srgbClr val="FBFFF4"/>
          </a:solidFill>
          <a:ln w="12700">
            <a:solidFill>
              <a:srgbClr val="B8D98A"/>
            </a:solidFill>
            <a:prstDash val="solid"/>
          </a:ln>
        </p:spPr>
      </p:sp>
      <p:sp>
        <p:nvSpPr>
          <p:cNvPr id="15" name="Text 12"/>
          <p:cNvSpPr txBox="1"/>
          <p:nvPr/>
        </p:nvSpPr>
        <p:spPr>
          <a:xfrm>
            <a:off x="8302752" y="201168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3</a:t>
            </a:r>
            <a:endParaRPr lang="en-US" sz="1700" dirty="0"/>
          </a:p>
        </p:txBody>
      </p:sp>
      <p:sp>
        <p:nvSpPr>
          <p:cNvPr id="16" name="Shape 13"/>
          <p:cNvSpPr/>
          <p:nvPr/>
        </p:nvSpPr>
        <p:spPr>
          <a:xfrm>
            <a:off x="9875520" y="2011680"/>
            <a:ext cx="1645920" cy="822960"/>
          </a:xfrm>
          <a:prstGeom prst="rect">
            <a:avLst/>
          </a:prstGeom>
          <a:solidFill>
            <a:srgbClr val="FBFFF4"/>
          </a:solidFill>
          <a:ln w="12700">
            <a:solidFill>
              <a:srgbClr val="B8D98A"/>
            </a:solidFill>
            <a:prstDash val="solid"/>
          </a:ln>
        </p:spPr>
      </p:sp>
      <p:sp>
        <p:nvSpPr>
          <p:cNvPr id="17" name="Text 14"/>
          <p:cNvSpPr txBox="1"/>
          <p:nvPr/>
        </p:nvSpPr>
        <p:spPr>
          <a:xfrm>
            <a:off x="9948672" y="201168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1</a:t>
            </a:r>
            <a:endParaRPr lang="en-US" sz="1700" dirty="0"/>
          </a:p>
        </p:txBody>
      </p:sp>
      <p:sp>
        <p:nvSpPr>
          <p:cNvPr id="18" name="Shape 15"/>
          <p:cNvSpPr/>
          <p:nvPr/>
        </p:nvSpPr>
        <p:spPr>
          <a:xfrm>
            <a:off x="6583680" y="2834640"/>
            <a:ext cx="1645920" cy="822960"/>
          </a:xfrm>
          <a:prstGeom prst="rect">
            <a:avLst/>
          </a:prstGeom>
          <a:solidFill>
            <a:srgbClr val="FBFFF4"/>
          </a:solidFill>
          <a:ln w="12700">
            <a:solidFill>
              <a:srgbClr val="B8D98A"/>
            </a:solidFill>
            <a:prstDash val="solid"/>
          </a:ln>
        </p:spPr>
      </p:sp>
      <p:sp>
        <p:nvSpPr>
          <p:cNvPr id="19" name="Text 16"/>
          <p:cNvSpPr txBox="1"/>
          <p:nvPr/>
        </p:nvSpPr>
        <p:spPr>
          <a:xfrm>
            <a:off x="6656832" y="283464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2</a:t>
            </a:r>
            <a:endParaRPr lang="en-US" sz="1700" dirty="0"/>
          </a:p>
        </p:txBody>
      </p:sp>
      <p:sp>
        <p:nvSpPr>
          <p:cNvPr id="20" name="Shape 17"/>
          <p:cNvSpPr/>
          <p:nvPr/>
        </p:nvSpPr>
        <p:spPr>
          <a:xfrm>
            <a:off x="8229600" y="2834640"/>
            <a:ext cx="1645920" cy="822960"/>
          </a:xfrm>
          <a:prstGeom prst="rect">
            <a:avLst/>
          </a:prstGeom>
          <a:solidFill>
            <a:srgbClr val="FBFFF4"/>
          </a:solidFill>
          <a:ln w="12700">
            <a:solidFill>
              <a:srgbClr val="B8D98A"/>
            </a:solidFill>
            <a:prstDash val="solid"/>
          </a:ln>
        </p:spPr>
      </p:sp>
      <p:sp>
        <p:nvSpPr>
          <p:cNvPr id="21" name="Text 18"/>
          <p:cNvSpPr txBox="1"/>
          <p:nvPr/>
        </p:nvSpPr>
        <p:spPr>
          <a:xfrm>
            <a:off x="8302752" y="283464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1</a:t>
            </a:r>
            <a:endParaRPr lang="en-US" sz="1700" dirty="0"/>
          </a:p>
        </p:txBody>
      </p:sp>
      <p:sp>
        <p:nvSpPr>
          <p:cNvPr id="22" name="Shape 19"/>
          <p:cNvSpPr/>
          <p:nvPr/>
        </p:nvSpPr>
        <p:spPr>
          <a:xfrm>
            <a:off x="9875520" y="2834640"/>
            <a:ext cx="1645920" cy="822960"/>
          </a:xfrm>
          <a:prstGeom prst="rect">
            <a:avLst/>
          </a:prstGeom>
          <a:solidFill>
            <a:srgbClr val="FBFFF4"/>
          </a:solidFill>
          <a:ln w="12700">
            <a:solidFill>
              <a:srgbClr val="B8D98A"/>
            </a:solidFill>
            <a:prstDash val="solid"/>
          </a:ln>
        </p:spPr>
      </p:sp>
      <p:sp>
        <p:nvSpPr>
          <p:cNvPr id="23" name="Text 20"/>
          <p:cNvSpPr txBox="1"/>
          <p:nvPr/>
        </p:nvSpPr>
        <p:spPr>
          <a:xfrm>
            <a:off x="9948672" y="283464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1</a:t>
            </a:r>
            <a:endParaRPr lang="en-US" sz="1700" dirty="0"/>
          </a:p>
        </p:txBody>
      </p:sp>
      <p:sp>
        <p:nvSpPr>
          <p:cNvPr id="24" name="Shape 21"/>
          <p:cNvSpPr/>
          <p:nvPr/>
        </p:nvSpPr>
        <p:spPr>
          <a:xfrm>
            <a:off x="6583680" y="3657600"/>
            <a:ext cx="1645920" cy="822960"/>
          </a:xfrm>
          <a:prstGeom prst="rect">
            <a:avLst/>
          </a:prstGeom>
          <a:solidFill>
            <a:srgbClr val="FBFFF4"/>
          </a:solidFill>
          <a:ln w="12700">
            <a:solidFill>
              <a:srgbClr val="B8D98A"/>
            </a:solidFill>
            <a:prstDash val="solid"/>
          </a:ln>
        </p:spPr>
      </p:sp>
      <p:sp>
        <p:nvSpPr>
          <p:cNvPr id="25" name="Text 22"/>
          <p:cNvSpPr txBox="1"/>
          <p:nvPr/>
        </p:nvSpPr>
        <p:spPr>
          <a:xfrm>
            <a:off x="6656832" y="365760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3</a:t>
            </a:r>
            <a:endParaRPr lang="en-US" sz="1700" dirty="0"/>
          </a:p>
        </p:txBody>
      </p:sp>
      <p:sp>
        <p:nvSpPr>
          <p:cNvPr id="26" name="Shape 23"/>
          <p:cNvSpPr/>
          <p:nvPr/>
        </p:nvSpPr>
        <p:spPr>
          <a:xfrm>
            <a:off x="8229600" y="3657600"/>
            <a:ext cx="1645920" cy="822960"/>
          </a:xfrm>
          <a:prstGeom prst="rect">
            <a:avLst/>
          </a:prstGeom>
          <a:solidFill>
            <a:srgbClr val="FBFFF4"/>
          </a:solidFill>
          <a:ln w="12700">
            <a:solidFill>
              <a:srgbClr val="B8D98A"/>
            </a:solidFill>
            <a:prstDash val="solid"/>
          </a:ln>
        </p:spPr>
      </p:sp>
      <p:sp>
        <p:nvSpPr>
          <p:cNvPr id="27" name="Text 24"/>
          <p:cNvSpPr txBox="1"/>
          <p:nvPr/>
        </p:nvSpPr>
        <p:spPr>
          <a:xfrm>
            <a:off x="8302752" y="365760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2</a:t>
            </a:r>
            <a:endParaRPr lang="en-US" sz="1700" dirty="0"/>
          </a:p>
        </p:txBody>
      </p:sp>
      <p:sp>
        <p:nvSpPr>
          <p:cNvPr id="28" name="Shape 25"/>
          <p:cNvSpPr/>
          <p:nvPr/>
        </p:nvSpPr>
        <p:spPr>
          <a:xfrm>
            <a:off x="9875520" y="3657600"/>
            <a:ext cx="1645920" cy="822960"/>
          </a:xfrm>
          <a:prstGeom prst="rect">
            <a:avLst/>
          </a:prstGeom>
          <a:solidFill>
            <a:srgbClr val="FBFFF4"/>
          </a:solidFill>
          <a:ln w="12700">
            <a:solidFill>
              <a:srgbClr val="B8D98A"/>
            </a:solidFill>
            <a:prstDash val="solid"/>
          </a:ln>
        </p:spPr>
      </p:sp>
      <p:sp>
        <p:nvSpPr>
          <p:cNvPr id="29" name="Text 26"/>
          <p:cNvSpPr txBox="1"/>
          <p:nvPr/>
        </p:nvSpPr>
        <p:spPr>
          <a:xfrm>
            <a:off x="9948672" y="3657600"/>
            <a:ext cx="1536192" cy="822960"/>
          </a:xfrm>
          <a:prstGeom prst="rect">
            <a:avLst/>
          </a:prstGeom>
          <a:noFill/>
          <a:ln/>
        </p:spPr>
        <p:txBody>
          <a:bodyPr wrap="square" lIns="0" tIns="0" rIns="0" bIns="0" rtlCol="0" anchor="ctr"/>
          <a:lstStyle/>
          <a:p>
            <a:pPr indent="0" marL="0">
              <a:buNone/>
            </a:pPr>
            <a:r>
              <a:rPr lang="en-US" sz="1700" dirty="0">
                <a:solidFill>
                  <a:srgbClr val="0E1F0C"/>
                </a:solidFill>
                <a:latin typeface="Poppins" pitchFamily="34" charset="0"/>
                <a:ea typeface="Poppins" pitchFamily="34" charset="-122"/>
                <a:cs typeface="Poppins" pitchFamily="34" charset="-120"/>
              </a:rPr>
              <a:t>3</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Was lesen wir daraus?</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Buch 3 hat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Anna Huber</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ausgeliehen.</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Die erste Ausleihe: Buch Nummer 3 („Die Insel“), Schüler-ID 1.</a:t>
            </a:r>
            <a:endParaRPr lang="en-US" sz="1800" dirty="0"/>
          </a:p>
        </p:txBody>
      </p:sp>
      <p:sp>
        <p:nvSpPr>
          <p:cNvPr id="6" name="Text 3"/>
          <p:cNvSpPr txBox="1"/>
          <p:nvPr/>
        </p:nvSpPr>
        <p:spPr>
          <a:xfrm>
            <a:off x="6583680" y="7315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Buecher</a:t>
            </a:r>
            <a:endParaRPr lang="en-US" sz="1400" dirty="0"/>
          </a:p>
        </p:txBody>
      </p:sp>
      <p:sp>
        <p:nvSpPr>
          <p:cNvPr id="7" name="Shape 4"/>
          <p:cNvSpPr/>
          <p:nvPr/>
        </p:nvSpPr>
        <p:spPr>
          <a:xfrm>
            <a:off x="6583680" y="1005840"/>
            <a:ext cx="1463040" cy="347472"/>
          </a:xfrm>
          <a:prstGeom prst="rect">
            <a:avLst/>
          </a:prstGeom>
          <a:solidFill>
            <a:srgbClr val="12301A"/>
          </a:solidFill>
          <a:ln w="12700">
            <a:solidFill>
              <a:srgbClr val="B8D98A"/>
            </a:solidFill>
            <a:prstDash val="solid"/>
          </a:ln>
        </p:spPr>
      </p:sp>
      <p:sp>
        <p:nvSpPr>
          <p:cNvPr id="8" name="Text 5"/>
          <p:cNvSpPr txBox="1"/>
          <p:nvPr/>
        </p:nvSpPr>
        <p:spPr>
          <a:xfrm>
            <a:off x="6656832" y="10058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Nummer</a:t>
            </a:r>
            <a:endParaRPr lang="en-US" sz="1200" dirty="0"/>
          </a:p>
        </p:txBody>
      </p:sp>
      <p:sp>
        <p:nvSpPr>
          <p:cNvPr id="9" name="Shape 6"/>
          <p:cNvSpPr/>
          <p:nvPr/>
        </p:nvSpPr>
        <p:spPr>
          <a:xfrm>
            <a:off x="8046720" y="1005840"/>
            <a:ext cx="3474720" cy="347472"/>
          </a:xfrm>
          <a:prstGeom prst="rect">
            <a:avLst/>
          </a:prstGeom>
          <a:solidFill>
            <a:srgbClr val="12301A"/>
          </a:solidFill>
          <a:ln w="12700">
            <a:solidFill>
              <a:srgbClr val="B8D98A"/>
            </a:solidFill>
            <a:prstDash val="solid"/>
          </a:ln>
        </p:spPr>
      </p:sp>
      <p:sp>
        <p:nvSpPr>
          <p:cNvPr id="10" name="Text 7"/>
          <p:cNvSpPr txBox="1"/>
          <p:nvPr/>
        </p:nvSpPr>
        <p:spPr>
          <a:xfrm>
            <a:off x="8119872" y="1005840"/>
            <a:ext cx="33649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Titel</a:t>
            </a:r>
            <a:endParaRPr lang="en-US" sz="1200" dirty="0"/>
          </a:p>
        </p:txBody>
      </p:sp>
      <p:sp>
        <p:nvSpPr>
          <p:cNvPr id="11" name="Shape 8"/>
          <p:cNvSpPr/>
          <p:nvPr/>
        </p:nvSpPr>
        <p:spPr>
          <a:xfrm>
            <a:off x="6583680" y="1353312"/>
            <a:ext cx="1463040" cy="347472"/>
          </a:xfrm>
          <a:prstGeom prst="rect">
            <a:avLst/>
          </a:prstGeom>
          <a:solidFill>
            <a:srgbClr val="FBFFF4"/>
          </a:solidFill>
          <a:ln w="12700">
            <a:solidFill>
              <a:srgbClr val="B8D98A"/>
            </a:solidFill>
            <a:prstDash val="solid"/>
          </a:ln>
        </p:spPr>
      </p:sp>
      <p:sp>
        <p:nvSpPr>
          <p:cNvPr id="12" name="Text 9"/>
          <p:cNvSpPr txBox="1"/>
          <p:nvPr/>
        </p:nvSpPr>
        <p:spPr>
          <a:xfrm>
            <a:off x="6656832" y="13533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13" name="Shape 10"/>
          <p:cNvSpPr/>
          <p:nvPr/>
        </p:nvSpPr>
        <p:spPr>
          <a:xfrm>
            <a:off x="8046720" y="1353312"/>
            <a:ext cx="3474720" cy="347472"/>
          </a:xfrm>
          <a:prstGeom prst="rect">
            <a:avLst/>
          </a:prstGeom>
          <a:solidFill>
            <a:srgbClr val="FBFFF4"/>
          </a:solidFill>
          <a:ln w="12700">
            <a:solidFill>
              <a:srgbClr val="B8D98A"/>
            </a:solidFill>
            <a:prstDash val="solid"/>
          </a:ln>
        </p:spPr>
      </p:sp>
      <p:sp>
        <p:nvSpPr>
          <p:cNvPr id="14" name="Text 11"/>
          <p:cNvSpPr txBox="1"/>
          <p:nvPr/>
        </p:nvSpPr>
        <p:spPr>
          <a:xfrm>
            <a:off x="8119872" y="1353312"/>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Der Drache</a:t>
            </a:r>
            <a:endParaRPr lang="en-US" sz="1200" dirty="0"/>
          </a:p>
        </p:txBody>
      </p:sp>
      <p:sp>
        <p:nvSpPr>
          <p:cNvPr id="15" name="Shape 12"/>
          <p:cNvSpPr/>
          <p:nvPr/>
        </p:nvSpPr>
        <p:spPr>
          <a:xfrm>
            <a:off x="6583680" y="1700784"/>
            <a:ext cx="1463040" cy="347472"/>
          </a:xfrm>
          <a:prstGeom prst="rect">
            <a:avLst/>
          </a:prstGeom>
          <a:solidFill>
            <a:srgbClr val="FBFFF4"/>
          </a:solidFill>
          <a:ln w="12700">
            <a:solidFill>
              <a:srgbClr val="B8D98A"/>
            </a:solidFill>
            <a:prstDash val="solid"/>
          </a:ln>
        </p:spPr>
      </p:sp>
      <p:sp>
        <p:nvSpPr>
          <p:cNvPr id="16" name="Text 13"/>
          <p:cNvSpPr txBox="1"/>
          <p:nvPr/>
        </p:nvSpPr>
        <p:spPr>
          <a:xfrm>
            <a:off x="6656832" y="17007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17" name="Shape 14"/>
          <p:cNvSpPr/>
          <p:nvPr/>
        </p:nvSpPr>
        <p:spPr>
          <a:xfrm>
            <a:off x="8046720" y="1700784"/>
            <a:ext cx="3474720" cy="347472"/>
          </a:xfrm>
          <a:prstGeom prst="rect">
            <a:avLst/>
          </a:prstGeom>
          <a:solidFill>
            <a:srgbClr val="FBFFF4"/>
          </a:solidFill>
          <a:ln w="12700">
            <a:solidFill>
              <a:srgbClr val="B8D98A"/>
            </a:solidFill>
            <a:prstDash val="solid"/>
          </a:ln>
        </p:spPr>
      </p:sp>
      <p:sp>
        <p:nvSpPr>
          <p:cNvPr id="18" name="Text 15"/>
          <p:cNvSpPr txBox="1"/>
          <p:nvPr/>
        </p:nvSpPr>
        <p:spPr>
          <a:xfrm>
            <a:off x="8119872" y="1700784"/>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Das Geheimnis</a:t>
            </a:r>
            <a:endParaRPr lang="en-US" sz="1200" dirty="0"/>
          </a:p>
        </p:txBody>
      </p:sp>
      <p:sp>
        <p:nvSpPr>
          <p:cNvPr id="19" name="Shape 16"/>
          <p:cNvSpPr/>
          <p:nvPr/>
        </p:nvSpPr>
        <p:spPr>
          <a:xfrm>
            <a:off x="6583680" y="2048256"/>
            <a:ext cx="1463040" cy="347472"/>
          </a:xfrm>
          <a:prstGeom prst="rect">
            <a:avLst/>
          </a:prstGeom>
          <a:solidFill>
            <a:srgbClr val="B1FF37"/>
          </a:solidFill>
          <a:ln w="12700">
            <a:solidFill>
              <a:srgbClr val="B8D98A"/>
            </a:solidFill>
            <a:prstDash val="solid"/>
          </a:ln>
        </p:spPr>
      </p:sp>
      <p:sp>
        <p:nvSpPr>
          <p:cNvPr id="20" name="Text 17"/>
          <p:cNvSpPr txBox="1"/>
          <p:nvPr/>
        </p:nvSpPr>
        <p:spPr>
          <a:xfrm>
            <a:off x="6656832" y="20482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21" name="Shape 18"/>
          <p:cNvSpPr/>
          <p:nvPr/>
        </p:nvSpPr>
        <p:spPr>
          <a:xfrm>
            <a:off x="8046720" y="2048256"/>
            <a:ext cx="3474720" cy="347472"/>
          </a:xfrm>
          <a:prstGeom prst="rect">
            <a:avLst/>
          </a:prstGeom>
          <a:solidFill>
            <a:srgbClr val="B1FF37"/>
          </a:solidFill>
          <a:ln w="12700">
            <a:solidFill>
              <a:srgbClr val="B8D98A"/>
            </a:solidFill>
            <a:prstDash val="solid"/>
          </a:ln>
        </p:spPr>
      </p:sp>
      <p:sp>
        <p:nvSpPr>
          <p:cNvPr id="22" name="Text 19"/>
          <p:cNvSpPr txBox="1"/>
          <p:nvPr/>
        </p:nvSpPr>
        <p:spPr>
          <a:xfrm>
            <a:off x="8119872" y="2048256"/>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Die Insel</a:t>
            </a:r>
            <a:endParaRPr lang="en-US" sz="1200" dirty="0"/>
          </a:p>
        </p:txBody>
      </p:sp>
      <p:sp>
        <p:nvSpPr>
          <p:cNvPr id="23" name="Text 20"/>
          <p:cNvSpPr txBox="1"/>
          <p:nvPr/>
        </p:nvSpPr>
        <p:spPr>
          <a:xfrm>
            <a:off x="6583680" y="25603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Ausleihe</a:t>
            </a:r>
            <a:endParaRPr lang="en-US" sz="1400" dirty="0"/>
          </a:p>
        </p:txBody>
      </p:sp>
      <p:sp>
        <p:nvSpPr>
          <p:cNvPr id="24" name="Shape 21"/>
          <p:cNvSpPr/>
          <p:nvPr/>
        </p:nvSpPr>
        <p:spPr>
          <a:xfrm>
            <a:off x="6583680" y="2834640"/>
            <a:ext cx="1645920" cy="347472"/>
          </a:xfrm>
          <a:prstGeom prst="rect">
            <a:avLst/>
          </a:prstGeom>
          <a:solidFill>
            <a:srgbClr val="12301A"/>
          </a:solidFill>
          <a:ln w="12700">
            <a:solidFill>
              <a:srgbClr val="B8D98A"/>
            </a:solidFill>
            <a:prstDash val="solid"/>
          </a:ln>
        </p:spPr>
      </p:sp>
      <p:sp>
        <p:nvSpPr>
          <p:cNvPr id="25" name="Text 22"/>
          <p:cNvSpPr txBox="1"/>
          <p:nvPr/>
        </p:nvSpPr>
        <p:spPr>
          <a:xfrm>
            <a:off x="665683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AusleiheID</a:t>
            </a:r>
            <a:endParaRPr lang="en-US" sz="1200" dirty="0"/>
          </a:p>
        </p:txBody>
      </p:sp>
      <p:sp>
        <p:nvSpPr>
          <p:cNvPr id="26" name="Shape 23"/>
          <p:cNvSpPr/>
          <p:nvPr/>
        </p:nvSpPr>
        <p:spPr>
          <a:xfrm>
            <a:off x="8229600" y="2834640"/>
            <a:ext cx="1645920" cy="347472"/>
          </a:xfrm>
          <a:prstGeom prst="rect">
            <a:avLst/>
          </a:prstGeom>
          <a:solidFill>
            <a:srgbClr val="12301A"/>
          </a:solidFill>
          <a:ln w="12700">
            <a:solidFill>
              <a:srgbClr val="B8D98A"/>
            </a:solidFill>
            <a:prstDash val="solid"/>
          </a:ln>
        </p:spPr>
      </p:sp>
      <p:sp>
        <p:nvSpPr>
          <p:cNvPr id="27" name="Text 24"/>
          <p:cNvSpPr txBox="1"/>
          <p:nvPr/>
        </p:nvSpPr>
        <p:spPr>
          <a:xfrm>
            <a:off x="830275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BuchNummer</a:t>
            </a:r>
            <a:endParaRPr lang="en-US" sz="1200" dirty="0"/>
          </a:p>
        </p:txBody>
      </p:sp>
      <p:sp>
        <p:nvSpPr>
          <p:cNvPr id="28" name="Shape 25"/>
          <p:cNvSpPr/>
          <p:nvPr/>
        </p:nvSpPr>
        <p:spPr>
          <a:xfrm>
            <a:off x="9875520" y="2834640"/>
            <a:ext cx="1645920" cy="347472"/>
          </a:xfrm>
          <a:prstGeom prst="rect">
            <a:avLst/>
          </a:prstGeom>
          <a:solidFill>
            <a:srgbClr val="12301A"/>
          </a:solidFill>
          <a:ln w="12700">
            <a:solidFill>
              <a:srgbClr val="B8D98A"/>
            </a:solidFill>
            <a:prstDash val="solid"/>
          </a:ln>
        </p:spPr>
      </p:sp>
      <p:sp>
        <p:nvSpPr>
          <p:cNvPr id="29" name="Text 26"/>
          <p:cNvSpPr txBox="1"/>
          <p:nvPr/>
        </p:nvSpPr>
        <p:spPr>
          <a:xfrm>
            <a:off x="994867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30" name="Shape 27"/>
          <p:cNvSpPr/>
          <p:nvPr/>
        </p:nvSpPr>
        <p:spPr>
          <a:xfrm>
            <a:off x="6583680" y="3182112"/>
            <a:ext cx="1645920" cy="347472"/>
          </a:xfrm>
          <a:prstGeom prst="rect">
            <a:avLst/>
          </a:prstGeom>
          <a:solidFill>
            <a:srgbClr val="B1FF37"/>
          </a:solidFill>
          <a:ln w="12700">
            <a:solidFill>
              <a:srgbClr val="B8D98A"/>
            </a:solidFill>
            <a:prstDash val="solid"/>
          </a:ln>
        </p:spPr>
      </p:sp>
      <p:sp>
        <p:nvSpPr>
          <p:cNvPr id="31" name="Text 28"/>
          <p:cNvSpPr txBox="1"/>
          <p:nvPr/>
        </p:nvSpPr>
        <p:spPr>
          <a:xfrm>
            <a:off x="665683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2" name="Shape 29"/>
          <p:cNvSpPr/>
          <p:nvPr/>
        </p:nvSpPr>
        <p:spPr>
          <a:xfrm>
            <a:off x="8229600" y="3182112"/>
            <a:ext cx="1645920" cy="347472"/>
          </a:xfrm>
          <a:prstGeom prst="rect">
            <a:avLst/>
          </a:prstGeom>
          <a:solidFill>
            <a:srgbClr val="B1FF37"/>
          </a:solidFill>
          <a:ln w="12700">
            <a:solidFill>
              <a:srgbClr val="B8D98A"/>
            </a:solidFill>
            <a:prstDash val="solid"/>
          </a:ln>
        </p:spPr>
      </p:sp>
      <p:sp>
        <p:nvSpPr>
          <p:cNvPr id="33" name="Text 30"/>
          <p:cNvSpPr txBox="1"/>
          <p:nvPr/>
        </p:nvSpPr>
        <p:spPr>
          <a:xfrm>
            <a:off x="830275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34" name="Shape 31"/>
          <p:cNvSpPr/>
          <p:nvPr/>
        </p:nvSpPr>
        <p:spPr>
          <a:xfrm>
            <a:off x="9875520" y="3182112"/>
            <a:ext cx="1645920" cy="347472"/>
          </a:xfrm>
          <a:prstGeom prst="rect">
            <a:avLst/>
          </a:prstGeom>
          <a:solidFill>
            <a:srgbClr val="B1FF37"/>
          </a:solidFill>
          <a:ln w="12700">
            <a:solidFill>
              <a:srgbClr val="B8D98A"/>
            </a:solidFill>
            <a:prstDash val="solid"/>
          </a:ln>
        </p:spPr>
      </p:sp>
      <p:sp>
        <p:nvSpPr>
          <p:cNvPr id="35" name="Text 32"/>
          <p:cNvSpPr txBox="1"/>
          <p:nvPr/>
        </p:nvSpPr>
        <p:spPr>
          <a:xfrm>
            <a:off x="994867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6" name="Shape 33"/>
          <p:cNvSpPr/>
          <p:nvPr/>
        </p:nvSpPr>
        <p:spPr>
          <a:xfrm>
            <a:off x="6583680" y="3529584"/>
            <a:ext cx="1645920" cy="347472"/>
          </a:xfrm>
          <a:prstGeom prst="rect">
            <a:avLst/>
          </a:prstGeom>
          <a:solidFill>
            <a:srgbClr val="FBFFF4"/>
          </a:solidFill>
          <a:ln w="12700">
            <a:solidFill>
              <a:srgbClr val="B8D98A"/>
            </a:solidFill>
            <a:prstDash val="solid"/>
          </a:ln>
        </p:spPr>
      </p:sp>
      <p:sp>
        <p:nvSpPr>
          <p:cNvPr id="37" name="Text 34"/>
          <p:cNvSpPr txBox="1"/>
          <p:nvPr/>
        </p:nvSpPr>
        <p:spPr>
          <a:xfrm>
            <a:off x="665683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38" name="Shape 35"/>
          <p:cNvSpPr/>
          <p:nvPr/>
        </p:nvSpPr>
        <p:spPr>
          <a:xfrm>
            <a:off x="8229600" y="3529584"/>
            <a:ext cx="1645920" cy="347472"/>
          </a:xfrm>
          <a:prstGeom prst="rect">
            <a:avLst/>
          </a:prstGeom>
          <a:solidFill>
            <a:srgbClr val="FBFFF4"/>
          </a:solidFill>
          <a:ln w="12700">
            <a:solidFill>
              <a:srgbClr val="B8D98A"/>
            </a:solidFill>
            <a:prstDash val="solid"/>
          </a:ln>
        </p:spPr>
      </p:sp>
      <p:sp>
        <p:nvSpPr>
          <p:cNvPr id="39" name="Text 36"/>
          <p:cNvSpPr txBox="1"/>
          <p:nvPr/>
        </p:nvSpPr>
        <p:spPr>
          <a:xfrm>
            <a:off x="830275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40" name="Shape 37"/>
          <p:cNvSpPr/>
          <p:nvPr/>
        </p:nvSpPr>
        <p:spPr>
          <a:xfrm>
            <a:off x="9875520" y="3529584"/>
            <a:ext cx="1645920" cy="347472"/>
          </a:xfrm>
          <a:prstGeom prst="rect">
            <a:avLst/>
          </a:prstGeom>
          <a:solidFill>
            <a:srgbClr val="FBFFF4"/>
          </a:solidFill>
          <a:ln w="12700">
            <a:solidFill>
              <a:srgbClr val="B8D98A"/>
            </a:solidFill>
            <a:prstDash val="solid"/>
          </a:ln>
        </p:spPr>
      </p:sp>
      <p:sp>
        <p:nvSpPr>
          <p:cNvPr id="41" name="Text 38"/>
          <p:cNvSpPr txBox="1"/>
          <p:nvPr/>
        </p:nvSpPr>
        <p:spPr>
          <a:xfrm>
            <a:off x="994867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42" name="Shape 39"/>
          <p:cNvSpPr/>
          <p:nvPr/>
        </p:nvSpPr>
        <p:spPr>
          <a:xfrm>
            <a:off x="6583680" y="3877056"/>
            <a:ext cx="1645920" cy="347472"/>
          </a:xfrm>
          <a:prstGeom prst="rect">
            <a:avLst/>
          </a:prstGeom>
          <a:solidFill>
            <a:srgbClr val="FBFFF4"/>
          </a:solidFill>
          <a:ln w="12700">
            <a:solidFill>
              <a:srgbClr val="B8D98A"/>
            </a:solidFill>
            <a:prstDash val="solid"/>
          </a:ln>
        </p:spPr>
      </p:sp>
      <p:sp>
        <p:nvSpPr>
          <p:cNvPr id="43" name="Text 40"/>
          <p:cNvSpPr txBox="1"/>
          <p:nvPr/>
        </p:nvSpPr>
        <p:spPr>
          <a:xfrm>
            <a:off x="665683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4" name="Shape 41"/>
          <p:cNvSpPr/>
          <p:nvPr/>
        </p:nvSpPr>
        <p:spPr>
          <a:xfrm>
            <a:off x="8229600" y="3877056"/>
            <a:ext cx="1645920" cy="347472"/>
          </a:xfrm>
          <a:prstGeom prst="rect">
            <a:avLst/>
          </a:prstGeom>
          <a:solidFill>
            <a:srgbClr val="FBFFF4"/>
          </a:solidFill>
          <a:ln w="12700">
            <a:solidFill>
              <a:srgbClr val="B8D98A"/>
            </a:solidFill>
            <a:prstDash val="solid"/>
          </a:ln>
        </p:spPr>
      </p:sp>
      <p:sp>
        <p:nvSpPr>
          <p:cNvPr id="45" name="Text 42"/>
          <p:cNvSpPr txBox="1"/>
          <p:nvPr/>
        </p:nvSpPr>
        <p:spPr>
          <a:xfrm>
            <a:off x="830275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46" name="Shape 43"/>
          <p:cNvSpPr/>
          <p:nvPr/>
        </p:nvSpPr>
        <p:spPr>
          <a:xfrm>
            <a:off x="9875520" y="3877056"/>
            <a:ext cx="1645920" cy="347472"/>
          </a:xfrm>
          <a:prstGeom prst="rect">
            <a:avLst/>
          </a:prstGeom>
          <a:solidFill>
            <a:srgbClr val="FBFFF4"/>
          </a:solidFill>
          <a:ln w="12700">
            <a:solidFill>
              <a:srgbClr val="B8D98A"/>
            </a:solidFill>
            <a:prstDash val="solid"/>
          </a:ln>
        </p:spPr>
      </p:sp>
      <p:sp>
        <p:nvSpPr>
          <p:cNvPr id="47" name="Text 44"/>
          <p:cNvSpPr txBox="1"/>
          <p:nvPr/>
        </p:nvSpPr>
        <p:spPr>
          <a:xfrm>
            <a:off x="994867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8" name="Text 45"/>
          <p:cNvSpPr txBox="1"/>
          <p:nvPr/>
        </p:nvSpPr>
        <p:spPr>
          <a:xfrm>
            <a:off x="6583680" y="43891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Schueler</a:t>
            </a:r>
            <a:endParaRPr lang="en-US" sz="1400" dirty="0"/>
          </a:p>
        </p:txBody>
      </p:sp>
      <p:sp>
        <p:nvSpPr>
          <p:cNvPr id="49" name="Shape 46"/>
          <p:cNvSpPr/>
          <p:nvPr/>
        </p:nvSpPr>
        <p:spPr>
          <a:xfrm>
            <a:off x="6583680" y="4663440"/>
            <a:ext cx="1463040" cy="347472"/>
          </a:xfrm>
          <a:prstGeom prst="rect">
            <a:avLst/>
          </a:prstGeom>
          <a:solidFill>
            <a:srgbClr val="12301A"/>
          </a:solidFill>
          <a:ln w="12700">
            <a:solidFill>
              <a:srgbClr val="B8D98A"/>
            </a:solidFill>
            <a:prstDash val="solid"/>
          </a:ln>
        </p:spPr>
      </p:sp>
      <p:sp>
        <p:nvSpPr>
          <p:cNvPr id="50" name="Text 47"/>
          <p:cNvSpPr txBox="1"/>
          <p:nvPr/>
        </p:nvSpPr>
        <p:spPr>
          <a:xfrm>
            <a:off x="6656832" y="46634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51" name="Shape 48"/>
          <p:cNvSpPr/>
          <p:nvPr/>
        </p:nvSpPr>
        <p:spPr>
          <a:xfrm>
            <a:off x="8046720" y="4663440"/>
            <a:ext cx="2103120" cy="347472"/>
          </a:xfrm>
          <a:prstGeom prst="rect">
            <a:avLst/>
          </a:prstGeom>
          <a:solidFill>
            <a:srgbClr val="12301A"/>
          </a:solidFill>
          <a:ln w="12700">
            <a:solidFill>
              <a:srgbClr val="B8D98A"/>
            </a:solidFill>
            <a:prstDash val="solid"/>
          </a:ln>
        </p:spPr>
      </p:sp>
      <p:sp>
        <p:nvSpPr>
          <p:cNvPr id="52" name="Text 49"/>
          <p:cNvSpPr txBox="1"/>
          <p:nvPr/>
        </p:nvSpPr>
        <p:spPr>
          <a:xfrm>
            <a:off x="8119872" y="4663440"/>
            <a:ext cx="19933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a:t>
            </a:r>
            <a:endParaRPr lang="en-US" sz="1200" dirty="0"/>
          </a:p>
        </p:txBody>
      </p:sp>
      <p:sp>
        <p:nvSpPr>
          <p:cNvPr id="53" name="Shape 50"/>
          <p:cNvSpPr/>
          <p:nvPr/>
        </p:nvSpPr>
        <p:spPr>
          <a:xfrm>
            <a:off x="10149840" y="4663440"/>
            <a:ext cx="1371600" cy="347472"/>
          </a:xfrm>
          <a:prstGeom prst="rect">
            <a:avLst/>
          </a:prstGeom>
          <a:solidFill>
            <a:srgbClr val="12301A"/>
          </a:solidFill>
          <a:ln w="12700">
            <a:solidFill>
              <a:srgbClr val="B8D98A"/>
            </a:solidFill>
            <a:prstDash val="solid"/>
          </a:ln>
        </p:spPr>
      </p:sp>
      <p:sp>
        <p:nvSpPr>
          <p:cNvPr id="54" name="Text 51"/>
          <p:cNvSpPr txBox="1"/>
          <p:nvPr/>
        </p:nvSpPr>
        <p:spPr>
          <a:xfrm>
            <a:off x="10222992" y="4663440"/>
            <a:ext cx="126187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Klasse</a:t>
            </a:r>
            <a:endParaRPr lang="en-US" sz="1200" dirty="0"/>
          </a:p>
        </p:txBody>
      </p:sp>
      <p:sp>
        <p:nvSpPr>
          <p:cNvPr id="55" name="Shape 52"/>
          <p:cNvSpPr/>
          <p:nvPr/>
        </p:nvSpPr>
        <p:spPr>
          <a:xfrm>
            <a:off x="6583680" y="5010912"/>
            <a:ext cx="1463040" cy="347472"/>
          </a:xfrm>
          <a:prstGeom prst="rect">
            <a:avLst/>
          </a:prstGeom>
          <a:solidFill>
            <a:srgbClr val="B1FF37"/>
          </a:solidFill>
          <a:ln w="12700">
            <a:solidFill>
              <a:srgbClr val="B8D98A"/>
            </a:solidFill>
            <a:prstDash val="solid"/>
          </a:ln>
        </p:spPr>
      </p:sp>
      <p:sp>
        <p:nvSpPr>
          <p:cNvPr id="56" name="Text 53"/>
          <p:cNvSpPr txBox="1"/>
          <p:nvPr/>
        </p:nvSpPr>
        <p:spPr>
          <a:xfrm>
            <a:off x="6656832" y="50109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57" name="Shape 54"/>
          <p:cNvSpPr/>
          <p:nvPr/>
        </p:nvSpPr>
        <p:spPr>
          <a:xfrm>
            <a:off x="8046720" y="5010912"/>
            <a:ext cx="2103120" cy="347472"/>
          </a:xfrm>
          <a:prstGeom prst="rect">
            <a:avLst/>
          </a:prstGeom>
          <a:solidFill>
            <a:srgbClr val="B1FF37"/>
          </a:solidFill>
          <a:ln w="12700">
            <a:solidFill>
              <a:srgbClr val="B8D98A"/>
            </a:solidFill>
            <a:prstDash val="solid"/>
          </a:ln>
        </p:spPr>
      </p:sp>
      <p:sp>
        <p:nvSpPr>
          <p:cNvPr id="58" name="Text 55"/>
          <p:cNvSpPr txBox="1"/>
          <p:nvPr/>
        </p:nvSpPr>
        <p:spPr>
          <a:xfrm>
            <a:off x="8119872" y="5010912"/>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59" name="Shape 56"/>
          <p:cNvSpPr/>
          <p:nvPr/>
        </p:nvSpPr>
        <p:spPr>
          <a:xfrm>
            <a:off x="10149840" y="5010912"/>
            <a:ext cx="1371600" cy="347472"/>
          </a:xfrm>
          <a:prstGeom prst="rect">
            <a:avLst/>
          </a:prstGeom>
          <a:solidFill>
            <a:srgbClr val="B1FF37"/>
          </a:solidFill>
          <a:ln w="12700">
            <a:solidFill>
              <a:srgbClr val="B8D98A"/>
            </a:solidFill>
            <a:prstDash val="solid"/>
          </a:ln>
        </p:spPr>
      </p:sp>
      <p:sp>
        <p:nvSpPr>
          <p:cNvPr id="60" name="Text 57"/>
          <p:cNvSpPr txBox="1"/>
          <p:nvPr/>
        </p:nvSpPr>
        <p:spPr>
          <a:xfrm>
            <a:off x="10222992" y="5010912"/>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61" name="Shape 58"/>
          <p:cNvSpPr/>
          <p:nvPr/>
        </p:nvSpPr>
        <p:spPr>
          <a:xfrm>
            <a:off x="6583680" y="5358384"/>
            <a:ext cx="1463040" cy="347472"/>
          </a:xfrm>
          <a:prstGeom prst="rect">
            <a:avLst/>
          </a:prstGeom>
          <a:solidFill>
            <a:srgbClr val="FBFFF4"/>
          </a:solidFill>
          <a:ln w="12700">
            <a:solidFill>
              <a:srgbClr val="B8D98A"/>
            </a:solidFill>
            <a:prstDash val="solid"/>
          </a:ln>
        </p:spPr>
      </p:sp>
      <p:sp>
        <p:nvSpPr>
          <p:cNvPr id="62" name="Text 59"/>
          <p:cNvSpPr txBox="1"/>
          <p:nvPr/>
        </p:nvSpPr>
        <p:spPr>
          <a:xfrm>
            <a:off x="6656832" y="53583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63" name="Shape 60"/>
          <p:cNvSpPr/>
          <p:nvPr/>
        </p:nvSpPr>
        <p:spPr>
          <a:xfrm>
            <a:off x="8046720" y="5358384"/>
            <a:ext cx="2103120" cy="347472"/>
          </a:xfrm>
          <a:prstGeom prst="rect">
            <a:avLst/>
          </a:prstGeom>
          <a:solidFill>
            <a:srgbClr val="FBFFF4"/>
          </a:solidFill>
          <a:ln w="12700">
            <a:solidFill>
              <a:srgbClr val="B8D98A"/>
            </a:solidFill>
            <a:prstDash val="solid"/>
          </a:ln>
        </p:spPr>
      </p:sp>
      <p:sp>
        <p:nvSpPr>
          <p:cNvPr id="64" name="Text 61"/>
          <p:cNvSpPr txBox="1"/>
          <p:nvPr/>
        </p:nvSpPr>
        <p:spPr>
          <a:xfrm>
            <a:off x="8119872" y="5358384"/>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Max Gruber</a:t>
            </a:r>
            <a:endParaRPr lang="en-US" sz="1200" dirty="0"/>
          </a:p>
        </p:txBody>
      </p:sp>
      <p:sp>
        <p:nvSpPr>
          <p:cNvPr id="65" name="Shape 62"/>
          <p:cNvSpPr/>
          <p:nvPr/>
        </p:nvSpPr>
        <p:spPr>
          <a:xfrm>
            <a:off x="10149840" y="5358384"/>
            <a:ext cx="1371600" cy="347472"/>
          </a:xfrm>
          <a:prstGeom prst="rect">
            <a:avLst/>
          </a:prstGeom>
          <a:solidFill>
            <a:srgbClr val="FBFFF4"/>
          </a:solidFill>
          <a:ln w="12700">
            <a:solidFill>
              <a:srgbClr val="B8D98A"/>
            </a:solidFill>
            <a:prstDash val="solid"/>
          </a:ln>
        </p:spPr>
      </p:sp>
      <p:sp>
        <p:nvSpPr>
          <p:cNvPr id="66" name="Text 63"/>
          <p:cNvSpPr txBox="1"/>
          <p:nvPr/>
        </p:nvSpPr>
        <p:spPr>
          <a:xfrm>
            <a:off x="10222992" y="5358384"/>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a:t>
            </a:r>
            <a:endParaRPr lang="en-US" sz="1200" dirty="0"/>
          </a:p>
        </p:txBody>
      </p:sp>
      <p:sp>
        <p:nvSpPr>
          <p:cNvPr id="67" name="Shape 64"/>
          <p:cNvSpPr/>
          <p:nvPr/>
        </p:nvSpPr>
        <p:spPr>
          <a:xfrm>
            <a:off x="6583680" y="5705856"/>
            <a:ext cx="1463040" cy="347472"/>
          </a:xfrm>
          <a:prstGeom prst="rect">
            <a:avLst/>
          </a:prstGeom>
          <a:solidFill>
            <a:srgbClr val="FBFFF4"/>
          </a:solidFill>
          <a:ln w="12700">
            <a:solidFill>
              <a:srgbClr val="B8D98A"/>
            </a:solidFill>
            <a:prstDash val="solid"/>
          </a:ln>
        </p:spPr>
      </p:sp>
      <p:sp>
        <p:nvSpPr>
          <p:cNvPr id="68" name="Text 65"/>
          <p:cNvSpPr txBox="1"/>
          <p:nvPr/>
        </p:nvSpPr>
        <p:spPr>
          <a:xfrm>
            <a:off x="6656832" y="57058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69" name="Shape 66"/>
          <p:cNvSpPr/>
          <p:nvPr/>
        </p:nvSpPr>
        <p:spPr>
          <a:xfrm>
            <a:off x="8046720" y="5705856"/>
            <a:ext cx="2103120" cy="347472"/>
          </a:xfrm>
          <a:prstGeom prst="rect">
            <a:avLst/>
          </a:prstGeom>
          <a:solidFill>
            <a:srgbClr val="FBFFF4"/>
          </a:solidFill>
          <a:ln w="12700">
            <a:solidFill>
              <a:srgbClr val="B8D98A"/>
            </a:solidFill>
            <a:prstDash val="solid"/>
          </a:ln>
        </p:spPr>
      </p:sp>
      <p:sp>
        <p:nvSpPr>
          <p:cNvPr id="70" name="Text 67"/>
          <p:cNvSpPr txBox="1"/>
          <p:nvPr/>
        </p:nvSpPr>
        <p:spPr>
          <a:xfrm>
            <a:off x="8119872" y="5705856"/>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Lea Maier</a:t>
            </a:r>
            <a:endParaRPr lang="en-US" sz="1200" dirty="0"/>
          </a:p>
        </p:txBody>
      </p:sp>
      <p:sp>
        <p:nvSpPr>
          <p:cNvPr id="71" name="Shape 68"/>
          <p:cNvSpPr/>
          <p:nvPr/>
        </p:nvSpPr>
        <p:spPr>
          <a:xfrm>
            <a:off x="10149840" y="5705856"/>
            <a:ext cx="1371600" cy="347472"/>
          </a:xfrm>
          <a:prstGeom prst="rect">
            <a:avLst/>
          </a:prstGeom>
          <a:solidFill>
            <a:srgbClr val="FBFFF4"/>
          </a:solidFill>
          <a:ln w="12700">
            <a:solidFill>
              <a:srgbClr val="B8D98A"/>
            </a:solidFill>
            <a:prstDash val="solid"/>
          </a:ln>
        </p:spPr>
      </p:sp>
      <p:sp>
        <p:nvSpPr>
          <p:cNvPr id="72" name="Text 69"/>
          <p:cNvSpPr txBox="1"/>
          <p:nvPr/>
        </p:nvSpPr>
        <p:spPr>
          <a:xfrm>
            <a:off x="10222992" y="5705856"/>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weiteren Ausleihen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Auch Buch 1 hat Anna,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Buch 2 hat Lea.</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Zweite und dritte Ausleihe.</a:t>
            </a:r>
            <a:endParaRPr lang="en-US" sz="1800" dirty="0"/>
          </a:p>
        </p:txBody>
      </p:sp>
      <p:sp>
        <p:nvSpPr>
          <p:cNvPr id="6" name="Text 3"/>
          <p:cNvSpPr txBox="1"/>
          <p:nvPr/>
        </p:nvSpPr>
        <p:spPr>
          <a:xfrm>
            <a:off x="6583680" y="7315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Buecher</a:t>
            </a:r>
            <a:endParaRPr lang="en-US" sz="1400" dirty="0"/>
          </a:p>
        </p:txBody>
      </p:sp>
      <p:sp>
        <p:nvSpPr>
          <p:cNvPr id="7" name="Shape 4"/>
          <p:cNvSpPr/>
          <p:nvPr/>
        </p:nvSpPr>
        <p:spPr>
          <a:xfrm>
            <a:off x="6583680" y="1005840"/>
            <a:ext cx="1463040" cy="347472"/>
          </a:xfrm>
          <a:prstGeom prst="rect">
            <a:avLst/>
          </a:prstGeom>
          <a:solidFill>
            <a:srgbClr val="12301A"/>
          </a:solidFill>
          <a:ln w="12700">
            <a:solidFill>
              <a:srgbClr val="B8D98A"/>
            </a:solidFill>
            <a:prstDash val="solid"/>
          </a:ln>
        </p:spPr>
      </p:sp>
      <p:sp>
        <p:nvSpPr>
          <p:cNvPr id="8" name="Text 5"/>
          <p:cNvSpPr txBox="1"/>
          <p:nvPr/>
        </p:nvSpPr>
        <p:spPr>
          <a:xfrm>
            <a:off x="6656832" y="10058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Nummer</a:t>
            </a:r>
            <a:endParaRPr lang="en-US" sz="1200" dirty="0"/>
          </a:p>
        </p:txBody>
      </p:sp>
      <p:sp>
        <p:nvSpPr>
          <p:cNvPr id="9" name="Shape 6"/>
          <p:cNvSpPr/>
          <p:nvPr/>
        </p:nvSpPr>
        <p:spPr>
          <a:xfrm>
            <a:off x="8046720" y="1005840"/>
            <a:ext cx="3474720" cy="347472"/>
          </a:xfrm>
          <a:prstGeom prst="rect">
            <a:avLst/>
          </a:prstGeom>
          <a:solidFill>
            <a:srgbClr val="12301A"/>
          </a:solidFill>
          <a:ln w="12700">
            <a:solidFill>
              <a:srgbClr val="B8D98A"/>
            </a:solidFill>
            <a:prstDash val="solid"/>
          </a:ln>
        </p:spPr>
      </p:sp>
      <p:sp>
        <p:nvSpPr>
          <p:cNvPr id="10" name="Text 7"/>
          <p:cNvSpPr txBox="1"/>
          <p:nvPr/>
        </p:nvSpPr>
        <p:spPr>
          <a:xfrm>
            <a:off x="8119872" y="1005840"/>
            <a:ext cx="33649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Titel</a:t>
            </a:r>
            <a:endParaRPr lang="en-US" sz="1200" dirty="0"/>
          </a:p>
        </p:txBody>
      </p:sp>
      <p:sp>
        <p:nvSpPr>
          <p:cNvPr id="11" name="Shape 8"/>
          <p:cNvSpPr/>
          <p:nvPr/>
        </p:nvSpPr>
        <p:spPr>
          <a:xfrm>
            <a:off x="6583680" y="1353312"/>
            <a:ext cx="1463040" cy="347472"/>
          </a:xfrm>
          <a:prstGeom prst="rect">
            <a:avLst/>
          </a:prstGeom>
          <a:solidFill>
            <a:srgbClr val="B1FF37"/>
          </a:solidFill>
          <a:ln w="12700">
            <a:solidFill>
              <a:srgbClr val="B8D98A"/>
            </a:solidFill>
            <a:prstDash val="solid"/>
          </a:ln>
        </p:spPr>
      </p:sp>
      <p:sp>
        <p:nvSpPr>
          <p:cNvPr id="12" name="Text 9"/>
          <p:cNvSpPr txBox="1"/>
          <p:nvPr/>
        </p:nvSpPr>
        <p:spPr>
          <a:xfrm>
            <a:off x="6656832" y="13533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13" name="Shape 10"/>
          <p:cNvSpPr/>
          <p:nvPr/>
        </p:nvSpPr>
        <p:spPr>
          <a:xfrm>
            <a:off x="8046720" y="1353312"/>
            <a:ext cx="3474720" cy="347472"/>
          </a:xfrm>
          <a:prstGeom prst="rect">
            <a:avLst/>
          </a:prstGeom>
          <a:solidFill>
            <a:srgbClr val="B1FF37"/>
          </a:solidFill>
          <a:ln w="12700">
            <a:solidFill>
              <a:srgbClr val="B8D98A"/>
            </a:solidFill>
            <a:prstDash val="solid"/>
          </a:ln>
        </p:spPr>
      </p:sp>
      <p:sp>
        <p:nvSpPr>
          <p:cNvPr id="14" name="Text 11"/>
          <p:cNvSpPr txBox="1"/>
          <p:nvPr/>
        </p:nvSpPr>
        <p:spPr>
          <a:xfrm>
            <a:off x="8119872" y="1353312"/>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Der Drache</a:t>
            </a:r>
            <a:endParaRPr lang="en-US" sz="1200" dirty="0"/>
          </a:p>
        </p:txBody>
      </p:sp>
      <p:sp>
        <p:nvSpPr>
          <p:cNvPr id="15" name="Shape 12"/>
          <p:cNvSpPr/>
          <p:nvPr/>
        </p:nvSpPr>
        <p:spPr>
          <a:xfrm>
            <a:off x="6583680" y="1700784"/>
            <a:ext cx="1463040" cy="347472"/>
          </a:xfrm>
          <a:prstGeom prst="rect">
            <a:avLst/>
          </a:prstGeom>
          <a:solidFill>
            <a:srgbClr val="C9EF8F"/>
          </a:solidFill>
          <a:ln w="12700">
            <a:solidFill>
              <a:srgbClr val="B8D98A"/>
            </a:solidFill>
            <a:prstDash val="solid"/>
          </a:ln>
        </p:spPr>
      </p:sp>
      <p:sp>
        <p:nvSpPr>
          <p:cNvPr id="16" name="Text 13"/>
          <p:cNvSpPr txBox="1"/>
          <p:nvPr/>
        </p:nvSpPr>
        <p:spPr>
          <a:xfrm>
            <a:off x="6656832" y="17007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17" name="Shape 14"/>
          <p:cNvSpPr/>
          <p:nvPr/>
        </p:nvSpPr>
        <p:spPr>
          <a:xfrm>
            <a:off x="8046720" y="1700784"/>
            <a:ext cx="3474720" cy="347472"/>
          </a:xfrm>
          <a:prstGeom prst="rect">
            <a:avLst/>
          </a:prstGeom>
          <a:solidFill>
            <a:srgbClr val="C9EF8F"/>
          </a:solidFill>
          <a:ln w="12700">
            <a:solidFill>
              <a:srgbClr val="B8D98A"/>
            </a:solidFill>
            <a:prstDash val="solid"/>
          </a:ln>
        </p:spPr>
      </p:sp>
      <p:sp>
        <p:nvSpPr>
          <p:cNvPr id="18" name="Text 15"/>
          <p:cNvSpPr txBox="1"/>
          <p:nvPr/>
        </p:nvSpPr>
        <p:spPr>
          <a:xfrm>
            <a:off x="8119872" y="1700784"/>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Das Geheimnis</a:t>
            </a:r>
            <a:endParaRPr lang="en-US" sz="1200" dirty="0"/>
          </a:p>
        </p:txBody>
      </p:sp>
      <p:sp>
        <p:nvSpPr>
          <p:cNvPr id="19" name="Shape 16"/>
          <p:cNvSpPr/>
          <p:nvPr/>
        </p:nvSpPr>
        <p:spPr>
          <a:xfrm>
            <a:off x="6583680" y="2048256"/>
            <a:ext cx="1463040" cy="347472"/>
          </a:xfrm>
          <a:prstGeom prst="rect">
            <a:avLst/>
          </a:prstGeom>
          <a:solidFill>
            <a:srgbClr val="FBFFF4"/>
          </a:solidFill>
          <a:ln w="12700">
            <a:solidFill>
              <a:srgbClr val="B8D98A"/>
            </a:solidFill>
            <a:prstDash val="solid"/>
          </a:ln>
        </p:spPr>
      </p:sp>
      <p:sp>
        <p:nvSpPr>
          <p:cNvPr id="20" name="Text 17"/>
          <p:cNvSpPr txBox="1"/>
          <p:nvPr/>
        </p:nvSpPr>
        <p:spPr>
          <a:xfrm>
            <a:off x="6656832" y="20482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21" name="Shape 18"/>
          <p:cNvSpPr/>
          <p:nvPr/>
        </p:nvSpPr>
        <p:spPr>
          <a:xfrm>
            <a:off x="8046720" y="2048256"/>
            <a:ext cx="3474720" cy="347472"/>
          </a:xfrm>
          <a:prstGeom prst="rect">
            <a:avLst/>
          </a:prstGeom>
          <a:solidFill>
            <a:srgbClr val="FBFFF4"/>
          </a:solidFill>
          <a:ln w="12700">
            <a:solidFill>
              <a:srgbClr val="B8D98A"/>
            </a:solidFill>
            <a:prstDash val="solid"/>
          </a:ln>
        </p:spPr>
      </p:sp>
      <p:sp>
        <p:nvSpPr>
          <p:cNvPr id="22" name="Text 19"/>
          <p:cNvSpPr txBox="1"/>
          <p:nvPr/>
        </p:nvSpPr>
        <p:spPr>
          <a:xfrm>
            <a:off x="8119872" y="2048256"/>
            <a:ext cx="33649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Die Insel</a:t>
            </a:r>
            <a:endParaRPr lang="en-US" sz="1200" dirty="0"/>
          </a:p>
        </p:txBody>
      </p:sp>
      <p:sp>
        <p:nvSpPr>
          <p:cNvPr id="23" name="Text 20"/>
          <p:cNvSpPr txBox="1"/>
          <p:nvPr/>
        </p:nvSpPr>
        <p:spPr>
          <a:xfrm>
            <a:off x="6583680" y="25603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Ausleihe</a:t>
            </a:r>
            <a:endParaRPr lang="en-US" sz="1400" dirty="0"/>
          </a:p>
        </p:txBody>
      </p:sp>
      <p:sp>
        <p:nvSpPr>
          <p:cNvPr id="24" name="Shape 21"/>
          <p:cNvSpPr/>
          <p:nvPr/>
        </p:nvSpPr>
        <p:spPr>
          <a:xfrm>
            <a:off x="6583680" y="2834640"/>
            <a:ext cx="1645920" cy="347472"/>
          </a:xfrm>
          <a:prstGeom prst="rect">
            <a:avLst/>
          </a:prstGeom>
          <a:solidFill>
            <a:srgbClr val="12301A"/>
          </a:solidFill>
          <a:ln w="12700">
            <a:solidFill>
              <a:srgbClr val="B8D98A"/>
            </a:solidFill>
            <a:prstDash val="solid"/>
          </a:ln>
        </p:spPr>
      </p:sp>
      <p:sp>
        <p:nvSpPr>
          <p:cNvPr id="25" name="Text 22"/>
          <p:cNvSpPr txBox="1"/>
          <p:nvPr/>
        </p:nvSpPr>
        <p:spPr>
          <a:xfrm>
            <a:off x="665683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AusleiheID</a:t>
            </a:r>
            <a:endParaRPr lang="en-US" sz="1200" dirty="0"/>
          </a:p>
        </p:txBody>
      </p:sp>
      <p:sp>
        <p:nvSpPr>
          <p:cNvPr id="26" name="Shape 23"/>
          <p:cNvSpPr/>
          <p:nvPr/>
        </p:nvSpPr>
        <p:spPr>
          <a:xfrm>
            <a:off x="8229600" y="2834640"/>
            <a:ext cx="1645920" cy="347472"/>
          </a:xfrm>
          <a:prstGeom prst="rect">
            <a:avLst/>
          </a:prstGeom>
          <a:solidFill>
            <a:srgbClr val="12301A"/>
          </a:solidFill>
          <a:ln w="12700">
            <a:solidFill>
              <a:srgbClr val="B8D98A"/>
            </a:solidFill>
            <a:prstDash val="solid"/>
          </a:ln>
        </p:spPr>
      </p:sp>
      <p:sp>
        <p:nvSpPr>
          <p:cNvPr id="27" name="Text 24"/>
          <p:cNvSpPr txBox="1"/>
          <p:nvPr/>
        </p:nvSpPr>
        <p:spPr>
          <a:xfrm>
            <a:off x="830275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BuchNummer</a:t>
            </a:r>
            <a:endParaRPr lang="en-US" sz="1200" dirty="0"/>
          </a:p>
        </p:txBody>
      </p:sp>
      <p:sp>
        <p:nvSpPr>
          <p:cNvPr id="28" name="Shape 25"/>
          <p:cNvSpPr/>
          <p:nvPr/>
        </p:nvSpPr>
        <p:spPr>
          <a:xfrm>
            <a:off x="9875520" y="2834640"/>
            <a:ext cx="1645920" cy="347472"/>
          </a:xfrm>
          <a:prstGeom prst="rect">
            <a:avLst/>
          </a:prstGeom>
          <a:solidFill>
            <a:srgbClr val="12301A"/>
          </a:solidFill>
          <a:ln w="12700">
            <a:solidFill>
              <a:srgbClr val="B8D98A"/>
            </a:solidFill>
            <a:prstDash val="solid"/>
          </a:ln>
        </p:spPr>
      </p:sp>
      <p:sp>
        <p:nvSpPr>
          <p:cNvPr id="29" name="Text 26"/>
          <p:cNvSpPr txBox="1"/>
          <p:nvPr/>
        </p:nvSpPr>
        <p:spPr>
          <a:xfrm>
            <a:off x="9948672" y="2834640"/>
            <a:ext cx="15361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30" name="Shape 27"/>
          <p:cNvSpPr/>
          <p:nvPr/>
        </p:nvSpPr>
        <p:spPr>
          <a:xfrm>
            <a:off x="6583680" y="3182112"/>
            <a:ext cx="1645920" cy="347472"/>
          </a:xfrm>
          <a:prstGeom prst="rect">
            <a:avLst/>
          </a:prstGeom>
          <a:solidFill>
            <a:srgbClr val="FBFFF4"/>
          </a:solidFill>
          <a:ln w="12700">
            <a:solidFill>
              <a:srgbClr val="B8D98A"/>
            </a:solidFill>
            <a:prstDash val="solid"/>
          </a:ln>
        </p:spPr>
      </p:sp>
      <p:sp>
        <p:nvSpPr>
          <p:cNvPr id="31" name="Text 28"/>
          <p:cNvSpPr txBox="1"/>
          <p:nvPr/>
        </p:nvSpPr>
        <p:spPr>
          <a:xfrm>
            <a:off x="665683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2" name="Shape 29"/>
          <p:cNvSpPr/>
          <p:nvPr/>
        </p:nvSpPr>
        <p:spPr>
          <a:xfrm>
            <a:off x="8229600" y="3182112"/>
            <a:ext cx="1645920" cy="347472"/>
          </a:xfrm>
          <a:prstGeom prst="rect">
            <a:avLst/>
          </a:prstGeom>
          <a:solidFill>
            <a:srgbClr val="FBFFF4"/>
          </a:solidFill>
          <a:ln w="12700">
            <a:solidFill>
              <a:srgbClr val="B8D98A"/>
            </a:solidFill>
            <a:prstDash val="solid"/>
          </a:ln>
        </p:spPr>
      </p:sp>
      <p:sp>
        <p:nvSpPr>
          <p:cNvPr id="33" name="Text 30"/>
          <p:cNvSpPr txBox="1"/>
          <p:nvPr/>
        </p:nvSpPr>
        <p:spPr>
          <a:xfrm>
            <a:off x="830275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34" name="Shape 31"/>
          <p:cNvSpPr/>
          <p:nvPr/>
        </p:nvSpPr>
        <p:spPr>
          <a:xfrm>
            <a:off x="9875520" y="3182112"/>
            <a:ext cx="1645920" cy="347472"/>
          </a:xfrm>
          <a:prstGeom prst="rect">
            <a:avLst/>
          </a:prstGeom>
          <a:solidFill>
            <a:srgbClr val="FBFFF4"/>
          </a:solidFill>
          <a:ln w="12700">
            <a:solidFill>
              <a:srgbClr val="B8D98A"/>
            </a:solidFill>
            <a:prstDash val="solid"/>
          </a:ln>
        </p:spPr>
      </p:sp>
      <p:sp>
        <p:nvSpPr>
          <p:cNvPr id="35" name="Text 32"/>
          <p:cNvSpPr txBox="1"/>
          <p:nvPr/>
        </p:nvSpPr>
        <p:spPr>
          <a:xfrm>
            <a:off x="9948672" y="3182112"/>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36" name="Shape 33"/>
          <p:cNvSpPr/>
          <p:nvPr/>
        </p:nvSpPr>
        <p:spPr>
          <a:xfrm>
            <a:off x="6583680" y="3529584"/>
            <a:ext cx="1645920" cy="347472"/>
          </a:xfrm>
          <a:prstGeom prst="rect">
            <a:avLst/>
          </a:prstGeom>
          <a:solidFill>
            <a:srgbClr val="B1FF37"/>
          </a:solidFill>
          <a:ln w="12700">
            <a:solidFill>
              <a:srgbClr val="B8D98A"/>
            </a:solidFill>
            <a:prstDash val="solid"/>
          </a:ln>
        </p:spPr>
      </p:sp>
      <p:sp>
        <p:nvSpPr>
          <p:cNvPr id="37" name="Text 34"/>
          <p:cNvSpPr txBox="1"/>
          <p:nvPr/>
        </p:nvSpPr>
        <p:spPr>
          <a:xfrm>
            <a:off x="665683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38" name="Shape 35"/>
          <p:cNvSpPr/>
          <p:nvPr/>
        </p:nvSpPr>
        <p:spPr>
          <a:xfrm>
            <a:off x="8229600" y="3529584"/>
            <a:ext cx="1645920" cy="347472"/>
          </a:xfrm>
          <a:prstGeom prst="rect">
            <a:avLst/>
          </a:prstGeom>
          <a:solidFill>
            <a:srgbClr val="B1FF37"/>
          </a:solidFill>
          <a:ln w="12700">
            <a:solidFill>
              <a:srgbClr val="B8D98A"/>
            </a:solidFill>
            <a:prstDash val="solid"/>
          </a:ln>
        </p:spPr>
      </p:sp>
      <p:sp>
        <p:nvSpPr>
          <p:cNvPr id="39" name="Text 36"/>
          <p:cNvSpPr txBox="1"/>
          <p:nvPr/>
        </p:nvSpPr>
        <p:spPr>
          <a:xfrm>
            <a:off x="830275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40" name="Shape 37"/>
          <p:cNvSpPr/>
          <p:nvPr/>
        </p:nvSpPr>
        <p:spPr>
          <a:xfrm>
            <a:off x="9875520" y="3529584"/>
            <a:ext cx="1645920" cy="347472"/>
          </a:xfrm>
          <a:prstGeom prst="rect">
            <a:avLst/>
          </a:prstGeom>
          <a:solidFill>
            <a:srgbClr val="B1FF37"/>
          </a:solidFill>
          <a:ln w="12700">
            <a:solidFill>
              <a:srgbClr val="B8D98A"/>
            </a:solidFill>
            <a:prstDash val="solid"/>
          </a:ln>
        </p:spPr>
      </p:sp>
      <p:sp>
        <p:nvSpPr>
          <p:cNvPr id="41" name="Text 38"/>
          <p:cNvSpPr txBox="1"/>
          <p:nvPr/>
        </p:nvSpPr>
        <p:spPr>
          <a:xfrm>
            <a:off x="9948672" y="3529584"/>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42" name="Shape 39"/>
          <p:cNvSpPr/>
          <p:nvPr/>
        </p:nvSpPr>
        <p:spPr>
          <a:xfrm>
            <a:off x="6583680" y="3877056"/>
            <a:ext cx="1645920" cy="347472"/>
          </a:xfrm>
          <a:prstGeom prst="rect">
            <a:avLst/>
          </a:prstGeom>
          <a:solidFill>
            <a:srgbClr val="C9EF8F"/>
          </a:solidFill>
          <a:ln w="12700">
            <a:solidFill>
              <a:srgbClr val="B8D98A"/>
            </a:solidFill>
            <a:prstDash val="solid"/>
          </a:ln>
        </p:spPr>
      </p:sp>
      <p:sp>
        <p:nvSpPr>
          <p:cNvPr id="43" name="Text 40"/>
          <p:cNvSpPr txBox="1"/>
          <p:nvPr/>
        </p:nvSpPr>
        <p:spPr>
          <a:xfrm>
            <a:off x="665683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4" name="Shape 41"/>
          <p:cNvSpPr/>
          <p:nvPr/>
        </p:nvSpPr>
        <p:spPr>
          <a:xfrm>
            <a:off x="8229600" y="3877056"/>
            <a:ext cx="1645920" cy="347472"/>
          </a:xfrm>
          <a:prstGeom prst="rect">
            <a:avLst/>
          </a:prstGeom>
          <a:solidFill>
            <a:srgbClr val="C9EF8F"/>
          </a:solidFill>
          <a:ln w="12700">
            <a:solidFill>
              <a:srgbClr val="B8D98A"/>
            </a:solidFill>
            <a:prstDash val="solid"/>
          </a:ln>
        </p:spPr>
      </p:sp>
      <p:sp>
        <p:nvSpPr>
          <p:cNvPr id="45" name="Text 42"/>
          <p:cNvSpPr txBox="1"/>
          <p:nvPr/>
        </p:nvSpPr>
        <p:spPr>
          <a:xfrm>
            <a:off x="830275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46" name="Shape 43"/>
          <p:cNvSpPr/>
          <p:nvPr/>
        </p:nvSpPr>
        <p:spPr>
          <a:xfrm>
            <a:off x="9875520" y="3877056"/>
            <a:ext cx="1645920" cy="347472"/>
          </a:xfrm>
          <a:prstGeom prst="rect">
            <a:avLst/>
          </a:prstGeom>
          <a:solidFill>
            <a:srgbClr val="C9EF8F"/>
          </a:solidFill>
          <a:ln w="12700">
            <a:solidFill>
              <a:srgbClr val="B8D98A"/>
            </a:solidFill>
            <a:prstDash val="solid"/>
          </a:ln>
        </p:spPr>
      </p:sp>
      <p:sp>
        <p:nvSpPr>
          <p:cNvPr id="47" name="Text 44"/>
          <p:cNvSpPr txBox="1"/>
          <p:nvPr/>
        </p:nvSpPr>
        <p:spPr>
          <a:xfrm>
            <a:off x="9948672" y="3877056"/>
            <a:ext cx="15361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48" name="Text 45"/>
          <p:cNvSpPr txBox="1"/>
          <p:nvPr/>
        </p:nvSpPr>
        <p:spPr>
          <a:xfrm>
            <a:off x="6583680" y="4389120"/>
            <a:ext cx="2743200" cy="274320"/>
          </a:xfrm>
          <a:prstGeom prst="rect">
            <a:avLst/>
          </a:prstGeom>
          <a:noFill/>
          <a:ln/>
        </p:spPr>
        <p:txBody>
          <a:bodyPr wrap="square" lIns="0" tIns="0" rIns="0" bIns="0" rtlCol="0" anchor="t"/>
          <a:lstStyle/>
          <a:p>
            <a:pPr indent="0" marL="0">
              <a:buNone/>
            </a:pPr>
            <a:r>
              <a:rPr lang="en-US" sz="1400" b="1" dirty="0">
                <a:solidFill>
                  <a:srgbClr val="26720A"/>
                </a:solidFill>
                <a:latin typeface="Poppins" pitchFamily="34" charset="0"/>
                <a:ea typeface="Poppins" pitchFamily="34" charset="-122"/>
                <a:cs typeface="Poppins" pitchFamily="34" charset="-120"/>
              </a:rPr>
              <a:t>Schueler</a:t>
            </a:r>
            <a:endParaRPr lang="en-US" sz="1400" dirty="0"/>
          </a:p>
        </p:txBody>
      </p:sp>
      <p:sp>
        <p:nvSpPr>
          <p:cNvPr id="49" name="Shape 46"/>
          <p:cNvSpPr/>
          <p:nvPr/>
        </p:nvSpPr>
        <p:spPr>
          <a:xfrm>
            <a:off x="6583680" y="4663440"/>
            <a:ext cx="1463040" cy="347472"/>
          </a:xfrm>
          <a:prstGeom prst="rect">
            <a:avLst/>
          </a:prstGeom>
          <a:solidFill>
            <a:srgbClr val="12301A"/>
          </a:solidFill>
          <a:ln w="12700">
            <a:solidFill>
              <a:srgbClr val="B8D98A"/>
            </a:solidFill>
            <a:prstDash val="solid"/>
          </a:ln>
        </p:spPr>
      </p:sp>
      <p:sp>
        <p:nvSpPr>
          <p:cNvPr id="50" name="Text 47"/>
          <p:cNvSpPr txBox="1"/>
          <p:nvPr/>
        </p:nvSpPr>
        <p:spPr>
          <a:xfrm>
            <a:off x="6656832" y="4663440"/>
            <a:ext cx="135331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SchuelerID</a:t>
            </a:r>
            <a:endParaRPr lang="en-US" sz="1200" dirty="0"/>
          </a:p>
        </p:txBody>
      </p:sp>
      <p:sp>
        <p:nvSpPr>
          <p:cNvPr id="51" name="Shape 48"/>
          <p:cNvSpPr/>
          <p:nvPr/>
        </p:nvSpPr>
        <p:spPr>
          <a:xfrm>
            <a:off x="8046720" y="4663440"/>
            <a:ext cx="2103120" cy="347472"/>
          </a:xfrm>
          <a:prstGeom prst="rect">
            <a:avLst/>
          </a:prstGeom>
          <a:solidFill>
            <a:srgbClr val="12301A"/>
          </a:solidFill>
          <a:ln w="12700">
            <a:solidFill>
              <a:srgbClr val="B8D98A"/>
            </a:solidFill>
            <a:prstDash val="solid"/>
          </a:ln>
        </p:spPr>
      </p:sp>
      <p:sp>
        <p:nvSpPr>
          <p:cNvPr id="52" name="Text 49"/>
          <p:cNvSpPr txBox="1"/>
          <p:nvPr/>
        </p:nvSpPr>
        <p:spPr>
          <a:xfrm>
            <a:off x="8119872" y="4663440"/>
            <a:ext cx="199339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Name</a:t>
            </a:r>
            <a:endParaRPr lang="en-US" sz="1200" dirty="0"/>
          </a:p>
        </p:txBody>
      </p:sp>
      <p:sp>
        <p:nvSpPr>
          <p:cNvPr id="53" name="Shape 50"/>
          <p:cNvSpPr/>
          <p:nvPr/>
        </p:nvSpPr>
        <p:spPr>
          <a:xfrm>
            <a:off x="10149840" y="4663440"/>
            <a:ext cx="1371600" cy="347472"/>
          </a:xfrm>
          <a:prstGeom prst="rect">
            <a:avLst/>
          </a:prstGeom>
          <a:solidFill>
            <a:srgbClr val="12301A"/>
          </a:solidFill>
          <a:ln w="12700">
            <a:solidFill>
              <a:srgbClr val="B8D98A"/>
            </a:solidFill>
            <a:prstDash val="solid"/>
          </a:ln>
        </p:spPr>
      </p:sp>
      <p:sp>
        <p:nvSpPr>
          <p:cNvPr id="54" name="Text 51"/>
          <p:cNvSpPr txBox="1"/>
          <p:nvPr/>
        </p:nvSpPr>
        <p:spPr>
          <a:xfrm>
            <a:off x="10222992" y="4663440"/>
            <a:ext cx="1261872" cy="347472"/>
          </a:xfrm>
          <a:prstGeom prst="rect">
            <a:avLst/>
          </a:prstGeom>
          <a:noFill/>
          <a:ln/>
        </p:spPr>
        <p:txBody>
          <a:bodyPr wrap="square" lIns="0" tIns="0" rIns="0" bIns="0" rtlCol="0" anchor="ctr"/>
          <a:lstStyle/>
          <a:p>
            <a:pPr indent="0" marL="0">
              <a:buNone/>
            </a:pPr>
            <a:r>
              <a:rPr lang="en-US" sz="1200" b="1" dirty="0">
                <a:solidFill>
                  <a:srgbClr val="FBFFF4"/>
                </a:solidFill>
                <a:latin typeface="Poppins" pitchFamily="34" charset="0"/>
                <a:ea typeface="Poppins" pitchFamily="34" charset="-122"/>
                <a:cs typeface="Poppins" pitchFamily="34" charset="-120"/>
              </a:rPr>
              <a:t>Klasse</a:t>
            </a:r>
            <a:endParaRPr lang="en-US" sz="1200" dirty="0"/>
          </a:p>
        </p:txBody>
      </p:sp>
      <p:sp>
        <p:nvSpPr>
          <p:cNvPr id="55" name="Shape 52"/>
          <p:cNvSpPr/>
          <p:nvPr/>
        </p:nvSpPr>
        <p:spPr>
          <a:xfrm>
            <a:off x="6583680" y="5010912"/>
            <a:ext cx="1463040" cy="347472"/>
          </a:xfrm>
          <a:prstGeom prst="rect">
            <a:avLst/>
          </a:prstGeom>
          <a:solidFill>
            <a:srgbClr val="B1FF37"/>
          </a:solidFill>
          <a:ln w="12700">
            <a:solidFill>
              <a:srgbClr val="B8D98A"/>
            </a:solidFill>
            <a:prstDash val="solid"/>
          </a:ln>
        </p:spPr>
      </p:sp>
      <p:sp>
        <p:nvSpPr>
          <p:cNvPr id="56" name="Text 53"/>
          <p:cNvSpPr txBox="1"/>
          <p:nvPr/>
        </p:nvSpPr>
        <p:spPr>
          <a:xfrm>
            <a:off x="6656832" y="5010912"/>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1</a:t>
            </a:r>
            <a:endParaRPr lang="en-US" sz="1200" dirty="0"/>
          </a:p>
        </p:txBody>
      </p:sp>
      <p:sp>
        <p:nvSpPr>
          <p:cNvPr id="57" name="Shape 54"/>
          <p:cNvSpPr/>
          <p:nvPr/>
        </p:nvSpPr>
        <p:spPr>
          <a:xfrm>
            <a:off x="8046720" y="5010912"/>
            <a:ext cx="2103120" cy="347472"/>
          </a:xfrm>
          <a:prstGeom prst="rect">
            <a:avLst/>
          </a:prstGeom>
          <a:solidFill>
            <a:srgbClr val="B1FF37"/>
          </a:solidFill>
          <a:ln w="12700">
            <a:solidFill>
              <a:srgbClr val="B8D98A"/>
            </a:solidFill>
            <a:prstDash val="solid"/>
          </a:ln>
        </p:spPr>
      </p:sp>
      <p:sp>
        <p:nvSpPr>
          <p:cNvPr id="58" name="Text 55"/>
          <p:cNvSpPr txBox="1"/>
          <p:nvPr/>
        </p:nvSpPr>
        <p:spPr>
          <a:xfrm>
            <a:off x="8119872" y="5010912"/>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Anna Huber</a:t>
            </a:r>
            <a:endParaRPr lang="en-US" sz="1200" dirty="0"/>
          </a:p>
        </p:txBody>
      </p:sp>
      <p:sp>
        <p:nvSpPr>
          <p:cNvPr id="59" name="Shape 56"/>
          <p:cNvSpPr/>
          <p:nvPr/>
        </p:nvSpPr>
        <p:spPr>
          <a:xfrm>
            <a:off x="10149840" y="5010912"/>
            <a:ext cx="1371600" cy="347472"/>
          </a:xfrm>
          <a:prstGeom prst="rect">
            <a:avLst/>
          </a:prstGeom>
          <a:solidFill>
            <a:srgbClr val="B1FF37"/>
          </a:solidFill>
          <a:ln w="12700">
            <a:solidFill>
              <a:srgbClr val="B8D98A"/>
            </a:solidFill>
            <a:prstDash val="solid"/>
          </a:ln>
        </p:spPr>
      </p:sp>
      <p:sp>
        <p:nvSpPr>
          <p:cNvPr id="60" name="Text 57"/>
          <p:cNvSpPr txBox="1"/>
          <p:nvPr/>
        </p:nvSpPr>
        <p:spPr>
          <a:xfrm>
            <a:off x="10222992" y="5010912"/>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
        <p:nvSpPr>
          <p:cNvPr id="61" name="Shape 58"/>
          <p:cNvSpPr/>
          <p:nvPr/>
        </p:nvSpPr>
        <p:spPr>
          <a:xfrm>
            <a:off x="6583680" y="5358384"/>
            <a:ext cx="1463040" cy="347472"/>
          </a:xfrm>
          <a:prstGeom prst="rect">
            <a:avLst/>
          </a:prstGeom>
          <a:solidFill>
            <a:srgbClr val="FBFFF4"/>
          </a:solidFill>
          <a:ln w="12700">
            <a:solidFill>
              <a:srgbClr val="B8D98A"/>
            </a:solidFill>
            <a:prstDash val="solid"/>
          </a:ln>
        </p:spPr>
      </p:sp>
      <p:sp>
        <p:nvSpPr>
          <p:cNvPr id="62" name="Text 59"/>
          <p:cNvSpPr txBox="1"/>
          <p:nvPr/>
        </p:nvSpPr>
        <p:spPr>
          <a:xfrm>
            <a:off x="6656832" y="5358384"/>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t>
            </a:r>
            <a:endParaRPr lang="en-US" sz="1200" dirty="0"/>
          </a:p>
        </p:txBody>
      </p:sp>
      <p:sp>
        <p:nvSpPr>
          <p:cNvPr id="63" name="Shape 60"/>
          <p:cNvSpPr/>
          <p:nvPr/>
        </p:nvSpPr>
        <p:spPr>
          <a:xfrm>
            <a:off x="8046720" y="5358384"/>
            <a:ext cx="2103120" cy="347472"/>
          </a:xfrm>
          <a:prstGeom prst="rect">
            <a:avLst/>
          </a:prstGeom>
          <a:solidFill>
            <a:srgbClr val="FBFFF4"/>
          </a:solidFill>
          <a:ln w="12700">
            <a:solidFill>
              <a:srgbClr val="B8D98A"/>
            </a:solidFill>
            <a:prstDash val="solid"/>
          </a:ln>
        </p:spPr>
      </p:sp>
      <p:sp>
        <p:nvSpPr>
          <p:cNvPr id="64" name="Text 61"/>
          <p:cNvSpPr txBox="1"/>
          <p:nvPr/>
        </p:nvSpPr>
        <p:spPr>
          <a:xfrm>
            <a:off x="8119872" y="5358384"/>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Max Gruber</a:t>
            </a:r>
            <a:endParaRPr lang="en-US" sz="1200" dirty="0"/>
          </a:p>
        </p:txBody>
      </p:sp>
      <p:sp>
        <p:nvSpPr>
          <p:cNvPr id="65" name="Shape 62"/>
          <p:cNvSpPr/>
          <p:nvPr/>
        </p:nvSpPr>
        <p:spPr>
          <a:xfrm>
            <a:off x="10149840" y="5358384"/>
            <a:ext cx="1371600" cy="347472"/>
          </a:xfrm>
          <a:prstGeom prst="rect">
            <a:avLst/>
          </a:prstGeom>
          <a:solidFill>
            <a:srgbClr val="FBFFF4"/>
          </a:solidFill>
          <a:ln w="12700">
            <a:solidFill>
              <a:srgbClr val="B8D98A"/>
            </a:solidFill>
            <a:prstDash val="solid"/>
          </a:ln>
        </p:spPr>
      </p:sp>
      <p:sp>
        <p:nvSpPr>
          <p:cNvPr id="66" name="Text 63"/>
          <p:cNvSpPr txBox="1"/>
          <p:nvPr/>
        </p:nvSpPr>
        <p:spPr>
          <a:xfrm>
            <a:off x="10222992" y="5358384"/>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2a</a:t>
            </a:r>
            <a:endParaRPr lang="en-US" sz="1200" dirty="0"/>
          </a:p>
        </p:txBody>
      </p:sp>
      <p:sp>
        <p:nvSpPr>
          <p:cNvPr id="67" name="Shape 64"/>
          <p:cNvSpPr/>
          <p:nvPr/>
        </p:nvSpPr>
        <p:spPr>
          <a:xfrm>
            <a:off x="6583680" y="5705856"/>
            <a:ext cx="1463040" cy="347472"/>
          </a:xfrm>
          <a:prstGeom prst="rect">
            <a:avLst/>
          </a:prstGeom>
          <a:solidFill>
            <a:srgbClr val="C9EF8F"/>
          </a:solidFill>
          <a:ln w="12700">
            <a:solidFill>
              <a:srgbClr val="B8D98A"/>
            </a:solidFill>
            <a:prstDash val="solid"/>
          </a:ln>
        </p:spPr>
      </p:sp>
      <p:sp>
        <p:nvSpPr>
          <p:cNvPr id="68" name="Text 65"/>
          <p:cNvSpPr txBox="1"/>
          <p:nvPr/>
        </p:nvSpPr>
        <p:spPr>
          <a:xfrm>
            <a:off x="6656832" y="5705856"/>
            <a:ext cx="135331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3</a:t>
            </a:r>
            <a:endParaRPr lang="en-US" sz="1200" dirty="0"/>
          </a:p>
        </p:txBody>
      </p:sp>
      <p:sp>
        <p:nvSpPr>
          <p:cNvPr id="69" name="Shape 66"/>
          <p:cNvSpPr/>
          <p:nvPr/>
        </p:nvSpPr>
        <p:spPr>
          <a:xfrm>
            <a:off x="8046720" y="5705856"/>
            <a:ext cx="2103120" cy="347472"/>
          </a:xfrm>
          <a:prstGeom prst="rect">
            <a:avLst/>
          </a:prstGeom>
          <a:solidFill>
            <a:srgbClr val="C9EF8F"/>
          </a:solidFill>
          <a:ln w="12700">
            <a:solidFill>
              <a:srgbClr val="B8D98A"/>
            </a:solidFill>
            <a:prstDash val="solid"/>
          </a:ln>
        </p:spPr>
      </p:sp>
      <p:sp>
        <p:nvSpPr>
          <p:cNvPr id="70" name="Text 67"/>
          <p:cNvSpPr txBox="1"/>
          <p:nvPr/>
        </p:nvSpPr>
        <p:spPr>
          <a:xfrm>
            <a:off x="8119872" y="5705856"/>
            <a:ext cx="199339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Lea Maier</a:t>
            </a:r>
            <a:endParaRPr lang="en-US" sz="1200" dirty="0"/>
          </a:p>
        </p:txBody>
      </p:sp>
      <p:sp>
        <p:nvSpPr>
          <p:cNvPr id="71" name="Shape 68"/>
          <p:cNvSpPr/>
          <p:nvPr/>
        </p:nvSpPr>
        <p:spPr>
          <a:xfrm>
            <a:off x="10149840" y="5705856"/>
            <a:ext cx="1371600" cy="347472"/>
          </a:xfrm>
          <a:prstGeom prst="rect">
            <a:avLst/>
          </a:prstGeom>
          <a:solidFill>
            <a:srgbClr val="C9EF8F"/>
          </a:solidFill>
          <a:ln w="12700">
            <a:solidFill>
              <a:srgbClr val="B8D98A"/>
            </a:solidFill>
            <a:prstDash val="solid"/>
          </a:ln>
        </p:spPr>
      </p:sp>
      <p:sp>
        <p:nvSpPr>
          <p:cNvPr id="72" name="Text 69"/>
          <p:cNvSpPr txBox="1"/>
          <p:nvPr/>
        </p:nvSpPr>
        <p:spPr>
          <a:xfrm>
            <a:off x="10222992" y="5705856"/>
            <a:ext cx="1261872" cy="347472"/>
          </a:xfrm>
          <a:prstGeom prst="rect">
            <a:avLst/>
          </a:prstGeom>
          <a:noFill/>
          <a:ln/>
        </p:spPr>
        <p:txBody>
          <a:bodyPr wrap="square" lIns="0" tIns="0" rIns="0" bIns="0" rtlCol="0" anchor="ctr"/>
          <a:lstStyle/>
          <a:p>
            <a:pPr indent="0" marL="0">
              <a:buNone/>
            </a:pPr>
            <a:r>
              <a:rPr lang="en-US" sz="1200" dirty="0">
                <a:solidFill>
                  <a:srgbClr val="0E1F0C"/>
                </a:solidFill>
                <a:latin typeface="Poppins" pitchFamily="34" charset="0"/>
                <a:ea typeface="Poppins" pitchFamily="34" charset="-122"/>
                <a:cs typeface="Poppins" pitchFamily="34" charset="-120"/>
              </a:rPr>
              <a:t>2b</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Alles nachschlagen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400" dirty="0">
                <a:solidFill>
                  <a:srgbClr val="0E1F0C"/>
                </a:solidFill>
                <a:latin typeface="Poppins" pitchFamily="34" charset="0"/>
                <a:ea typeface="Poppins" pitchFamily="34" charset="-122"/>
                <a:cs typeface="Poppins" pitchFamily="34" charset="-120"/>
              </a:rPr>
              <a:t>Nur Nummern – und trotzdem </a:t>
            </a:r>
            <a:pPr indent="0" marL="0">
              <a:lnSpc>
                <a:spcPct val="105000"/>
              </a:lnSpc>
              <a:buNone/>
            </a:pPr>
            <a:r>
              <a:rPr lang="en-US" sz="3400" dirty="0">
                <a:solidFill>
                  <a:srgbClr val="26720A"/>
                </a:solidFill>
                <a:highlight>
                  <a:srgbClr val="B1FF37"/>
                </a:highlight>
                <a:latin typeface="Poppins" pitchFamily="34" charset="0"/>
                <a:ea typeface="Poppins" pitchFamily="34" charset="-122"/>
                <a:cs typeface="Poppins" pitchFamily="34" charset="-120"/>
              </a:rPr>
              <a:t>alle Details.</a:t>
            </a:r>
            <a:endParaRPr lang="en-US" sz="3400" dirty="0"/>
          </a:p>
        </p:txBody>
      </p:sp>
      <p:sp>
        <p:nvSpPr>
          <p:cNvPr id="5" name="Text 2"/>
          <p:cNvSpPr txBox="1"/>
          <p:nvPr/>
        </p:nvSpPr>
        <p:spPr>
          <a:xfrm>
            <a:off x="640080" y="429768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Anna steht nur einmal in der Schüler-Tabelle. Wechselt sie die Klasse, ändern wir es an einer Stelle.</a:t>
            </a:r>
            <a:endParaRPr lang="en-US" sz="1800" dirty="0"/>
          </a:p>
        </p:txBody>
      </p:sp>
      <p:sp>
        <p:nvSpPr>
          <p:cNvPr id="6" name="Shape 3"/>
          <p:cNvSpPr/>
          <p:nvPr/>
        </p:nvSpPr>
        <p:spPr>
          <a:xfrm>
            <a:off x="6583680" y="1188720"/>
            <a:ext cx="1645920" cy="640080"/>
          </a:xfrm>
          <a:prstGeom prst="rect">
            <a:avLst/>
          </a:prstGeom>
          <a:solidFill>
            <a:srgbClr val="12301A"/>
          </a:solidFill>
          <a:ln w="12700">
            <a:solidFill>
              <a:srgbClr val="B8D98A"/>
            </a:solidFill>
            <a:prstDash val="solid"/>
          </a:ln>
        </p:spPr>
      </p:sp>
      <p:sp>
        <p:nvSpPr>
          <p:cNvPr id="7" name="Text 4"/>
          <p:cNvSpPr txBox="1"/>
          <p:nvPr/>
        </p:nvSpPr>
        <p:spPr>
          <a:xfrm>
            <a:off x="6656832" y="1188720"/>
            <a:ext cx="1536192" cy="64008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AusleiheID</a:t>
            </a:r>
            <a:endParaRPr lang="en-US" sz="1500" dirty="0"/>
          </a:p>
        </p:txBody>
      </p:sp>
      <p:sp>
        <p:nvSpPr>
          <p:cNvPr id="8" name="Shape 5"/>
          <p:cNvSpPr/>
          <p:nvPr/>
        </p:nvSpPr>
        <p:spPr>
          <a:xfrm>
            <a:off x="8229600" y="1188720"/>
            <a:ext cx="1645920" cy="640080"/>
          </a:xfrm>
          <a:prstGeom prst="rect">
            <a:avLst/>
          </a:prstGeom>
          <a:solidFill>
            <a:srgbClr val="12301A"/>
          </a:solidFill>
          <a:ln w="12700">
            <a:solidFill>
              <a:srgbClr val="B8D98A"/>
            </a:solidFill>
            <a:prstDash val="solid"/>
          </a:ln>
        </p:spPr>
      </p:sp>
      <p:sp>
        <p:nvSpPr>
          <p:cNvPr id="9" name="Text 6"/>
          <p:cNvSpPr txBox="1"/>
          <p:nvPr/>
        </p:nvSpPr>
        <p:spPr>
          <a:xfrm>
            <a:off x="8302752" y="1188720"/>
            <a:ext cx="1536192" cy="64008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BuchNummer</a:t>
            </a:r>
            <a:endParaRPr lang="en-US" sz="1500" dirty="0"/>
          </a:p>
        </p:txBody>
      </p:sp>
      <p:sp>
        <p:nvSpPr>
          <p:cNvPr id="10" name="Shape 7"/>
          <p:cNvSpPr/>
          <p:nvPr/>
        </p:nvSpPr>
        <p:spPr>
          <a:xfrm>
            <a:off x="9875520" y="1188720"/>
            <a:ext cx="1645920" cy="640080"/>
          </a:xfrm>
          <a:prstGeom prst="rect">
            <a:avLst/>
          </a:prstGeom>
          <a:solidFill>
            <a:srgbClr val="12301A"/>
          </a:solidFill>
          <a:ln w="12700">
            <a:solidFill>
              <a:srgbClr val="B8D98A"/>
            </a:solidFill>
            <a:prstDash val="solid"/>
          </a:ln>
        </p:spPr>
      </p:sp>
      <p:sp>
        <p:nvSpPr>
          <p:cNvPr id="11" name="Text 8"/>
          <p:cNvSpPr txBox="1"/>
          <p:nvPr/>
        </p:nvSpPr>
        <p:spPr>
          <a:xfrm>
            <a:off x="9948672" y="1188720"/>
            <a:ext cx="1536192" cy="640080"/>
          </a:xfrm>
          <a:prstGeom prst="rect">
            <a:avLst/>
          </a:prstGeom>
          <a:noFill/>
          <a:ln/>
        </p:spPr>
        <p:txBody>
          <a:bodyPr wrap="square" lIns="0" tIns="0" rIns="0" bIns="0" rtlCol="0" anchor="ctr"/>
          <a:lstStyle/>
          <a:p>
            <a:pPr indent="0" marL="0">
              <a:buNone/>
            </a:pPr>
            <a:r>
              <a:rPr lang="en-US" sz="1500" b="1" dirty="0">
                <a:solidFill>
                  <a:srgbClr val="FBFFF4"/>
                </a:solidFill>
                <a:latin typeface="Poppins" pitchFamily="34" charset="0"/>
                <a:ea typeface="Poppins" pitchFamily="34" charset="-122"/>
                <a:cs typeface="Poppins" pitchFamily="34" charset="-120"/>
              </a:rPr>
              <a:t>SchuelerID</a:t>
            </a:r>
            <a:endParaRPr lang="en-US" sz="1500" dirty="0"/>
          </a:p>
        </p:txBody>
      </p:sp>
      <p:sp>
        <p:nvSpPr>
          <p:cNvPr id="12" name="Shape 9"/>
          <p:cNvSpPr/>
          <p:nvPr/>
        </p:nvSpPr>
        <p:spPr>
          <a:xfrm>
            <a:off x="6583680" y="1828800"/>
            <a:ext cx="1645920" cy="640080"/>
          </a:xfrm>
          <a:prstGeom prst="rect">
            <a:avLst/>
          </a:prstGeom>
          <a:solidFill>
            <a:srgbClr val="FBFFF4"/>
          </a:solidFill>
          <a:ln w="12700">
            <a:solidFill>
              <a:srgbClr val="B8D98A"/>
            </a:solidFill>
            <a:prstDash val="solid"/>
          </a:ln>
        </p:spPr>
      </p:sp>
      <p:sp>
        <p:nvSpPr>
          <p:cNvPr id="13" name="Text 10"/>
          <p:cNvSpPr txBox="1"/>
          <p:nvPr/>
        </p:nvSpPr>
        <p:spPr>
          <a:xfrm>
            <a:off x="6656832" y="182880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14" name="Shape 11"/>
          <p:cNvSpPr/>
          <p:nvPr/>
        </p:nvSpPr>
        <p:spPr>
          <a:xfrm>
            <a:off x="8229600" y="1828800"/>
            <a:ext cx="1645920" cy="640080"/>
          </a:xfrm>
          <a:prstGeom prst="rect">
            <a:avLst/>
          </a:prstGeom>
          <a:solidFill>
            <a:srgbClr val="FBFFF4"/>
          </a:solidFill>
          <a:ln w="12700">
            <a:solidFill>
              <a:srgbClr val="B8D98A"/>
            </a:solidFill>
            <a:prstDash val="solid"/>
          </a:ln>
        </p:spPr>
      </p:sp>
      <p:sp>
        <p:nvSpPr>
          <p:cNvPr id="15" name="Text 12"/>
          <p:cNvSpPr txBox="1"/>
          <p:nvPr/>
        </p:nvSpPr>
        <p:spPr>
          <a:xfrm>
            <a:off x="8302752" y="182880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16" name="Shape 13"/>
          <p:cNvSpPr/>
          <p:nvPr/>
        </p:nvSpPr>
        <p:spPr>
          <a:xfrm>
            <a:off x="9875520" y="1828800"/>
            <a:ext cx="1645920" cy="640080"/>
          </a:xfrm>
          <a:prstGeom prst="rect">
            <a:avLst/>
          </a:prstGeom>
          <a:solidFill>
            <a:srgbClr val="B1FF37"/>
          </a:solidFill>
          <a:ln w="12700">
            <a:solidFill>
              <a:srgbClr val="B8D98A"/>
            </a:solidFill>
            <a:prstDash val="solid"/>
          </a:ln>
        </p:spPr>
      </p:sp>
      <p:sp>
        <p:nvSpPr>
          <p:cNvPr id="17" name="Text 14"/>
          <p:cNvSpPr txBox="1"/>
          <p:nvPr/>
        </p:nvSpPr>
        <p:spPr>
          <a:xfrm>
            <a:off x="9948672" y="182880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18" name="Shape 15"/>
          <p:cNvSpPr/>
          <p:nvPr/>
        </p:nvSpPr>
        <p:spPr>
          <a:xfrm>
            <a:off x="6583680" y="2468880"/>
            <a:ext cx="1645920" cy="640080"/>
          </a:xfrm>
          <a:prstGeom prst="rect">
            <a:avLst/>
          </a:prstGeom>
          <a:solidFill>
            <a:srgbClr val="FBFFF4"/>
          </a:solidFill>
          <a:ln w="12700">
            <a:solidFill>
              <a:srgbClr val="B8D98A"/>
            </a:solidFill>
            <a:prstDash val="solid"/>
          </a:ln>
        </p:spPr>
      </p:sp>
      <p:sp>
        <p:nvSpPr>
          <p:cNvPr id="19" name="Text 16"/>
          <p:cNvSpPr txBox="1"/>
          <p:nvPr/>
        </p:nvSpPr>
        <p:spPr>
          <a:xfrm>
            <a:off x="6656832" y="246888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2</a:t>
            </a:r>
            <a:endParaRPr lang="en-US" sz="1500" dirty="0"/>
          </a:p>
        </p:txBody>
      </p:sp>
      <p:sp>
        <p:nvSpPr>
          <p:cNvPr id="20" name="Shape 17"/>
          <p:cNvSpPr/>
          <p:nvPr/>
        </p:nvSpPr>
        <p:spPr>
          <a:xfrm>
            <a:off x="8229600" y="2468880"/>
            <a:ext cx="1645920" cy="640080"/>
          </a:xfrm>
          <a:prstGeom prst="rect">
            <a:avLst/>
          </a:prstGeom>
          <a:solidFill>
            <a:srgbClr val="FBFFF4"/>
          </a:solidFill>
          <a:ln w="12700">
            <a:solidFill>
              <a:srgbClr val="B8D98A"/>
            </a:solidFill>
            <a:prstDash val="solid"/>
          </a:ln>
        </p:spPr>
      </p:sp>
      <p:sp>
        <p:nvSpPr>
          <p:cNvPr id="21" name="Text 18"/>
          <p:cNvSpPr txBox="1"/>
          <p:nvPr/>
        </p:nvSpPr>
        <p:spPr>
          <a:xfrm>
            <a:off x="8302752" y="246888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22" name="Shape 19"/>
          <p:cNvSpPr/>
          <p:nvPr/>
        </p:nvSpPr>
        <p:spPr>
          <a:xfrm>
            <a:off x="9875520" y="2468880"/>
            <a:ext cx="1645920" cy="640080"/>
          </a:xfrm>
          <a:prstGeom prst="rect">
            <a:avLst/>
          </a:prstGeom>
          <a:solidFill>
            <a:srgbClr val="B1FF37"/>
          </a:solidFill>
          <a:ln w="12700">
            <a:solidFill>
              <a:srgbClr val="B8D98A"/>
            </a:solidFill>
            <a:prstDash val="solid"/>
          </a:ln>
        </p:spPr>
      </p:sp>
      <p:sp>
        <p:nvSpPr>
          <p:cNvPr id="23" name="Text 20"/>
          <p:cNvSpPr txBox="1"/>
          <p:nvPr/>
        </p:nvSpPr>
        <p:spPr>
          <a:xfrm>
            <a:off x="9948672" y="246888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24" name="Shape 21"/>
          <p:cNvSpPr/>
          <p:nvPr/>
        </p:nvSpPr>
        <p:spPr>
          <a:xfrm>
            <a:off x="6583680" y="3108960"/>
            <a:ext cx="1645920" cy="640080"/>
          </a:xfrm>
          <a:prstGeom prst="rect">
            <a:avLst/>
          </a:prstGeom>
          <a:solidFill>
            <a:srgbClr val="FBFFF4"/>
          </a:solidFill>
          <a:ln w="12700">
            <a:solidFill>
              <a:srgbClr val="B8D98A"/>
            </a:solidFill>
            <a:prstDash val="solid"/>
          </a:ln>
        </p:spPr>
      </p:sp>
      <p:sp>
        <p:nvSpPr>
          <p:cNvPr id="25" name="Text 22"/>
          <p:cNvSpPr txBox="1"/>
          <p:nvPr/>
        </p:nvSpPr>
        <p:spPr>
          <a:xfrm>
            <a:off x="6656832" y="310896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26" name="Shape 23"/>
          <p:cNvSpPr/>
          <p:nvPr/>
        </p:nvSpPr>
        <p:spPr>
          <a:xfrm>
            <a:off x="8229600" y="3108960"/>
            <a:ext cx="1645920" cy="640080"/>
          </a:xfrm>
          <a:prstGeom prst="rect">
            <a:avLst/>
          </a:prstGeom>
          <a:solidFill>
            <a:srgbClr val="FBFFF4"/>
          </a:solidFill>
          <a:ln w="12700">
            <a:solidFill>
              <a:srgbClr val="B8D98A"/>
            </a:solidFill>
            <a:prstDash val="solid"/>
          </a:ln>
        </p:spPr>
      </p:sp>
      <p:sp>
        <p:nvSpPr>
          <p:cNvPr id="27" name="Text 24"/>
          <p:cNvSpPr txBox="1"/>
          <p:nvPr/>
        </p:nvSpPr>
        <p:spPr>
          <a:xfrm>
            <a:off x="8302752" y="310896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2</a:t>
            </a:r>
            <a:endParaRPr lang="en-US" sz="1500" dirty="0"/>
          </a:p>
        </p:txBody>
      </p:sp>
      <p:sp>
        <p:nvSpPr>
          <p:cNvPr id="28" name="Shape 25"/>
          <p:cNvSpPr/>
          <p:nvPr/>
        </p:nvSpPr>
        <p:spPr>
          <a:xfrm>
            <a:off x="9875520" y="3108960"/>
            <a:ext cx="1645920" cy="640080"/>
          </a:xfrm>
          <a:prstGeom prst="rect">
            <a:avLst/>
          </a:prstGeom>
          <a:solidFill>
            <a:srgbClr val="FBFFF4"/>
          </a:solidFill>
          <a:ln w="12700">
            <a:solidFill>
              <a:srgbClr val="B8D98A"/>
            </a:solidFill>
            <a:prstDash val="solid"/>
          </a:ln>
        </p:spPr>
      </p:sp>
      <p:sp>
        <p:nvSpPr>
          <p:cNvPr id="29" name="Text 26"/>
          <p:cNvSpPr txBox="1"/>
          <p:nvPr/>
        </p:nvSpPr>
        <p:spPr>
          <a:xfrm>
            <a:off x="9948672" y="3108960"/>
            <a:ext cx="1536192" cy="640080"/>
          </a:xfrm>
          <a:prstGeom prst="rect">
            <a:avLst/>
          </a:prstGeom>
          <a:noFill/>
          <a:ln/>
        </p:spPr>
        <p:txBody>
          <a:bodyPr wrap="square" lIns="0" tIns="0" rIns="0" bIns="0" rtlCol="0" anchor="ctr"/>
          <a:lstStyle/>
          <a:p>
            <a:pPr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30" name="Shape 27"/>
          <p:cNvSpPr/>
          <p:nvPr/>
        </p:nvSpPr>
        <p:spPr>
          <a:xfrm>
            <a:off x="9052560" y="3840480"/>
            <a:ext cx="457200" cy="640080"/>
          </a:xfrm>
          <a:prstGeom prst="downArrow">
            <a:avLst/>
          </a:prstGeom>
          <a:solidFill>
            <a:srgbClr val="26720A"/>
          </a:solidFill>
          <a:ln w="12700">
            <a:solidFill>
              <a:srgbClr val="26720A"/>
            </a:solidFill>
            <a:prstDash val="solid"/>
          </a:ln>
        </p:spPr>
      </p:sp>
      <p:sp>
        <p:nvSpPr>
          <p:cNvPr id="31" name="Shape 28"/>
          <p:cNvSpPr/>
          <p:nvPr/>
        </p:nvSpPr>
        <p:spPr>
          <a:xfrm>
            <a:off x="6583680" y="4572000"/>
            <a:ext cx="1463040" cy="548640"/>
          </a:xfrm>
          <a:prstGeom prst="rect">
            <a:avLst/>
          </a:prstGeom>
          <a:solidFill>
            <a:srgbClr val="12301A"/>
          </a:solidFill>
          <a:ln w="12700">
            <a:solidFill>
              <a:srgbClr val="B8D98A"/>
            </a:solidFill>
            <a:prstDash val="solid"/>
          </a:ln>
        </p:spPr>
      </p:sp>
      <p:sp>
        <p:nvSpPr>
          <p:cNvPr id="32" name="Text 29"/>
          <p:cNvSpPr txBox="1"/>
          <p:nvPr/>
        </p:nvSpPr>
        <p:spPr>
          <a:xfrm>
            <a:off x="6656832" y="4572000"/>
            <a:ext cx="1353312" cy="54864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SchuelerID</a:t>
            </a:r>
            <a:endParaRPr lang="en-US" sz="1400" dirty="0"/>
          </a:p>
        </p:txBody>
      </p:sp>
      <p:sp>
        <p:nvSpPr>
          <p:cNvPr id="33" name="Shape 30"/>
          <p:cNvSpPr/>
          <p:nvPr/>
        </p:nvSpPr>
        <p:spPr>
          <a:xfrm>
            <a:off x="8046720" y="4572000"/>
            <a:ext cx="2103120" cy="548640"/>
          </a:xfrm>
          <a:prstGeom prst="rect">
            <a:avLst/>
          </a:prstGeom>
          <a:solidFill>
            <a:srgbClr val="12301A"/>
          </a:solidFill>
          <a:ln w="12700">
            <a:solidFill>
              <a:srgbClr val="B8D98A"/>
            </a:solidFill>
            <a:prstDash val="solid"/>
          </a:ln>
        </p:spPr>
      </p:sp>
      <p:sp>
        <p:nvSpPr>
          <p:cNvPr id="34" name="Text 31"/>
          <p:cNvSpPr txBox="1"/>
          <p:nvPr/>
        </p:nvSpPr>
        <p:spPr>
          <a:xfrm>
            <a:off x="8119872" y="4572000"/>
            <a:ext cx="1993392" cy="54864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Name</a:t>
            </a:r>
            <a:endParaRPr lang="en-US" sz="1400" dirty="0"/>
          </a:p>
        </p:txBody>
      </p:sp>
      <p:sp>
        <p:nvSpPr>
          <p:cNvPr id="35" name="Shape 32"/>
          <p:cNvSpPr/>
          <p:nvPr/>
        </p:nvSpPr>
        <p:spPr>
          <a:xfrm>
            <a:off x="10149840" y="4572000"/>
            <a:ext cx="1371600" cy="548640"/>
          </a:xfrm>
          <a:prstGeom prst="rect">
            <a:avLst/>
          </a:prstGeom>
          <a:solidFill>
            <a:srgbClr val="12301A"/>
          </a:solidFill>
          <a:ln w="12700">
            <a:solidFill>
              <a:srgbClr val="B8D98A"/>
            </a:solidFill>
            <a:prstDash val="solid"/>
          </a:ln>
        </p:spPr>
      </p:sp>
      <p:sp>
        <p:nvSpPr>
          <p:cNvPr id="36" name="Text 33"/>
          <p:cNvSpPr txBox="1"/>
          <p:nvPr/>
        </p:nvSpPr>
        <p:spPr>
          <a:xfrm>
            <a:off x="10222992" y="4572000"/>
            <a:ext cx="1261872" cy="548640"/>
          </a:xfrm>
          <a:prstGeom prst="rect">
            <a:avLst/>
          </a:prstGeom>
          <a:noFill/>
          <a:ln/>
        </p:spPr>
        <p:txBody>
          <a:bodyPr wrap="square" lIns="0" tIns="0" rIns="0" bIns="0" rtlCol="0" anchor="ctr"/>
          <a:lstStyle/>
          <a:p>
            <a:pPr indent="0" marL="0">
              <a:buNone/>
            </a:pPr>
            <a:r>
              <a:rPr lang="en-US" sz="1400" b="1" dirty="0">
                <a:solidFill>
                  <a:srgbClr val="FBFFF4"/>
                </a:solidFill>
                <a:latin typeface="Poppins" pitchFamily="34" charset="0"/>
                <a:ea typeface="Poppins" pitchFamily="34" charset="-122"/>
                <a:cs typeface="Poppins" pitchFamily="34" charset="-120"/>
              </a:rPr>
              <a:t>Klasse</a:t>
            </a:r>
            <a:endParaRPr lang="en-US" sz="1400" dirty="0"/>
          </a:p>
        </p:txBody>
      </p:sp>
      <p:sp>
        <p:nvSpPr>
          <p:cNvPr id="37" name="Shape 34"/>
          <p:cNvSpPr/>
          <p:nvPr/>
        </p:nvSpPr>
        <p:spPr>
          <a:xfrm>
            <a:off x="6583680" y="5120640"/>
            <a:ext cx="1463040" cy="548640"/>
          </a:xfrm>
          <a:prstGeom prst="rect">
            <a:avLst/>
          </a:prstGeom>
          <a:solidFill>
            <a:srgbClr val="B1FF37"/>
          </a:solidFill>
          <a:ln w="12700">
            <a:solidFill>
              <a:srgbClr val="B8D98A"/>
            </a:solidFill>
            <a:prstDash val="solid"/>
          </a:ln>
        </p:spPr>
      </p:sp>
      <p:sp>
        <p:nvSpPr>
          <p:cNvPr id="38" name="Text 35"/>
          <p:cNvSpPr txBox="1"/>
          <p:nvPr/>
        </p:nvSpPr>
        <p:spPr>
          <a:xfrm>
            <a:off x="6656832" y="5120640"/>
            <a:ext cx="1353312" cy="54864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1</a:t>
            </a:r>
            <a:endParaRPr lang="en-US" sz="1400" dirty="0"/>
          </a:p>
        </p:txBody>
      </p:sp>
      <p:sp>
        <p:nvSpPr>
          <p:cNvPr id="39" name="Shape 36"/>
          <p:cNvSpPr/>
          <p:nvPr/>
        </p:nvSpPr>
        <p:spPr>
          <a:xfrm>
            <a:off x="8046720" y="5120640"/>
            <a:ext cx="2103120" cy="548640"/>
          </a:xfrm>
          <a:prstGeom prst="rect">
            <a:avLst/>
          </a:prstGeom>
          <a:solidFill>
            <a:srgbClr val="B1FF37"/>
          </a:solidFill>
          <a:ln w="12700">
            <a:solidFill>
              <a:srgbClr val="B8D98A"/>
            </a:solidFill>
            <a:prstDash val="solid"/>
          </a:ln>
        </p:spPr>
      </p:sp>
      <p:sp>
        <p:nvSpPr>
          <p:cNvPr id="40" name="Text 37"/>
          <p:cNvSpPr txBox="1"/>
          <p:nvPr/>
        </p:nvSpPr>
        <p:spPr>
          <a:xfrm>
            <a:off x="8119872" y="5120640"/>
            <a:ext cx="1993392" cy="54864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Anna Huber</a:t>
            </a:r>
            <a:endParaRPr lang="en-US" sz="1400" dirty="0"/>
          </a:p>
        </p:txBody>
      </p:sp>
      <p:sp>
        <p:nvSpPr>
          <p:cNvPr id="41" name="Shape 38"/>
          <p:cNvSpPr/>
          <p:nvPr/>
        </p:nvSpPr>
        <p:spPr>
          <a:xfrm>
            <a:off x="10149840" y="5120640"/>
            <a:ext cx="1371600" cy="548640"/>
          </a:xfrm>
          <a:prstGeom prst="rect">
            <a:avLst/>
          </a:prstGeom>
          <a:solidFill>
            <a:srgbClr val="B1FF37"/>
          </a:solidFill>
          <a:ln w="12700">
            <a:solidFill>
              <a:srgbClr val="B8D98A"/>
            </a:solidFill>
            <a:prstDash val="solid"/>
          </a:ln>
        </p:spPr>
      </p:sp>
      <p:sp>
        <p:nvSpPr>
          <p:cNvPr id="42" name="Text 39"/>
          <p:cNvSpPr txBox="1"/>
          <p:nvPr/>
        </p:nvSpPr>
        <p:spPr>
          <a:xfrm>
            <a:off x="10222992" y="5120640"/>
            <a:ext cx="1261872" cy="548640"/>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3b</a:t>
            </a:r>
            <a:endParaRPr lang="en-US" sz="1400" dirty="0"/>
          </a:p>
        </p:txBody>
      </p:sp>
      <p:sp>
        <p:nvSpPr>
          <p:cNvPr id="43" name="Shape 40"/>
          <p:cNvSpPr/>
          <p:nvPr/>
        </p:nvSpPr>
        <p:spPr>
          <a:xfrm>
            <a:off x="9418320" y="3977640"/>
            <a:ext cx="2103120" cy="457200"/>
          </a:xfrm>
          <a:prstGeom prst="roundRect">
            <a:avLst>
              <a:gd name="adj" fmla="val 16000"/>
            </a:avLst>
          </a:prstGeom>
          <a:solidFill>
            <a:srgbClr val="12301A"/>
          </a:solidFill>
          <a:ln w="12700">
            <a:solidFill>
              <a:srgbClr val="12301A"/>
            </a:solidFill>
            <a:prstDash val="solid"/>
          </a:ln>
        </p:spPr>
      </p:sp>
      <p:sp>
        <p:nvSpPr>
          <p:cNvPr id="44" name="Text 41"/>
          <p:cNvSpPr txBox="1"/>
          <p:nvPr/>
        </p:nvSpPr>
        <p:spPr>
          <a:xfrm>
            <a:off x="9418320" y="3977640"/>
            <a:ext cx="2103120" cy="457200"/>
          </a:xfrm>
          <a:prstGeom prst="rect">
            <a:avLst/>
          </a:prstGeom>
          <a:noFill/>
          <a:ln/>
        </p:spPr>
        <p:txBody>
          <a:bodyPr wrap="square" lIns="0" tIns="0" rIns="0" bIns="0" rtlCol="0" anchor="ctr"/>
          <a:lstStyle/>
          <a:p>
            <a:pPr algn="ctr" indent="0" marL="0">
              <a:buNone/>
            </a:pPr>
            <a:r>
              <a:rPr lang="en-US" sz="1300" b="1" dirty="0">
                <a:solidFill>
                  <a:srgbClr val="B1FF37"/>
                </a:solidFill>
                <a:latin typeface="Poppins" pitchFamily="34" charset="0"/>
                <a:ea typeface="Poppins" pitchFamily="34" charset="-122"/>
                <a:cs typeface="Poppins" pitchFamily="34" charset="-120"/>
              </a:rPr>
              <a:t>eine Stelle ändern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Schlüssel in der Ausleihe</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Ein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Primärschlüssel</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zwei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Fremdschlüssel.</a:t>
            </a:r>
            <a:endParaRPr lang="en-US" sz="3800" dirty="0"/>
          </a:p>
        </p:txBody>
      </p:sp>
      <p:sp>
        <p:nvSpPr>
          <p:cNvPr id="5" name="Shape 2"/>
          <p:cNvSpPr/>
          <p:nvPr/>
        </p:nvSpPr>
        <p:spPr>
          <a:xfrm>
            <a:off x="6583680" y="1828800"/>
            <a:ext cx="1645920" cy="731520"/>
          </a:xfrm>
          <a:prstGeom prst="rect">
            <a:avLst/>
          </a:prstGeom>
          <a:solidFill>
            <a:srgbClr val="12301A"/>
          </a:solidFill>
          <a:ln w="12700">
            <a:solidFill>
              <a:srgbClr val="B8D98A"/>
            </a:solidFill>
            <a:prstDash val="solid"/>
          </a:ln>
        </p:spPr>
      </p:sp>
      <p:sp>
        <p:nvSpPr>
          <p:cNvPr id="6" name="Text 3"/>
          <p:cNvSpPr txBox="1"/>
          <p:nvPr/>
        </p:nvSpPr>
        <p:spPr>
          <a:xfrm>
            <a:off x="6656832" y="1828800"/>
            <a:ext cx="1536192" cy="731520"/>
          </a:xfrm>
          <a:prstGeom prst="rect">
            <a:avLst/>
          </a:prstGeom>
          <a:noFill/>
          <a:ln/>
        </p:spPr>
        <p:txBody>
          <a:bodyPr wrap="square" lIns="0" tIns="0" rIns="0" bIns="0" rtlCol="0" anchor="ctr"/>
          <a:lstStyle/>
          <a:p>
            <a:pPr indent="0" marL="0">
              <a:buNone/>
            </a:pPr>
            <a:r>
              <a:rPr lang="en-US" sz="1600" b="1" dirty="0">
                <a:solidFill>
                  <a:srgbClr val="B1FF37"/>
                </a:solidFill>
                <a:latin typeface="Poppins" pitchFamily="34" charset="0"/>
                <a:ea typeface="Poppins" pitchFamily="34" charset="-122"/>
                <a:cs typeface="Poppins" pitchFamily="34" charset="-120"/>
              </a:rPr>
              <a:t>AusleiheID</a:t>
            </a:r>
            <a:endParaRPr lang="en-US" sz="1600" dirty="0"/>
          </a:p>
        </p:txBody>
      </p:sp>
      <p:sp>
        <p:nvSpPr>
          <p:cNvPr id="7" name="Shape 4"/>
          <p:cNvSpPr/>
          <p:nvPr/>
        </p:nvSpPr>
        <p:spPr>
          <a:xfrm>
            <a:off x="8229600" y="1828800"/>
            <a:ext cx="1645920" cy="731520"/>
          </a:xfrm>
          <a:prstGeom prst="rect">
            <a:avLst/>
          </a:prstGeom>
          <a:solidFill>
            <a:srgbClr val="12301A"/>
          </a:solidFill>
          <a:ln w="12700">
            <a:solidFill>
              <a:srgbClr val="B8D98A"/>
            </a:solidFill>
            <a:prstDash val="solid"/>
          </a:ln>
        </p:spPr>
      </p:sp>
      <p:sp>
        <p:nvSpPr>
          <p:cNvPr id="8" name="Text 5"/>
          <p:cNvSpPr txBox="1"/>
          <p:nvPr/>
        </p:nvSpPr>
        <p:spPr>
          <a:xfrm>
            <a:off x="8302752" y="1828800"/>
            <a:ext cx="153619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BuchNummer</a:t>
            </a:r>
            <a:endParaRPr lang="en-US" sz="1600" dirty="0"/>
          </a:p>
        </p:txBody>
      </p:sp>
      <p:sp>
        <p:nvSpPr>
          <p:cNvPr id="9" name="Shape 6"/>
          <p:cNvSpPr/>
          <p:nvPr/>
        </p:nvSpPr>
        <p:spPr>
          <a:xfrm>
            <a:off x="9875520" y="1828800"/>
            <a:ext cx="1645920" cy="731520"/>
          </a:xfrm>
          <a:prstGeom prst="rect">
            <a:avLst/>
          </a:prstGeom>
          <a:solidFill>
            <a:srgbClr val="12301A"/>
          </a:solidFill>
          <a:ln w="12700">
            <a:solidFill>
              <a:srgbClr val="B8D98A"/>
            </a:solidFill>
            <a:prstDash val="solid"/>
          </a:ln>
        </p:spPr>
      </p:sp>
      <p:sp>
        <p:nvSpPr>
          <p:cNvPr id="10" name="Text 7"/>
          <p:cNvSpPr txBox="1"/>
          <p:nvPr/>
        </p:nvSpPr>
        <p:spPr>
          <a:xfrm>
            <a:off x="9948672" y="1828800"/>
            <a:ext cx="1536192" cy="731520"/>
          </a:xfrm>
          <a:prstGeom prst="rect">
            <a:avLst/>
          </a:prstGeom>
          <a:noFill/>
          <a:ln/>
        </p:spPr>
        <p:txBody>
          <a:bodyPr wrap="square" lIns="0" tIns="0" rIns="0" bIns="0" rtlCol="0" anchor="ctr"/>
          <a:lstStyle/>
          <a:p>
            <a:pPr indent="0" marL="0">
              <a:buNone/>
            </a:pPr>
            <a:r>
              <a:rPr lang="en-US" sz="1600" b="1" dirty="0">
                <a:solidFill>
                  <a:srgbClr val="FBFFF4"/>
                </a:solidFill>
                <a:latin typeface="Poppins" pitchFamily="34" charset="0"/>
                <a:ea typeface="Poppins" pitchFamily="34" charset="-122"/>
                <a:cs typeface="Poppins" pitchFamily="34" charset="-120"/>
              </a:rPr>
              <a:t>SchuelerID</a:t>
            </a:r>
            <a:endParaRPr lang="en-US" sz="1600" dirty="0"/>
          </a:p>
        </p:txBody>
      </p:sp>
      <p:sp>
        <p:nvSpPr>
          <p:cNvPr id="11" name="Shape 8"/>
          <p:cNvSpPr/>
          <p:nvPr/>
        </p:nvSpPr>
        <p:spPr>
          <a:xfrm>
            <a:off x="6583680" y="2560320"/>
            <a:ext cx="1645920" cy="731520"/>
          </a:xfrm>
          <a:prstGeom prst="rect">
            <a:avLst/>
          </a:prstGeom>
          <a:solidFill>
            <a:srgbClr val="FBFFF4"/>
          </a:solidFill>
          <a:ln w="12700">
            <a:solidFill>
              <a:srgbClr val="B8D98A"/>
            </a:solidFill>
            <a:prstDash val="solid"/>
          </a:ln>
        </p:spPr>
      </p:sp>
      <p:sp>
        <p:nvSpPr>
          <p:cNvPr id="12" name="Text 9"/>
          <p:cNvSpPr txBox="1"/>
          <p:nvPr/>
        </p:nvSpPr>
        <p:spPr>
          <a:xfrm>
            <a:off x="6656832" y="256032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3" name="Shape 10"/>
          <p:cNvSpPr/>
          <p:nvPr/>
        </p:nvSpPr>
        <p:spPr>
          <a:xfrm>
            <a:off x="8229600" y="2560320"/>
            <a:ext cx="1645920" cy="731520"/>
          </a:xfrm>
          <a:prstGeom prst="rect">
            <a:avLst/>
          </a:prstGeom>
          <a:solidFill>
            <a:srgbClr val="FBFFF4"/>
          </a:solidFill>
          <a:ln w="12700">
            <a:solidFill>
              <a:srgbClr val="B8D98A"/>
            </a:solidFill>
            <a:prstDash val="solid"/>
          </a:ln>
        </p:spPr>
      </p:sp>
      <p:sp>
        <p:nvSpPr>
          <p:cNvPr id="14" name="Text 11"/>
          <p:cNvSpPr txBox="1"/>
          <p:nvPr/>
        </p:nvSpPr>
        <p:spPr>
          <a:xfrm>
            <a:off x="8302752" y="256032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15" name="Shape 12"/>
          <p:cNvSpPr/>
          <p:nvPr/>
        </p:nvSpPr>
        <p:spPr>
          <a:xfrm>
            <a:off x="9875520" y="2560320"/>
            <a:ext cx="1645920" cy="731520"/>
          </a:xfrm>
          <a:prstGeom prst="rect">
            <a:avLst/>
          </a:prstGeom>
          <a:solidFill>
            <a:srgbClr val="FBFFF4"/>
          </a:solidFill>
          <a:ln w="12700">
            <a:solidFill>
              <a:srgbClr val="B8D98A"/>
            </a:solidFill>
            <a:prstDash val="solid"/>
          </a:ln>
        </p:spPr>
      </p:sp>
      <p:sp>
        <p:nvSpPr>
          <p:cNvPr id="16" name="Text 13"/>
          <p:cNvSpPr txBox="1"/>
          <p:nvPr/>
        </p:nvSpPr>
        <p:spPr>
          <a:xfrm>
            <a:off x="9948672" y="256032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17" name="Shape 14"/>
          <p:cNvSpPr/>
          <p:nvPr/>
        </p:nvSpPr>
        <p:spPr>
          <a:xfrm>
            <a:off x="6583680" y="3291840"/>
            <a:ext cx="1645920" cy="731520"/>
          </a:xfrm>
          <a:prstGeom prst="rect">
            <a:avLst/>
          </a:prstGeom>
          <a:solidFill>
            <a:srgbClr val="FBFFF4"/>
          </a:solidFill>
          <a:ln w="12700">
            <a:solidFill>
              <a:srgbClr val="B8D98A"/>
            </a:solidFill>
            <a:prstDash val="solid"/>
          </a:ln>
        </p:spPr>
      </p:sp>
      <p:sp>
        <p:nvSpPr>
          <p:cNvPr id="18" name="Text 15"/>
          <p:cNvSpPr txBox="1"/>
          <p:nvPr/>
        </p:nvSpPr>
        <p:spPr>
          <a:xfrm>
            <a:off x="6656832" y="32918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19" name="Shape 16"/>
          <p:cNvSpPr/>
          <p:nvPr/>
        </p:nvSpPr>
        <p:spPr>
          <a:xfrm>
            <a:off x="8229600" y="3291840"/>
            <a:ext cx="1645920" cy="731520"/>
          </a:xfrm>
          <a:prstGeom prst="rect">
            <a:avLst/>
          </a:prstGeom>
          <a:solidFill>
            <a:srgbClr val="FBFFF4"/>
          </a:solidFill>
          <a:ln w="12700">
            <a:solidFill>
              <a:srgbClr val="B8D98A"/>
            </a:solidFill>
            <a:prstDash val="solid"/>
          </a:ln>
        </p:spPr>
      </p:sp>
      <p:sp>
        <p:nvSpPr>
          <p:cNvPr id="20" name="Text 17"/>
          <p:cNvSpPr txBox="1"/>
          <p:nvPr/>
        </p:nvSpPr>
        <p:spPr>
          <a:xfrm>
            <a:off x="8302752" y="32918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21" name="Shape 18"/>
          <p:cNvSpPr/>
          <p:nvPr/>
        </p:nvSpPr>
        <p:spPr>
          <a:xfrm>
            <a:off x="9875520" y="3291840"/>
            <a:ext cx="1645920" cy="731520"/>
          </a:xfrm>
          <a:prstGeom prst="rect">
            <a:avLst/>
          </a:prstGeom>
          <a:solidFill>
            <a:srgbClr val="FBFFF4"/>
          </a:solidFill>
          <a:ln w="12700">
            <a:solidFill>
              <a:srgbClr val="B8D98A"/>
            </a:solidFill>
            <a:prstDash val="solid"/>
          </a:ln>
        </p:spPr>
      </p:sp>
      <p:sp>
        <p:nvSpPr>
          <p:cNvPr id="22" name="Text 19"/>
          <p:cNvSpPr txBox="1"/>
          <p:nvPr/>
        </p:nvSpPr>
        <p:spPr>
          <a:xfrm>
            <a:off x="9948672" y="329184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1</a:t>
            </a:r>
            <a:endParaRPr lang="en-US" sz="1600" dirty="0"/>
          </a:p>
        </p:txBody>
      </p:sp>
      <p:sp>
        <p:nvSpPr>
          <p:cNvPr id="23" name="Shape 20"/>
          <p:cNvSpPr/>
          <p:nvPr/>
        </p:nvSpPr>
        <p:spPr>
          <a:xfrm>
            <a:off x="6583680" y="4023360"/>
            <a:ext cx="1645920" cy="731520"/>
          </a:xfrm>
          <a:prstGeom prst="rect">
            <a:avLst/>
          </a:prstGeom>
          <a:solidFill>
            <a:srgbClr val="FBFFF4"/>
          </a:solidFill>
          <a:ln w="12700">
            <a:solidFill>
              <a:srgbClr val="B8D98A"/>
            </a:solidFill>
            <a:prstDash val="solid"/>
          </a:ln>
        </p:spPr>
      </p:sp>
      <p:sp>
        <p:nvSpPr>
          <p:cNvPr id="24" name="Text 21"/>
          <p:cNvSpPr txBox="1"/>
          <p:nvPr/>
        </p:nvSpPr>
        <p:spPr>
          <a:xfrm>
            <a:off x="6656832" y="40233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5" name="Shape 22"/>
          <p:cNvSpPr/>
          <p:nvPr/>
        </p:nvSpPr>
        <p:spPr>
          <a:xfrm>
            <a:off x="8229600" y="4023360"/>
            <a:ext cx="1645920" cy="731520"/>
          </a:xfrm>
          <a:prstGeom prst="rect">
            <a:avLst/>
          </a:prstGeom>
          <a:solidFill>
            <a:srgbClr val="FBFFF4"/>
          </a:solidFill>
          <a:ln w="12700">
            <a:solidFill>
              <a:srgbClr val="B8D98A"/>
            </a:solidFill>
            <a:prstDash val="solid"/>
          </a:ln>
        </p:spPr>
      </p:sp>
      <p:sp>
        <p:nvSpPr>
          <p:cNvPr id="26" name="Text 23"/>
          <p:cNvSpPr txBox="1"/>
          <p:nvPr/>
        </p:nvSpPr>
        <p:spPr>
          <a:xfrm>
            <a:off x="8302752" y="40233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2</a:t>
            </a:r>
            <a:endParaRPr lang="en-US" sz="1600" dirty="0"/>
          </a:p>
        </p:txBody>
      </p:sp>
      <p:sp>
        <p:nvSpPr>
          <p:cNvPr id="27" name="Shape 24"/>
          <p:cNvSpPr/>
          <p:nvPr/>
        </p:nvSpPr>
        <p:spPr>
          <a:xfrm>
            <a:off x="9875520" y="4023360"/>
            <a:ext cx="1645920" cy="731520"/>
          </a:xfrm>
          <a:prstGeom prst="rect">
            <a:avLst/>
          </a:prstGeom>
          <a:solidFill>
            <a:srgbClr val="FBFFF4"/>
          </a:solidFill>
          <a:ln w="12700">
            <a:solidFill>
              <a:srgbClr val="B8D98A"/>
            </a:solidFill>
            <a:prstDash val="solid"/>
          </a:ln>
        </p:spPr>
      </p:sp>
      <p:sp>
        <p:nvSpPr>
          <p:cNvPr id="28" name="Text 25"/>
          <p:cNvSpPr txBox="1"/>
          <p:nvPr/>
        </p:nvSpPr>
        <p:spPr>
          <a:xfrm>
            <a:off x="9948672" y="4023360"/>
            <a:ext cx="1536192" cy="731520"/>
          </a:xfrm>
          <a:prstGeom prst="rect">
            <a:avLst/>
          </a:prstGeom>
          <a:noFill/>
          <a:ln/>
        </p:spPr>
        <p:txBody>
          <a:bodyPr wrap="square" lIns="0" tIns="0" rIns="0" bIns="0" rtlCol="0" anchor="ctr"/>
          <a:lstStyle/>
          <a:p>
            <a:pPr indent="0" marL="0">
              <a:buNone/>
            </a:pPr>
            <a:r>
              <a:rPr lang="en-US" sz="1600" dirty="0">
                <a:solidFill>
                  <a:srgbClr val="0E1F0C"/>
                </a:solidFill>
                <a:latin typeface="Poppins" pitchFamily="34" charset="0"/>
                <a:ea typeface="Poppins" pitchFamily="34" charset="-122"/>
                <a:cs typeface="Poppins" pitchFamily="34" charset="-120"/>
              </a:rPr>
              <a:t>3</a:t>
            </a:r>
            <a:endParaRPr lang="en-US" sz="1600" dirty="0"/>
          </a:p>
        </p:txBody>
      </p:sp>
      <p:sp>
        <p:nvSpPr>
          <p:cNvPr id="29" name="Shape 26"/>
          <p:cNvSpPr/>
          <p:nvPr/>
        </p:nvSpPr>
        <p:spPr>
          <a:xfrm>
            <a:off x="6583680" y="1097280"/>
            <a:ext cx="1645920" cy="548640"/>
          </a:xfrm>
          <a:prstGeom prst="roundRect">
            <a:avLst>
              <a:gd name="adj" fmla="val 13333"/>
            </a:avLst>
          </a:prstGeom>
          <a:solidFill>
            <a:srgbClr val="B1FF37"/>
          </a:solidFill>
          <a:ln w="12700">
            <a:solidFill>
              <a:srgbClr val="B1FF37"/>
            </a:solidFill>
            <a:prstDash val="solid"/>
          </a:ln>
        </p:spPr>
      </p:sp>
      <p:sp>
        <p:nvSpPr>
          <p:cNvPr id="30" name="Text 27"/>
          <p:cNvSpPr txBox="1"/>
          <p:nvPr/>
        </p:nvSpPr>
        <p:spPr>
          <a:xfrm>
            <a:off x="6583680" y="1097280"/>
            <a:ext cx="16459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Primärschlüssel</a:t>
            </a:r>
            <a:endParaRPr lang="en-US" sz="1300" dirty="0"/>
          </a:p>
        </p:txBody>
      </p:sp>
      <p:sp>
        <p:nvSpPr>
          <p:cNvPr id="31" name="Shape 28"/>
          <p:cNvSpPr/>
          <p:nvPr/>
        </p:nvSpPr>
        <p:spPr>
          <a:xfrm>
            <a:off x="8229600" y="1097280"/>
            <a:ext cx="1645920" cy="548640"/>
          </a:xfrm>
          <a:prstGeom prst="roundRect">
            <a:avLst>
              <a:gd name="adj" fmla="val 13333"/>
            </a:avLst>
          </a:prstGeom>
          <a:solidFill>
            <a:srgbClr val="26720A"/>
          </a:solidFill>
          <a:ln w="12700">
            <a:solidFill>
              <a:srgbClr val="26720A"/>
            </a:solidFill>
            <a:prstDash val="solid"/>
          </a:ln>
        </p:spPr>
      </p:sp>
      <p:sp>
        <p:nvSpPr>
          <p:cNvPr id="32" name="Text 29"/>
          <p:cNvSpPr txBox="1"/>
          <p:nvPr/>
        </p:nvSpPr>
        <p:spPr>
          <a:xfrm>
            <a:off x="8229600" y="1097280"/>
            <a:ext cx="1645920" cy="548640"/>
          </a:xfrm>
          <a:prstGeom prst="rect">
            <a:avLst/>
          </a:prstGeom>
          <a:noFill/>
          <a:ln/>
        </p:spPr>
        <p:txBody>
          <a:bodyPr wrap="square" lIns="0" tIns="0" rIns="0" bIns="0" rtlCol="0" anchor="ctr"/>
          <a:lstStyle/>
          <a:p>
            <a:pPr algn="ctr" indent="0" marL="0">
              <a:buNone/>
            </a:pPr>
            <a:r>
              <a:rPr lang="en-US" sz="1300" b="1" dirty="0">
                <a:solidFill>
                  <a:srgbClr val="FBFFF4"/>
                </a:solidFill>
                <a:latin typeface="Poppins" pitchFamily="34" charset="0"/>
                <a:ea typeface="Poppins" pitchFamily="34" charset="-122"/>
                <a:cs typeface="Poppins" pitchFamily="34" charset="-120"/>
              </a:rPr>
              <a:t>Fremdschlüssel</a:t>
            </a:r>
            <a:endParaRPr lang="en-US" sz="1300" dirty="0"/>
          </a:p>
        </p:txBody>
      </p:sp>
      <p:sp>
        <p:nvSpPr>
          <p:cNvPr id="33" name="Shape 30"/>
          <p:cNvSpPr/>
          <p:nvPr/>
        </p:nvSpPr>
        <p:spPr>
          <a:xfrm>
            <a:off x="9875520" y="1097280"/>
            <a:ext cx="1645920" cy="548640"/>
          </a:xfrm>
          <a:prstGeom prst="roundRect">
            <a:avLst>
              <a:gd name="adj" fmla="val 13333"/>
            </a:avLst>
          </a:prstGeom>
          <a:solidFill>
            <a:srgbClr val="26720A"/>
          </a:solidFill>
          <a:ln w="12700">
            <a:solidFill>
              <a:srgbClr val="26720A"/>
            </a:solidFill>
            <a:prstDash val="solid"/>
          </a:ln>
        </p:spPr>
      </p:sp>
      <p:sp>
        <p:nvSpPr>
          <p:cNvPr id="34" name="Text 31"/>
          <p:cNvSpPr txBox="1"/>
          <p:nvPr/>
        </p:nvSpPr>
        <p:spPr>
          <a:xfrm>
            <a:off x="9875520" y="1097280"/>
            <a:ext cx="1645920" cy="548640"/>
          </a:xfrm>
          <a:prstGeom prst="rect">
            <a:avLst/>
          </a:prstGeom>
          <a:noFill/>
          <a:ln/>
        </p:spPr>
        <p:txBody>
          <a:bodyPr wrap="square" lIns="0" tIns="0" rIns="0" bIns="0" rtlCol="0" anchor="ctr"/>
          <a:lstStyle/>
          <a:p>
            <a:pPr algn="ctr" indent="0" marL="0">
              <a:buNone/>
            </a:pPr>
            <a:r>
              <a:rPr lang="en-US" sz="1300" b="1" dirty="0">
                <a:solidFill>
                  <a:srgbClr val="FBFFF4"/>
                </a:solidFill>
                <a:latin typeface="Poppins" pitchFamily="34" charset="0"/>
                <a:ea typeface="Poppins" pitchFamily="34" charset="-122"/>
                <a:cs typeface="Poppins" pitchFamily="34" charset="-120"/>
              </a:rPr>
              <a:t>Fremdschlüssel</a:t>
            </a:r>
            <a:endParaRPr lang="en-US" sz="1300" dirty="0"/>
          </a:p>
        </p:txBody>
      </p:sp>
      <p:sp>
        <p:nvSpPr>
          <p:cNvPr id="35" name="Text 32"/>
          <p:cNvSpPr txBox="1"/>
          <p:nvPr/>
        </p:nvSpPr>
        <p:spPr>
          <a:xfrm>
            <a:off x="8229600" y="4937760"/>
            <a:ext cx="1645920" cy="548640"/>
          </a:xfrm>
          <a:prstGeom prst="rect">
            <a:avLst/>
          </a:prstGeom>
          <a:noFill/>
          <a:ln/>
        </p:spPr>
        <p:txBody>
          <a:bodyPr wrap="square" lIns="0" tIns="0" rIns="0" bIns="0" rtlCol="0" anchor="t"/>
          <a:lstStyle/>
          <a:p>
            <a:pPr algn="ctr" indent="0" marL="0">
              <a:buNone/>
            </a:pPr>
            <a:r>
              <a:rPr lang="en-US" sz="1200" dirty="0">
                <a:solidFill>
                  <a:srgbClr val="5B6B50"/>
                </a:solidFill>
                <a:latin typeface="Poppins" pitchFamily="34" charset="0"/>
                <a:ea typeface="Poppins" pitchFamily="34" charset="-122"/>
                <a:cs typeface="Poppins" pitchFamily="34" charset="-120"/>
              </a:rPr>
              <a:t>zeigt auf Buecher</a:t>
            </a:r>
            <a:endParaRPr lang="en-US" sz="1200" dirty="0"/>
          </a:p>
        </p:txBody>
      </p:sp>
      <p:sp>
        <p:nvSpPr>
          <p:cNvPr id="36" name="Text 33"/>
          <p:cNvSpPr txBox="1"/>
          <p:nvPr/>
        </p:nvSpPr>
        <p:spPr>
          <a:xfrm>
            <a:off x="9875520" y="4937760"/>
            <a:ext cx="1645920" cy="548640"/>
          </a:xfrm>
          <a:prstGeom prst="rect">
            <a:avLst/>
          </a:prstGeom>
          <a:noFill/>
          <a:ln/>
        </p:spPr>
        <p:txBody>
          <a:bodyPr wrap="square" lIns="0" tIns="0" rIns="0" bIns="0" rtlCol="0" anchor="t"/>
          <a:lstStyle/>
          <a:p>
            <a:pPr algn="ctr" indent="0" marL="0">
              <a:buNone/>
            </a:pPr>
            <a:r>
              <a:rPr lang="en-US" sz="1200" dirty="0">
                <a:solidFill>
                  <a:srgbClr val="5B6B50"/>
                </a:solidFill>
                <a:latin typeface="Poppins" pitchFamily="34" charset="0"/>
                <a:ea typeface="Poppins" pitchFamily="34" charset="-122"/>
                <a:cs typeface="Poppins" pitchFamily="34" charset="-120"/>
              </a:rPr>
              <a:t>zeigt auf Schueler</a:t>
            </a:r>
            <a:endParaRPr lang="en-US" sz="1200" dirty="0"/>
          </a:p>
        </p:txBody>
      </p:sp>
      <p:sp>
        <p:nvSpPr>
          <p:cNvPr id="37" name="Shape 34"/>
          <p:cNvSpPr/>
          <p:nvPr/>
        </p:nvSpPr>
        <p:spPr>
          <a:xfrm>
            <a:off x="8869680" y="4572000"/>
            <a:ext cx="320040" cy="365760"/>
          </a:xfrm>
          <a:prstGeom prst="upArrow">
            <a:avLst/>
          </a:prstGeom>
          <a:solidFill>
            <a:srgbClr val="26720A"/>
          </a:solidFill>
          <a:ln w="12700">
            <a:solidFill>
              <a:srgbClr val="26720A"/>
            </a:solidFill>
            <a:prstDash val="solid"/>
          </a:ln>
        </p:spPr>
      </p:sp>
      <p:sp>
        <p:nvSpPr>
          <p:cNvPr id="38" name="Shape 35"/>
          <p:cNvSpPr/>
          <p:nvPr/>
        </p:nvSpPr>
        <p:spPr>
          <a:xfrm>
            <a:off x="10515600" y="4572000"/>
            <a:ext cx="320040" cy="365760"/>
          </a:xfrm>
          <a:prstGeom prst="upArrow">
            <a:avLst/>
          </a:prstGeom>
          <a:solidFill>
            <a:srgbClr val="26720A"/>
          </a:solidFill>
          <a:ln w="12700">
            <a:solidFill>
              <a:srgbClr val="26720A"/>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Beziehung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Zwischen den Tabellen besteht eine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1-zu-n-Beziehung.</a:t>
            </a:r>
            <a:endParaRPr lang="en-US" sz="3600" dirty="0"/>
          </a:p>
        </p:txBody>
      </p:sp>
      <p:sp>
        <p:nvSpPr>
          <p:cNvPr id="5" name="Shape 2"/>
          <p:cNvSpPr/>
          <p:nvPr/>
        </p:nvSpPr>
        <p:spPr>
          <a:xfrm>
            <a:off x="6583680" y="1097280"/>
            <a:ext cx="2011680" cy="1463040"/>
          </a:xfrm>
          <a:prstGeom prst="roundRect">
            <a:avLst>
              <a:gd name="adj" fmla="val 9375"/>
            </a:avLst>
          </a:prstGeom>
          <a:solidFill>
            <a:srgbClr val="FBFFF4"/>
          </a:solidFill>
          <a:ln w="15875">
            <a:solidFill>
              <a:srgbClr val="B8D98A"/>
            </a:solidFill>
            <a:prstDash val="solid"/>
          </a:ln>
        </p:spPr>
      </p:sp>
      <p:sp>
        <p:nvSpPr>
          <p:cNvPr id="6" name="Text 3"/>
          <p:cNvSpPr txBox="1"/>
          <p:nvPr/>
        </p:nvSpPr>
        <p:spPr>
          <a:xfrm>
            <a:off x="6583680" y="1097280"/>
            <a:ext cx="2011680" cy="1463040"/>
          </a:xfrm>
          <a:prstGeom prst="rect">
            <a:avLst/>
          </a:prstGeom>
          <a:noFill/>
          <a:ln/>
        </p:spPr>
        <p:txBody>
          <a:bodyPr wrap="square" lIns="0" tIns="0" rIns="0" bIns="0" rtlCol="0" anchor="ctr"/>
          <a:lstStyle/>
          <a:p>
            <a:pPr algn="ctr" indent="0" marL="0">
              <a:buNone/>
            </a:pPr>
            <a:r>
              <a:rPr lang="en-US" sz="1800" b="1" dirty="0">
                <a:solidFill>
                  <a:srgbClr val="0E1F0C"/>
                </a:solidFill>
                <a:latin typeface="Poppins" pitchFamily="34" charset="0"/>
                <a:ea typeface="Poppins" pitchFamily="34" charset="-122"/>
                <a:cs typeface="Poppins" pitchFamily="34" charset="-120"/>
              </a:rPr>
              <a:t>Buecher</a:t>
            </a:r>
            <a:endParaRPr lang="en-US" sz="1800" dirty="0"/>
          </a:p>
        </p:txBody>
      </p:sp>
      <p:sp>
        <p:nvSpPr>
          <p:cNvPr id="7" name="Shape 4"/>
          <p:cNvSpPr/>
          <p:nvPr/>
        </p:nvSpPr>
        <p:spPr>
          <a:xfrm>
            <a:off x="9509760" y="1097280"/>
            <a:ext cx="2011680" cy="1463040"/>
          </a:xfrm>
          <a:prstGeom prst="roundRect">
            <a:avLst>
              <a:gd name="adj" fmla="val 9375"/>
            </a:avLst>
          </a:prstGeom>
          <a:solidFill>
            <a:srgbClr val="FBFFF4"/>
          </a:solidFill>
          <a:ln w="15875">
            <a:solidFill>
              <a:srgbClr val="B8D98A"/>
            </a:solidFill>
            <a:prstDash val="solid"/>
          </a:ln>
        </p:spPr>
      </p:sp>
      <p:sp>
        <p:nvSpPr>
          <p:cNvPr id="8" name="Text 5"/>
          <p:cNvSpPr txBox="1"/>
          <p:nvPr/>
        </p:nvSpPr>
        <p:spPr>
          <a:xfrm>
            <a:off x="9509760" y="1097280"/>
            <a:ext cx="2011680" cy="1463040"/>
          </a:xfrm>
          <a:prstGeom prst="rect">
            <a:avLst/>
          </a:prstGeom>
          <a:noFill/>
          <a:ln/>
        </p:spPr>
        <p:txBody>
          <a:bodyPr wrap="square" lIns="0" tIns="0" rIns="0" bIns="0" rtlCol="0" anchor="ctr"/>
          <a:lstStyle/>
          <a:p>
            <a:pPr algn="ctr" indent="0" marL="0">
              <a:buNone/>
            </a:pPr>
            <a:r>
              <a:rPr lang="en-US" sz="1800" b="1" dirty="0">
                <a:solidFill>
                  <a:srgbClr val="0E1F0C"/>
                </a:solidFill>
                <a:latin typeface="Poppins" pitchFamily="34" charset="0"/>
                <a:ea typeface="Poppins" pitchFamily="34" charset="-122"/>
                <a:cs typeface="Poppins" pitchFamily="34" charset="-120"/>
              </a:rPr>
              <a:t>Ausleihe</a:t>
            </a:r>
            <a:endParaRPr lang="en-US" sz="1800" dirty="0"/>
          </a:p>
        </p:txBody>
      </p:sp>
      <p:sp>
        <p:nvSpPr>
          <p:cNvPr id="9" name="Shape 6"/>
          <p:cNvSpPr/>
          <p:nvPr/>
        </p:nvSpPr>
        <p:spPr>
          <a:xfrm>
            <a:off x="8595360" y="1828800"/>
            <a:ext cx="914400" cy="0"/>
          </a:xfrm>
          <a:prstGeom prst="line">
            <a:avLst/>
          </a:prstGeom>
          <a:noFill/>
          <a:ln w="50800">
            <a:solidFill>
              <a:srgbClr val="12301A"/>
            </a:solidFill>
            <a:prstDash val="solid"/>
          </a:ln>
        </p:spPr>
      </p:sp>
      <p:sp>
        <p:nvSpPr>
          <p:cNvPr id="10" name="Text 7"/>
          <p:cNvSpPr txBox="1"/>
          <p:nvPr/>
        </p:nvSpPr>
        <p:spPr>
          <a:xfrm>
            <a:off x="8641080" y="1280160"/>
            <a:ext cx="457200" cy="457200"/>
          </a:xfrm>
          <a:prstGeom prst="rect">
            <a:avLst/>
          </a:prstGeom>
          <a:noFill/>
          <a:ln/>
        </p:spPr>
        <p:txBody>
          <a:bodyPr wrap="square" lIns="0" tIns="0" rIns="0" bIns="0" rtlCol="0" anchor="t"/>
          <a:lstStyle/>
          <a:p>
            <a:pPr indent="0" marL="0">
              <a:buNone/>
            </a:pPr>
            <a:r>
              <a:rPr lang="en-US" sz="2200" b="1" dirty="0">
                <a:solidFill>
                  <a:srgbClr val="26720A"/>
                </a:solidFill>
                <a:latin typeface="Poppins" pitchFamily="34" charset="0"/>
                <a:ea typeface="Poppins" pitchFamily="34" charset="-122"/>
                <a:cs typeface="Poppins" pitchFamily="34" charset="-120"/>
              </a:rPr>
              <a:t>1</a:t>
            </a:r>
            <a:endParaRPr lang="en-US" sz="2200" dirty="0"/>
          </a:p>
        </p:txBody>
      </p:sp>
      <p:sp>
        <p:nvSpPr>
          <p:cNvPr id="11" name="Text 8"/>
          <p:cNvSpPr txBox="1"/>
          <p:nvPr/>
        </p:nvSpPr>
        <p:spPr>
          <a:xfrm>
            <a:off x="9098280" y="1280160"/>
            <a:ext cx="457200" cy="457200"/>
          </a:xfrm>
          <a:prstGeom prst="rect">
            <a:avLst/>
          </a:prstGeom>
          <a:noFill/>
          <a:ln/>
        </p:spPr>
        <p:txBody>
          <a:bodyPr wrap="square" lIns="0" tIns="0" rIns="0" bIns="0" rtlCol="0" anchor="t"/>
          <a:lstStyle/>
          <a:p>
            <a:pPr indent="0" marL="0">
              <a:buNone/>
            </a:pPr>
            <a:r>
              <a:rPr lang="en-US" sz="2200" b="1" dirty="0">
                <a:solidFill>
                  <a:srgbClr val="26720A"/>
                </a:solidFill>
                <a:latin typeface="Poppins" pitchFamily="34" charset="0"/>
                <a:ea typeface="Poppins" pitchFamily="34" charset="-122"/>
                <a:cs typeface="Poppins" pitchFamily="34" charset="-120"/>
              </a:rPr>
              <a:t>n</a:t>
            </a:r>
            <a:endParaRPr lang="en-US" sz="2200" dirty="0"/>
          </a:p>
        </p:txBody>
      </p:sp>
      <p:sp>
        <p:nvSpPr>
          <p:cNvPr id="12" name="Shape 9"/>
          <p:cNvSpPr/>
          <p:nvPr/>
        </p:nvSpPr>
        <p:spPr>
          <a:xfrm>
            <a:off x="6583680" y="3657600"/>
            <a:ext cx="2011680" cy="1463040"/>
          </a:xfrm>
          <a:prstGeom prst="roundRect">
            <a:avLst>
              <a:gd name="adj" fmla="val 9375"/>
            </a:avLst>
          </a:prstGeom>
          <a:solidFill>
            <a:srgbClr val="FBFFF4"/>
          </a:solidFill>
          <a:ln w="15875">
            <a:solidFill>
              <a:srgbClr val="B8D98A"/>
            </a:solidFill>
            <a:prstDash val="solid"/>
          </a:ln>
        </p:spPr>
      </p:sp>
      <p:sp>
        <p:nvSpPr>
          <p:cNvPr id="13" name="Text 10"/>
          <p:cNvSpPr txBox="1"/>
          <p:nvPr/>
        </p:nvSpPr>
        <p:spPr>
          <a:xfrm>
            <a:off x="6583680" y="3657600"/>
            <a:ext cx="2011680" cy="1463040"/>
          </a:xfrm>
          <a:prstGeom prst="rect">
            <a:avLst/>
          </a:prstGeom>
          <a:noFill/>
          <a:ln/>
        </p:spPr>
        <p:txBody>
          <a:bodyPr wrap="square" lIns="0" tIns="0" rIns="0" bIns="0" rtlCol="0" anchor="ctr"/>
          <a:lstStyle/>
          <a:p>
            <a:pPr algn="ctr" indent="0" marL="0">
              <a:buNone/>
            </a:pPr>
            <a:r>
              <a:rPr lang="en-US" sz="1800" b="1" dirty="0">
                <a:solidFill>
                  <a:srgbClr val="0E1F0C"/>
                </a:solidFill>
                <a:latin typeface="Poppins" pitchFamily="34" charset="0"/>
                <a:ea typeface="Poppins" pitchFamily="34" charset="-122"/>
                <a:cs typeface="Poppins" pitchFamily="34" charset="-120"/>
              </a:rPr>
              <a:t>Schueler</a:t>
            </a:r>
            <a:endParaRPr lang="en-US" sz="1800" dirty="0"/>
          </a:p>
        </p:txBody>
      </p:sp>
      <p:sp>
        <p:nvSpPr>
          <p:cNvPr id="14" name="Shape 11"/>
          <p:cNvSpPr/>
          <p:nvPr/>
        </p:nvSpPr>
        <p:spPr>
          <a:xfrm>
            <a:off x="9509760" y="3657600"/>
            <a:ext cx="2011680" cy="1463040"/>
          </a:xfrm>
          <a:prstGeom prst="roundRect">
            <a:avLst>
              <a:gd name="adj" fmla="val 9375"/>
            </a:avLst>
          </a:prstGeom>
          <a:solidFill>
            <a:srgbClr val="FBFFF4"/>
          </a:solidFill>
          <a:ln w="15875">
            <a:solidFill>
              <a:srgbClr val="B8D98A"/>
            </a:solidFill>
            <a:prstDash val="solid"/>
          </a:ln>
        </p:spPr>
      </p:sp>
      <p:sp>
        <p:nvSpPr>
          <p:cNvPr id="15" name="Text 12"/>
          <p:cNvSpPr txBox="1"/>
          <p:nvPr/>
        </p:nvSpPr>
        <p:spPr>
          <a:xfrm>
            <a:off x="9509760" y="3657600"/>
            <a:ext cx="2011680" cy="1463040"/>
          </a:xfrm>
          <a:prstGeom prst="rect">
            <a:avLst/>
          </a:prstGeom>
          <a:noFill/>
          <a:ln/>
        </p:spPr>
        <p:txBody>
          <a:bodyPr wrap="square" lIns="0" tIns="0" rIns="0" bIns="0" rtlCol="0" anchor="ctr"/>
          <a:lstStyle/>
          <a:p>
            <a:pPr algn="ctr" indent="0" marL="0">
              <a:buNone/>
            </a:pPr>
            <a:r>
              <a:rPr lang="en-US" sz="1800" b="1" dirty="0">
                <a:solidFill>
                  <a:srgbClr val="0E1F0C"/>
                </a:solidFill>
                <a:latin typeface="Poppins" pitchFamily="34" charset="0"/>
                <a:ea typeface="Poppins" pitchFamily="34" charset="-122"/>
                <a:cs typeface="Poppins" pitchFamily="34" charset="-120"/>
              </a:rPr>
              <a:t>Ausleihe</a:t>
            </a:r>
            <a:endParaRPr lang="en-US" sz="1800" dirty="0"/>
          </a:p>
        </p:txBody>
      </p:sp>
      <p:sp>
        <p:nvSpPr>
          <p:cNvPr id="16" name="Shape 13"/>
          <p:cNvSpPr/>
          <p:nvPr/>
        </p:nvSpPr>
        <p:spPr>
          <a:xfrm>
            <a:off x="8595360" y="4389120"/>
            <a:ext cx="914400" cy="0"/>
          </a:xfrm>
          <a:prstGeom prst="line">
            <a:avLst/>
          </a:prstGeom>
          <a:noFill/>
          <a:ln w="50800">
            <a:solidFill>
              <a:srgbClr val="12301A"/>
            </a:solidFill>
            <a:prstDash val="solid"/>
          </a:ln>
        </p:spPr>
      </p:sp>
      <p:sp>
        <p:nvSpPr>
          <p:cNvPr id="17" name="Text 14"/>
          <p:cNvSpPr txBox="1"/>
          <p:nvPr/>
        </p:nvSpPr>
        <p:spPr>
          <a:xfrm>
            <a:off x="8641080" y="3840480"/>
            <a:ext cx="457200" cy="457200"/>
          </a:xfrm>
          <a:prstGeom prst="rect">
            <a:avLst/>
          </a:prstGeom>
          <a:noFill/>
          <a:ln/>
        </p:spPr>
        <p:txBody>
          <a:bodyPr wrap="square" lIns="0" tIns="0" rIns="0" bIns="0" rtlCol="0" anchor="t"/>
          <a:lstStyle/>
          <a:p>
            <a:pPr indent="0" marL="0">
              <a:buNone/>
            </a:pPr>
            <a:r>
              <a:rPr lang="en-US" sz="2200" b="1" dirty="0">
                <a:solidFill>
                  <a:srgbClr val="26720A"/>
                </a:solidFill>
                <a:latin typeface="Poppins" pitchFamily="34" charset="0"/>
                <a:ea typeface="Poppins" pitchFamily="34" charset="-122"/>
                <a:cs typeface="Poppins" pitchFamily="34" charset="-120"/>
              </a:rPr>
              <a:t>1</a:t>
            </a:r>
            <a:endParaRPr lang="en-US" sz="2200" dirty="0"/>
          </a:p>
        </p:txBody>
      </p:sp>
      <p:sp>
        <p:nvSpPr>
          <p:cNvPr id="18" name="Text 15"/>
          <p:cNvSpPr txBox="1"/>
          <p:nvPr/>
        </p:nvSpPr>
        <p:spPr>
          <a:xfrm>
            <a:off x="9098280" y="3840480"/>
            <a:ext cx="457200" cy="457200"/>
          </a:xfrm>
          <a:prstGeom prst="rect">
            <a:avLst/>
          </a:prstGeom>
          <a:noFill/>
          <a:ln/>
        </p:spPr>
        <p:txBody>
          <a:bodyPr wrap="square" lIns="0" tIns="0" rIns="0" bIns="0" rtlCol="0" anchor="t"/>
          <a:lstStyle/>
          <a:p>
            <a:pPr indent="0" marL="0">
              <a:buNone/>
            </a:pPr>
            <a:r>
              <a:rPr lang="en-US" sz="2200" b="1" dirty="0">
                <a:solidFill>
                  <a:srgbClr val="26720A"/>
                </a:solidFill>
                <a:latin typeface="Poppins" pitchFamily="34" charset="0"/>
                <a:ea typeface="Poppins" pitchFamily="34" charset="-122"/>
                <a:cs typeface="Poppins" pitchFamily="34" charset="-120"/>
              </a:rPr>
              <a:t>n</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Viele Ausleihen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400" dirty="0">
                <a:solidFill>
                  <a:srgbClr val="0E1F0C"/>
                </a:solidFill>
                <a:latin typeface="Poppins" pitchFamily="34" charset="0"/>
                <a:ea typeface="Poppins" pitchFamily="34" charset="-122"/>
                <a:cs typeface="Poppins" pitchFamily="34" charset="-120"/>
              </a:rPr>
              <a:t>Ein Buch – </a:t>
            </a:r>
            <a:pPr indent="0" marL="0">
              <a:lnSpc>
                <a:spcPct val="105000"/>
              </a:lnSpc>
              <a:buNone/>
            </a:pPr>
            <a:r>
              <a:rPr lang="en-US" sz="3400" dirty="0">
                <a:solidFill>
                  <a:srgbClr val="26720A"/>
                </a:solidFill>
                <a:highlight>
                  <a:srgbClr val="B1FF37"/>
                </a:highlight>
                <a:latin typeface="Poppins" pitchFamily="34" charset="0"/>
                <a:ea typeface="Poppins" pitchFamily="34" charset="-122"/>
                <a:cs typeface="Poppins" pitchFamily="34" charset="-120"/>
              </a:rPr>
              <a:t>viele Ausleihen.</a:t>
            </a:r>
            <a:pPr indent="0" marL="0">
              <a:lnSpc>
                <a:spcPct val="105000"/>
              </a:lnSpc>
              <a:buNone/>
            </a:pPr>
            <a:r>
              <a:rPr lang="en-US" sz="3400" dirty="0">
                <a:solidFill>
                  <a:srgbClr val="0E1F0C"/>
                </a:solidFill>
                <a:latin typeface="Poppins" pitchFamily="34" charset="0"/>
                <a:ea typeface="Poppins" pitchFamily="34" charset="-122"/>
                <a:cs typeface="Poppins" pitchFamily="34" charset="-120"/>
              </a:rPr>
              <a:t> Eine Schülerin – viele Ausleihen.</a:t>
            </a:r>
            <a:endParaRPr lang="en-US" sz="34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Aber jede Ausleihe betrifft nur ein Buch und gehört nur einer Schülerin.</a:t>
            </a:r>
            <a:endParaRPr lang="en-US" sz="1800" dirty="0"/>
          </a:p>
        </p:txBody>
      </p:sp>
      <p:sp>
        <p:nvSpPr>
          <p:cNvPr id="6" name="Shape 3"/>
          <p:cNvSpPr/>
          <p:nvPr/>
        </p:nvSpPr>
        <p:spPr>
          <a:xfrm>
            <a:off x="6583680" y="1828800"/>
            <a:ext cx="1554480" cy="914400"/>
          </a:xfrm>
          <a:prstGeom prst="roundRect">
            <a:avLst>
              <a:gd name="adj" fmla="val 15000"/>
            </a:avLst>
          </a:prstGeom>
          <a:solidFill>
            <a:srgbClr val="FBFFF4"/>
          </a:solidFill>
          <a:ln w="15875">
            <a:solidFill>
              <a:srgbClr val="B8D98A"/>
            </a:solidFill>
            <a:prstDash val="solid"/>
          </a:ln>
        </p:spPr>
      </p:sp>
      <p:sp>
        <p:nvSpPr>
          <p:cNvPr id="7" name="Text 4"/>
          <p:cNvSpPr txBox="1"/>
          <p:nvPr/>
        </p:nvSpPr>
        <p:spPr>
          <a:xfrm>
            <a:off x="6583680" y="1828800"/>
            <a:ext cx="1554480" cy="91440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1 Buch</a:t>
            </a:r>
            <a:endParaRPr lang="en-US" sz="1500" dirty="0"/>
          </a:p>
        </p:txBody>
      </p:sp>
      <p:sp>
        <p:nvSpPr>
          <p:cNvPr id="8" name="Shape 5"/>
          <p:cNvSpPr/>
          <p:nvPr/>
        </p:nvSpPr>
        <p:spPr>
          <a:xfrm>
            <a:off x="8138160" y="2286000"/>
            <a:ext cx="1280160" cy="-822960"/>
          </a:xfrm>
          <a:prstGeom prst="line">
            <a:avLst/>
          </a:prstGeom>
          <a:noFill/>
          <a:ln w="25400">
            <a:solidFill>
              <a:srgbClr val="B8D98A"/>
            </a:solidFill>
            <a:prstDash val="solid"/>
          </a:ln>
        </p:spPr>
      </p:sp>
      <p:sp>
        <p:nvSpPr>
          <p:cNvPr id="9" name="Shape 6"/>
          <p:cNvSpPr/>
          <p:nvPr/>
        </p:nvSpPr>
        <p:spPr>
          <a:xfrm>
            <a:off x="9418320" y="1188720"/>
            <a:ext cx="2103120" cy="548640"/>
          </a:xfrm>
          <a:prstGeom prst="roundRect">
            <a:avLst>
              <a:gd name="adj" fmla="val 20000"/>
            </a:avLst>
          </a:prstGeom>
          <a:solidFill>
            <a:srgbClr val="DDF3B8"/>
          </a:solidFill>
          <a:ln w="12700">
            <a:solidFill>
              <a:srgbClr val="DDF3B8"/>
            </a:solidFill>
            <a:prstDash val="solid"/>
          </a:ln>
        </p:spPr>
      </p:sp>
      <p:sp>
        <p:nvSpPr>
          <p:cNvPr id="10" name="Text 7"/>
          <p:cNvSpPr txBox="1"/>
          <p:nvPr/>
        </p:nvSpPr>
        <p:spPr>
          <a:xfrm>
            <a:off x="9418320" y="118872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
        <p:nvSpPr>
          <p:cNvPr id="11" name="Shape 8"/>
          <p:cNvSpPr/>
          <p:nvPr/>
        </p:nvSpPr>
        <p:spPr>
          <a:xfrm>
            <a:off x="8138160" y="2286000"/>
            <a:ext cx="1280160" cy="-45720"/>
          </a:xfrm>
          <a:prstGeom prst="line">
            <a:avLst/>
          </a:prstGeom>
          <a:noFill/>
          <a:ln w="25400">
            <a:solidFill>
              <a:srgbClr val="B8D98A"/>
            </a:solidFill>
            <a:prstDash val="solid"/>
          </a:ln>
        </p:spPr>
      </p:sp>
      <p:sp>
        <p:nvSpPr>
          <p:cNvPr id="12" name="Shape 9"/>
          <p:cNvSpPr/>
          <p:nvPr/>
        </p:nvSpPr>
        <p:spPr>
          <a:xfrm>
            <a:off x="9418320" y="1965960"/>
            <a:ext cx="2103120" cy="548640"/>
          </a:xfrm>
          <a:prstGeom prst="roundRect">
            <a:avLst>
              <a:gd name="adj" fmla="val 20000"/>
            </a:avLst>
          </a:prstGeom>
          <a:solidFill>
            <a:srgbClr val="DDF3B8"/>
          </a:solidFill>
          <a:ln w="12700">
            <a:solidFill>
              <a:srgbClr val="DDF3B8"/>
            </a:solidFill>
            <a:prstDash val="solid"/>
          </a:ln>
        </p:spPr>
      </p:sp>
      <p:sp>
        <p:nvSpPr>
          <p:cNvPr id="13" name="Text 10"/>
          <p:cNvSpPr txBox="1"/>
          <p:nvPr/>
        </p:nvSpPr>
        <p:spPr>
          <a:xfrm>
            <a:off x="9418320" y="196596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
        <p:nvSpPr>
          <p:cNvPr id="14" name="Shape 11"/>
          <p:cNvSpPr/>
          <p:nvPr/>
        </p:nvSpPr>
        <p:spPr>
          <a:xfrm>
            <a:off x="8138160" y="2286000"/>
            <a:ext cx="1280160" cy="731520"/>
          </a:xfrm>
          <a:prstGeom prst="line">
            <a:avLst/>
          </a:prstGeom>
          <a:noFill/>
          <a:ln w="25400">
            <a:solidFill>
              <a:srgbClr val="B8D98A"/>
            </a:solidFill>
            <a:prstDash val="solid"/>
          </a:ln>
        </p:spPr>
      </p:sp>
      <p:sp>
        <p:nvSpPr>
          <p:cNvPr id="15" name="Shape 12"/>
          <p:cNvSpPr/>
          <p:nvPr/>
        </p:nvSpPr>
        <p:spPr>
          <a:xfrm>
            <a:off x="9418320" y="2743200"/>
            <a:ext cx="2103120" cy="548640"/>
          </a:xfrm>
          <a:prstGeom prst="roundRect">
            <a:avLst>
              <a:gd name="adj" fmla="val 20000"/>
            </a:avLst>
          </a:prstGeom>
          <a:solidFill>
            <a:srgbClr val="DDF3B8"/>
          </a:solidFill>
          <a:ln w="12700">
            <a:solidFill>
              <a:srgbClr val="DDF3B8"/>
            </a:solidFill>
            <a:prstDash val="solid"/>
          </a:ln>
        </p:spPr>
      </p:sp>
      <p:sp>
        <p:nvSpPr>
          <p:cNvPr id="16" name="Text 13"/>
          <p:cNvSpPr txBox="1"/>
          <p:nvPr/>
        </p:nvSpPr>
        <p:spPr>
          <a:xfrm>
            <a:off x="9418320" y="274320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
        <p:nvSpPr>
          <p:cNvPr id="17" name="Shape 14"/>
          <p:cNvSpPr/>
          <p:nvPr/>
        </p:nvSpPr>
        <p:spPr>
          <a:xfrm>
            <a:off x="6583680" y="4754880"/>
            <a:ext cx="1554480" cy="914400"/>
          </a:xfrm>
          <a:prstGeom prst="roundRect">
            <a:avLst>
              <a:gd name="adj" fmla="val 15000"/>
            </a:avLst>
          </a:prstGeom>
          <a:solidFill>
            <a:srgbClr val="FBFFF4"/>
          </a:solidFill>
          <a:ln w="15875">
            <a:solidFill>
              <a:srgbClr val="B8D98A"/>
            </a:solidFill>
            <a:prstDash val="solid"/>
          </a:ln>
        </p:spPr>
      </p:sp>
      <p:sp>
        <p:nvSpPr>
          <p:cNvPr id="18" name="Text 15"/>
          <p:cNvSpPr txBox="1"/>
          <p:nvPr/>
        </p:nvSpPr>
        <p:spPr>
          <a:xfrm>
            <a:off x="6583680" y="4754880"/>
            <a:ext cx="1554480" cy="91440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1 Schülerin</a:t>
            </a:r>
            <a:endParaRPr lang="en-US" sz="1500" dirty="0"/>
          </a:p>
        </p:txBody>
      </p:sp>
      <p:sp>
        <p:nvSpPr>
          <p:cNvPr id="19" name="Shape 16"/>
          <p:cNvSpPr/>
          <p:nvPr/>
        </p:nvSpPr>
        <p:spPr>
          <a:xfrm>
            <a:off x="8138160" y="5212080"/>
            <a:ext cx="1280160" cy="-822960"/>
          </a:xfrm>
          <a:prstGeom prst="line">
            <a:avLst/>
          </a:prstGeom>
          <a:noFill/>
          <a:ln w="25400">
            <a:solidFill>
              <a:srgbClr val="B8D98A"/>
            </a:solidFill>
            <a:prstDash val="solid"/>
          </a:ln>
        </p:spPr>
      </p:sp>
      <p:sp>
        <p:nvSpPr>
          <p:cNvPr id="20" name="Shape 17"/>
          <p:cNvSpPr/>
          <p:nvPr/>
        </p:nvSpPr>
        <p:spPr>
          <a:xfrm>
            <a:off x="9418320" y="4114800"/>
            <a:ext cx="2103120" cy="548640"/>
          </a:xfrm>
          <a:prstGeom prst="roundRect">
            <a:avLst>
              <a:gd name="adj" fmla="val 20000"/>
            </a:avLst>
          </a:prstGeom>
          <a:solidFill>
            <a:srgbClr val="DDF3B8"/>
          </a:solidFill>
          <a:ln w="12700">
            <a:solidFill>
              <a:srgbClr val="DDF3B8"/>
            </a:solidFill>
            <a:prstDash val="solid"/>
          </a:ln>
        </p:spPr>
      </p:sp>
      <p:sp>
        <p:nvSpPr>
          <p:cNvPr id="21" name="Text 18"/>
          <p:cNvSpPr txBox="1"/>
          <p:nvPr/>
        </p:nvSpPr>
        <p:spPr>
          <a:xfrm>
            <a:off x="9418320" y="411480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
        <p:nvSpPr>
          <p:cNvPr id="22" name="Shape 19"/>
          <p:cNvSpPr/>
          <p:nvPr/>
        </p:nvSpPr>
        <p:spPr>
          <a:xfrm>
            <a:off x="8138160" y="5212080"/>
            <a:ext cx="1280160" cy="-45720"/>
          </a:xfrm>
          <a:prstGeom prst="line">
            <a:avLst/>
          </a:prstGeom>
          <a:noFill/>
          <a:ln w="25400">
            <a:solidFill>
              <a:srgbClr val="B8D98A"/>
            </a:solidFill>
            <a:prstDash val="solid"/>
          </a:ln>
        </p:spPr>
      </p:sp>
      <p:sp>
        <p:nvSpPr>
          <p:cNvPr id="23" name="Shape 20"/>
          <p:cNvSpPr/>
          <p:nvPr/>
        </p:nvSpPr>
        <p:spPr>
          <a:xfrm>
            <a:off x="9418320" y="4892040"/>
            <a:ext cx="2103120" cy="548640"/>
          </a:xfrm>
          <a:prstGeom prst="roundRect">
            <a:avLst>
              <a:gd name="adj" fmla="val 20000"/>
            </a:avLst>
          </a:prstGeom>
          <a:solidFill>
            <a:srgbClr val="DDF3B8"/>
          </a:solidFill>
          <a:ln w="12700">
            <a:solidFill>
              <a:srgbClr val="DDF3B8"/>
            </a:solidFill>
            <a:prstDash val="solid"/>
          </a:ln>
        </p:spPr>
      </p:sp>
      <p:sp>
        <p:nvSpPr>
          <p:cNvPr id="24" name="Text 21"/>
          <p:cNvSpPr txBox="1"/>
          <p:nvPr/>
        </p:nvSpPr>
        <p:spPr>
          <a:xfrm>
            <a:off x="9418320" y="489204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
        <p:nvSpPr>
          <p:cNvPr id="25" name="Shape 22"/>
          <p:cNvSpPr/>
          <p:nvPr/>
        </p:nvSpPr>
        <p:spPr>
          <a:xfrm>
            <a:off x="8138160" y="5212080"/>
            <a:ext cx="1280160" cy="731520"/>
          </a:xfrm>
          <a:prstGeom prst="line">
            <a:avLst/>
          </a:prstGeom>
          <a:noFill/>
          <a:ln w="25400">
            <a:solidFill>
              <a:srgbClr val="B8D98A"/>
            </a:solidFill>
            <a:prstDash val="solid"/>
          </a:ln>
        </p:spPr>
      </p:sp>
      <p:sp>
        <p:nvSpPr>
          <p:cNvPr id="26" name="Shape 23"/>
          <p:cNvSpPr/>
          <p:nvPr/>
        </p:nvSpPr>
        <p:spPr>
          <a:xfrm>
            <a:off x="9418320" y="5669280"/>
            <a:ext cx="2103120" cy="548640"/>
          </a:xfrm>
          <a:prstGeom prst="roundRect">
            <a:avLst>
              <a:gd name="adj" fmla="val 20000"/>
            </a:avLst>
          </a:prstGeom>
          <a:solidFill>
            <a:srgbClr val="DDF3B8"/>
          </a:solidFill>
          <a:ln w="12700">
            <a:solidFill>
              <a:srgbClr val="DDF3B8"/>
            </a:solidFill>
            <a:prstDash val="solid"/>
          </a:ln>
        </p:spPr>
      </p:sp>
      <p:sp>
        <p:nvSpPr>
          <p:cNvPr id="27" name="Text 24"/>
          <p:cNvSpPr txBox="1"/>
          <p:nvPr/>
        </p:nvSpPr>
        <p:spPr>
          <a:xfrm>
            <a:off x="9418320" y="5669280"/>
            <a:ext cx="210312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Ausleihe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Merkregel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Die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„1“</a:t>
            </a:r>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 beim Primärschlüssel, das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„n“</a:t>
            </a:r>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 beim Fremdschlüssel.</a:t>
            </a:r>
            <a:endParaRPr lang="en-US" sz="3600" dirty="0"/>
          </a:p>
        </p:txBody>
      </p:sp>
      <p:sp>
        <p:nvSpPr>
          <p:cNvPr id="5" name="Shape 2"/>
          <p:cNvSpPr/>
          <p:nvPr/>
        </p:nvSpPr>
        <p:spPr>
          <a:xfrm>
            <a:off x="6583680" y="1188720"/>
            <a:ext cx="2194560" cy="2194560"/>
          </a:xfrm>
          <a:prstGeom prst="roundRect">
            <a:avLst>
              <a:gd name="adj" fmla="val 6250"/>
            </a:avLst>
          </a:prstGeom>
          <a:solidFill>
            <a:srgbClr val="FBFFF4"/>
          </a:solidFill>
          <a:ln w="15875">
            <a:solidFill>
              <a:srgbClr val="B8D98A"/>
            </a:solidFill>
            <a:prstDash val="solid"/>
          </a:ln>
        </p:spPr>
      </p:sp>
      <p:sp>
        <p:nvSpPr>
          <p:cNvPr id="6" name="Shape 3"/>
          <p:cNvSpPr/>
          <p:nvPr/>
        </p:nvSpPr>
        <p:spPr>
          <a:xfrm>
            <a:off x="6812280" y="1554480"/>
            <a:ext cx="411480" cy="411480"/>
          </a:xfrm>
          <a:prstGeom prst="ellipse">
            <a:avLst/>
          </a:prstGeom>
          <a:solidFill>
            <a:srgbClr val="B1FF37"/>
          </a:solidFill>
          <a:ln w="25400">
            <a:solidFill>
              <a:srgbClr val="12301A"/>
            </a:solidFill>
            <a:prstDash val="solid"/>
          </a:ln>
        </p:spPr>
      </p:sp>
      <p:sp>
        <p:nvSpPr>
          <p:cNvPr id="7" name="Shape 4"/>
          <p:cNvSpPr/>
          <p:nvPr/>
        </p:nvSpPr>
        <p:spPr>
          <a:xfrm>
            <a:off x="7223760" y="1760220"/>
            <a:ext cx="740664" cy="0"/>
          </a:xfrm>
          <a:prstGeom prst="line">
            <a:avLst/>
          </a:prstGeom>
          <a:noFill/>
          <a:ln w="38100">
            <a:solidFill>
              <a:srgbClr val="12301A"/>
            </a:solidFill>
            <a:prstDash val="solid"/>
          </a:ln>
        </p:spPr>
      </p:sp>
      <p:sp>
        <p:nvSpPr>
          <p:cNvPr id="8" name="Shape 5"/>
          <p:cNvSpPr/>
          <p:nvPr/>
        </p:nvSpPr>
        <p:spPr>
          <a:xfrm>
            <a:off x="7676388" y="1760220"/>
            <a:ext cx="0" cy="205740"/>
          </a:xfrm>
          <a:prstGeom prst="line">
            <a:avLst/>
          </a:prstGeom>
          <a:noFill/>
          <a:ln w="38100">
            <a:solidFill>
              <a:srgbClr val="12301A"/>
            </a:solidFill>
            <a:prstDash val="solid"/>
          </a:ln>
        </p:spPr>
      </p:sp>
      <p:sp>
        <p:nvSpPr>
          <p:cNvPr id="9" name="Shape 6"/>
          <p:cNvSpPr/>
          <p:nvPr/>
        </p:nvSpPr>
        <p:spPr>
          <a:xfrm>
            <a:off x="7882128" y="1760220"/>
            <a:ext cx="0" cy="164592"/>
          </a:xfrm>
          <a:prstGeom prst="line">
            <a:avLst/>
          </a:prstGeom>
          <a:noFill/>
          <a:ln w="38100">
            <a:solidFill>
              <a:srgbClr val="12301A"/>
            </a:solidFill>
            <a:prstDash val="solid"/>
          </a:ln>
        </p:spPr>
      </p:sp>
      <p:sp>
        <p:nvSpPr>
          <p:cNvPr id="10" name="Text 7"/>
          <p:cNvSpPr txBox="1"/>
          <p:nvPr/>
        </p:nvSpPr>
        <p:spPr>
          <a:xfrm>
            <a:off x="6675120" y="2377440"/>
            <a:ext cx="2011680" cy="457200"/>
          </a:xfrm>
          <a:prstGeom prst="rect">
            <a:avLst/>
          </a:prstGeom>
          <a:noFill/>
          <a:ln/>
        </p:spPr>
        <p:txBody>
          <a:bodyPr wrap="square" lIns="0" tIns="0" rIns="0" bIns="0" rtlCol="0" anchor="t"/>
          <a:lstStyle/>
          <a:p>
            <a:pPr algn="ctr" indent="0" marL="0">
              <a:buNone/>
            </a:pPr>
            <a:r>
              <a:rPr lang="en-US" sz="1300" b="1" dirty="0">
                <a:solidFill>
                  <a:srgbClr val="0E1F0C"/>
                </a:solidFill>
                <a:latin typeface="Poppins" pitchFamily="34" charset="0"/>
                <a:ea typeface="Poppins" pitchFamily="34" charset="-122"/>
                <a:cs typeface="Poppins" pitchFamily="34" charset="-120"/>
              </a:rPr>
              <a:t>Primärschlüssel</a:t>
            </a:r>
            <a:endParaRPr lang="en-US" sz="1300" dirty="0"/>
          </a:p>
        </p:txBody>
      </p:sp>
      <p:sp>
        <p:nvSpPr>
          <p:cNvPr id="11" name="Text 8"/>
          <p:cNvSpPr txBox="1"/>
          <p:nvPr/>
        </p:nvSpPr>
        <p:spPr>
          <a:xfrm>
            <a:off x="6675120" y="2743200"/>
            <a:ext cx="2011680" cy="640080"/>
          </a:xfrm>
          <a:prstGeom prst="rect">
            <a:avLst/>
          </a:prstGeom>
          <a:noFill/>
          <a:ln/>
        </p:spPr>
        <p:txBody>
          <a:bodyPr wrap="square" lIns="0" tIns="0" rIns="0" bIns="0" rtlCol="0" anchor="t"/>
          <a:lstStyle/>
          <a:p>
            <a:pPr algn="ctr" indent="0" marL="0">
              <a:buNone/>
            </a:pPr>
            <a:r>
              <a:rPr lang="en-US" sz="3400" b="1" dirty="0">
                <a:solidFill>
                  <a:srgbClr val="26720A"/>
                </a:solidFill>
                <a:latin typeface="Poppins" pitchFamily="34" charset="0"/>
                <a:ea typeface="Poppins" pitchFamily="34" charset="-122"/>
                <a:cs typeface="Poppins" pitchFamily="34" charset="-120"/>
              </a:rPr>
              <a:t>1</a:t>
            </a:r>
            <a:endParaRPr lang="en-US" sz="3400" dirty="0"/>
          </a:p>
        </p:txBody>
      </p:sp>
      <p:sp>
        <p:nvSpPr>
          <p:cNvPr id="12" name="Shape 9"/>
          <p:cNvSpPr/>
          <p:nvPr/>
        </p:nvSpPr>
        <p:spPr>
          <a:xfrm>
            <a:off x="8778240" y="2286000"/>
            <a:ext cx="640080" cy="0"/>
          </a:xfrm>
          <a:prstGeom prst="line">
            <a:avLst/>
          </a:prstGeom>
          <a:noFill/>
          <a:ln w="50800">
            <a:solidFill>
              <a:srgbClr val="12301A"/>
            </a:solidFill>
            <a:prstDash val="solid"/>
          </a:ln>
        </p:spPr>
      </p:sp>
      <p:sp>
        <p:nvSpPr>
          <p:cNvPr id="13" name="Shape 10"/>
          <p:cNvSpPr/>
          <p:nvPr/>
        </p:nvSpPr>
        <p:spPr>
          <a:xfrm>
            <a:off x="9418320" y="1188720"/>
            <a:ext cx="2103120" cy="2194560"/>
          </a:xfrm>
          <a:prstGeom prst="roundRect">
            <a:avLst>
              <a:gd name="adj" fmla="val 6522"/>
            </a:avLst>
          </a:prstGeom>
          <a:solidFill>
            <a:srgbClr val="FBFFF4"/>
          </a:solidFill>
          <a:ln w="15875">
            <a:solidFill>
              <a:srgbClr val="B8D98A"/>
            </a:solidFill>
            <a:prstDash val="solid"/>
          </a:ln>
        </p:spPr>
      </p:sp>
      <p:sp>
        <p:nvSpPr>
          <p:cNvPr id="14" name="Shape 11"/>
          <p:cNvSpPr/>
          <p:nvPr/>
        </p:nvSpPr>
        <p:spPr>
          <a:xfrm>
            <a:off x="9555480" y="1554480"/>
            <a:ext cx="411480" cy="411480"/>
          </a:xfrm>
          <a:prstGeom prst="ellipse">
            <a:avLst/>
          </a:prstGeom>
          <a:solidFill>
            <a:srgbClr val="26720A"/>
          </a:solidFill>
          <a:ln w="25400">
            <a:solidFill>
              <a:srgbClr val="12301A"/>
            </a:solidFill>
            <a:prstDash val="solid"/>
          </a:ln>
        </p:spPr>
      </p:sp>
      <p:sp>
        <p:nvSpPr>
          <p:cNvPr id="15" name="Shape 12"/>
          <p:cNvSpPr/>
          <p:nvPr/>
        </p:nvSpPr>
        <p:spPr>
          <a:xfrm>
            <a:off x="9966960" y="1760220"/>
            <a:ext cx="740664" cy="0"/>
          </a:xfrm>
          <a:prstGeom prst="line">
            <a:avLst/>
          </a:prstGeom>
          <a:noFill/>
          <a:ln w="38100">
            <a:solidFill>
              <a:srgbClr val="12301A"/>
            </a:solidFill>
            <a:prstDash val="solid"/>
          </a:ln>
        </p:spPr>
      </p:sp>
      <p:sp>
        <p:nvSpPr>
          <p:cNvPr id="16" name="Shape 13"/>
          <p:cNvSpPr/>
          <p:nvPr/>
        </p:nvSpPr>
        <p:spPr>
          <a:xfrm>
            <a:off x="10419588" y="1760220"/>
            <a:ext cx="0" cy="205740"/>
          </a:xfrm>
          <a:prstGeom prst="line">
            <a:avLst/>
          </a:prstGeom>
          <a:noFill/>
          <a:ln w="38100">
            <a:solidFill>
              <a:srgbClr val="12301A"/>
            </a:solidFill>
            <a:prstDash val="solid"/>
          </a:ln>
        </p:spPr>
      </p:sp>
      <p:sp>
        <p:nvSpPr>
          <p:cNvPr id="17" name="Shape 14"/>
          <p:cNvSpPr/>
          <p:nvPr/>
        </p:nvSpPr>
        <p:spPr>
          <a:xfrm>
            <a:off x="10625328" y="1760220"/>
            <a:ext cx="0" cy="164592"/>
          </a:xfrm>
          <a:prstGeom prst="line">
            <a:avLst/>
          </a:prstGeom>
          <a:noFill/>
          <a:ln w="38100">
            <a:solidFill>
              <a:srgbClr val="12301A"/>
            </a:solidFill>
            <a:prstDash val="solid"/>
          </a:ln>
        </p:spPr>
      </p:sp>
      <p:sp>
        <p:nvSpPr>
          <p:cNvPr id="18" name="Text 15"/>
          <p:cNvSpPr txBox="1"/>
          <p:nvPr/>
        </p:nvSpPr>
        <p:spPr>
          <a:xfrm>
            <a:off x="9418320" y="2377440"/>
            <a:ext cx="2103120" cy="457200"/>
          </a:xfrm>
          <a:prstGeom prst="rect">
            <a:avLst/>
          </a:prstGeom>
          <a:noFill/>
          <a:ln/>
        </p:spPr>
        <p:txBody>
          <a:bodyPr wrap="square" lIns="0" tIns="0" rIns="0" bIns="0" rtlCol="0" anchor="t"/>
          <a:lstStyle/>
          <a:p>
            <a:pPr algn="ctr" indent="0" marL="0">
              <a:buNone/>
            </a:pPr>
            <a:r>
              <a:rPr lang="en-US" sz="1300" b="1" dirty="0">
                <a:solidFill>
                  <a:srgbClr val="0E1F0C"/>
                </a:solidFill>
                <a:latin typeface="Poppins" pitchFamily="34" charset="0"/>
                <a:ea typeface="Poppins" pitchFamily="34" charset="-122"/>
                <a:cs typeface="Poppins" pitchFamily="34" charset="-120"/>
              </a:rPr>
              <a:t>Fremdschlüssel</a:t>
            </a:r>
            <a:endParaRPr lang="en-US" sz="1300" dirty="0"/>
          </a:p>
        </p:txBody>
      </p:sp>
      <p:sp>
        <p:nvSpPr>
          <p:cNvPr id="19" name="Text 16"/>
          <p:cNvSpPr txBox="1"/>
          <p:nvPr/>
        </p:nvSpPr>
        <p:spPr>
          <a:xfrm>
            <a:off x="9418320" y="2743200"/>
            <a:ext cx="2103120" cy="640080"/>
          </a:xfrm>
          <a:prstGeom prst="rect">
            <a:avLst/>
          </a:prstGeom>
          <a:noFill/>
          <a:ln/>
        </p:spPr>
        <p:txBody>
          <a:bodyPr wrap="square" lIns="0" tIns="0" rIns="0" bIns="0" rtlCol="0" anchor="t"/>
          <a:lstStyle/>
          <a:p>
            <a:pPr algn="ctr" indent="0" marL="0">
              <a:buNone/>
            </a:pPr>
            <a:r>
              <a:rPr lang="en-US" sz="3400" b="1" dirty="0">
                <a:solidFill>
                  <a:srgbClr val="26720A"/>
                </a:solidFill>
                <a:latin typeface="Poppins" pitchFamily="34" charset="0"/>
                <a:ea typeface="Poppins" pitchFamily="34" charset="-122"/>
                <a:cs typeface="Poppins" pitchFamily="34" charset="-120"/>
              </a:rPr>
              <a:t>n</a:t>
            </a:r>
            <a:endParaRPr lang="en-US" sz="3400" dirty="0"/>
          </a:p>
        </p:txBody>
      </p:sp>
      <p:sp>
        <p:nvSpPr>
          <p:cNvPr id="20" name="Shape 17"/>
          <p:cNvSpPr/>
          <p:nvPr/>
        </p:nvSpPr>
        <p:spPr>
          <a:xfrm>
            <a:off x="6583680" y="4023360"/>
            <a:ext cx="4937760" cy="640080"/>
          </a:xfrm>
          <a:prstGeom prst="roundRect">
            <a:avLst>
              <a:gd name="adj" fmla="val 11429"/>
            </a:avLst>
          </a:prstGeom>
          <a:solidFill>
            <a:srgbClr val="12301A"/>
          </a:solidFill>
          <a:ln w="12700">
            <a:solidFill>
              <a:srgbClr val="12301A"/>
            </a:solidFill>
            <a:prstDash val="solid"/>
          </a:ln>
        </p:spPr>
      </p:sp>
      <p:sp>
        <p:nvSpPr>
          <p:cNvPr id="21" name="Text 18"/>
          <p:cNvSpPr txBox="1"/>
          <p:nvPr/>
        </p:nvSpPr>
        <p:spPr>
          <a:xfrm>
            <a:off x="6583680" y="4023360"/>
            <a:ext cx="4937760" cy="640080"/>
          </a:xfrm>
          <a:prstGeom prst="rect">
            <a:avLst/>
          </a:prstGeom>
          <a:noFill/>
          <a:ln/>
        </p:spPr>
        <p:txBody>
          <a:bodyPr wrap="square" lIns="0" tIns="0" rIns="0" bIns="0" rtlCol="0" anchor="ctr"/>
          <a:lstStyle/>
          <a:p>
            <a:pPr algn="ctr" indent="0" marL="0">
              <a:buNone/>
            </a:pPr>
            <a:r>
              <a:rPr lang="en-US" sz="1500" b="1" dirty="0">
                <a:solidFill>
                  <a:srgbClr val="B1FF37"/>
                </a:solidFill>
                <a:latin typeface="Poppins" pitchFamily="34" charset="0"/>
                <a:ea typeface="Poppins" pitchFamily="34" charset="-122"/>
                <a:cs typeface="Poppins" pitchFamily="34" charset="-120"/>
              </a:rPr>
              <a:t>Beispiel: Schueler 1 — n Ausleihe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B1FF37"/>
                </a:solidFill>
                <a:latin typeface="Poppins" pitchFamily="34" charset="0"/>
                <a:ea typeface="Poppins" pitchFamily="34" charset="-122"/>
                <a:cs typeface="Poppins" pitchFamily="34" charset="-120"/>
              </a:rPr>
              <a:t>Zusammenfassung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600" dirty="0">
                <a:solidFill>
                  <a:srgbClr val="EFFBDC"/>
                </a:solidFill>
                <a:latin typeface="Poppins" pitchFamily="34" charset="0"/>
                <a:ea typeface="Poppins" pitchFamily="34" charset="-122"/>
                <a:cs typeface="Poppins" pitchFamily="34" charset="-120"/>
              </a:rPr>
              <a:t>Das hast du </a:t>
            </a:r>
            <a:pPr indent="0" marL="0">
              <a:lnSpc>
                <a:spcPct val="105000"/>
              </a:lnSpc>
              <a:buNone/>
            </a:pPr>
            <a:r>
              <a:rPr lang="en-US" sz="4600" dirty="0">
                <a:solidFill>
                  <a:srgbClr val="B1FF37"/>
                </a:solidFill>
                <a:latin typeface="Poppins" pitchFamily="34" charset="0"/>
                <a:ea typeface="Poppins" pitchFamily="34" charset="-122"/>
                <a:cs typeface="Poppins" pitchFamily="34" charset="-120"/>
              </a:rPr>
              <a:t>gelernt.</a:t>
            </a:r>
            <a:endParaRPr lang="en-US" sz="4600" dirty="0"/>
          </a:p>
        </p:txBody>
      </p:sp>
      <p:sp>
        <p:nvSpPr>
          <p:cNvPr id="5" name="Shape 2"/>
          <p:cNvSpPr/>
          <p:nvPr/>
        </p:nvSpPr>
        <p:spPr>
          <a:xfrm>
            <a:off x="6583680" y="914400"/>
            <a:ext cx="4937760" cy="1508760"/>
          </a:xfrm>
          <a:prstGeom prst="roundRect">
            <a:avLst>
              <a:gd name="adj" fmla="val 9091"/>
            </a:avLst>
          </a:prstGeom>
          <a:solidFill>
            <a:srgbClr val="1B4527"/>
          </a:solidFill>
          <a:ln w="15875">
            <a:solidFill>
              <a:srgbClr val="2F6B3E"/>
            </a:solidFill>
            <a:prstDash val="solid"/>
          </a:ln>
        </p:spPr>
      </p:sp>
      <p:sp>
        <p:nvSpPr>
          <p:cNvPr id="6" name="Text 3"/>
          <p:cNvSpPr txBox="1"/>
          <p:nvPr/>
        </p:nvSpPr>
        <p:spPr>
          <a:xfrm>
            <a:off x="6858000" y="1097280"/>
            <a:ext cx="4389120" cy="457200"/>
          </a:xfrm>
          <a:prstGeom prst="rect">
            <a:avLst/>
          </a:prstGeom>
          <a:noFill/>
          <a:ln/>
        </p:spPr>
        <p:txBody>
          <a:bodyPr wrap="square" lIns="0" tIns="0" rIns="0" bIns="0" rtlCol="0" anchor="t"/>
          <a:lstStyle/>
          <a:p>
            <a:pPr indent="0" marL="0">
              <a:buNone/>
            </a:pPr>
            <a:r>
              <a:rPr lang="en-US" sz="2000" b="1" dirty="0">
                <a:solidFill>
                  <a:srgbClr val="B1FF37"/>
                </a:solidFill>
                <a:latin typeface="Poppins" pitchFamily="34" charset="0"/>
                <a:ea typeface="Poppins" pitchFamily="34" charset="-122"/>
                <a:cs typeface="Poppins" pitchFamily="34" charset="-120"/>
              </a:rPr>
              <a:t>Mehrere Tabellen</a:t>
            </a:r>
            <a:endParaRPr lang="en-US" sz="2000" dirty="0"/>
          </a:p>
        </p:txBody>
      </p:sp>
      <p:sp>
        <p:nvSpPr>
          <p:cNvPr id="7" name="Text 4"/>
          <p:cNvSpPr txBox="1"/>
          <p:nvPr/>
        </p:nvSpPr>
        <p:spPr>
          <a:xfrm>
            <a:off x="6858000" y="1645920"/>
            <a:ext cx="4389120" cy="731520"/>
          </a:xfrm>
          <a:prstGeom prst="rect">
            <a:avLst/>
          </a:prstGeom>
          <a:noFill/>
          <a:ln/>
        </p:spPr>
        <p:txBody>
          <a:bodyPr wrap="square" lIns="0" tIns="0" rIns="0" bIns="0" rtlCol="0" anchor="t"/>
          <a:lstStyle/>
          <a:p>
            <a:pPr indent="0" marL="0">
              <a:buNone/>
            </a:pPr>
            <a:r>
              <a:rPr lang="en-US" sz="1500" dirty="0">
                <a:solidFill>
                  <a:srgbClr val="EFFBDC"/>
                </a:solidFill>
                <a:latin typeface="Poppins" pitchFamily="34" charset="0"/>
                <a:ea typeface="Poppins" pitchFamily="34" charset="-122"/>
                <a:cs typeface="Poppins" pitchFamily="34" charset="-120"/>
              </a:rPr>
              <a:t>Mehrfach vorkommende Informationen teilen wir auf.</a:t>
            </a:r>
            <a:endParaRPr lang="en-US" sz="1500" dirty="0"/>
          </a:p>
        </p:txBody>
      </p:sp>
      <p:sp>
        <p:nvSpPr>
          <p:cNvPr id="8" name="Shape 5"/>
          <p:cNvSpPr/>
          <p:nvPr/>
        </p:nvSpPr>
        <p:spPr>
          <a:xfrm>
            <a:off x="6583680" y="2697480"/>
            <a:ext cx="4937760" cy="1508760"/>
          </a:xfrm>
          <a:prstGeom prst="roundRect">
            <a:avLst>
              <a:gd name="adj" fmla="val 9091"/>
            </a:avLst>
          </a:prstGeom>
          <a:solidFill>
            <a:srgbClr val="1B4527"/>
          </a:solidFill>
          <a:ln w="15875">
            <a:solidFill>
              <a:srgbClr val="2F6B3E"/>
            </a:solidFill>
            <a:prstDash val="solid"/>
          </a:ln>
        </p:spPr>
      </p:sp>
      <p:sp>
        <p:nvSpPr>
          <p:cNvPr id="9" name="Text 6"/>
          <p:cNvSpPr txBox="1"/>
          <p:nvPr/>
        </p:nvSpPr>
        <p:spPr>
          <a:xfrm>
            <a:off x="6858000" y="2880360"/>
            <a:ext cx="4389120" cy="457200"/>
          </a:xfrm>
          <a:prstGeom prst="rect">
            <a:avLst/>
          </a:prstGeom>
          <a:noFill/>
          <a:ln/>
        </p:spPr>
        <p:txBody>
          <a:bodyPr wrap="square" lIns="0" tIns="0" rIns="0" bIns="0" rtlCol="0" anchor="t"/>
          <a:lstStyle/>
          <a:p>
            <a:pPr indent="0" marL="0">
              <a:buNone/>
            </a:pPr>
            <a:r>
              <a:rPr lang="en-US" sz="2000" b="1" dirty="0">
                <a:solidFill>
                  <a:srgbClr val="B1FF37"/>
                </a:solidFill>
                <a:latin typeface="Poppins" pitchFamily="34" charset="0"/>
                <a:ea typeface="Poppins" pitchFamily="34" charset="-122"/>
                <a:cs typeface="Poppins" pitchFamily="34" charset="-120"/>
              </a:rPr>
              <a:t>Primärschlüssel</a:t>
            </a:r>
            <a:endParaRPr lang="en-US" sz="2000" dirty="0"/>
          </a:p>
        </p:txBody>
      </p:sp>
      <p:sp>
        <p:nvSpPr>
          <p:cNvPr id="10" name="Text 7"/>
          <p:cNvSpPr txBox="1"/>
          <p:nvPr/>
        </p:nvSpPr>
        <p:spPr>
          <a:xfrm>
            <a:off x="6858000" y="3429000"/>
            <a:ext cx="4389120" cy="731520"/>
          </a:xfrm>
          <a:prstGeom prst="rect">
            <a:avLst/>
          </a:prstGeom>
          <a:noFill/>
          <a:ln/>
        </p:spPr>
        <p:txBody>
          <a:bodyPr wrap="square" lIns="0" tIns="0" rIns="0" bIns="0" rtlCol="0" anchor="t"/>
          <a:lstStyle/>
          <a:p>
            <a:pPr indent="0" marL="0">
              <a:buNone/>
            </a:pPr>
            <a:r>
              <a:rPr lang="en-US" sz="1500" dirty="0">
                <a:solidFill>
                  <a:srgbClr val="EFFBDC"/>
                </a:solidFill>
                <a:latin typeface="Poppins" pitchFamily="34" charset="0"/>
                <a:ea typeface="Poppins" pitchFamily="34" charset="-122"/>
                <a:cs typeface="Poppins" pitchFamily="34" charset="-120"/>
              </a:rPr>
              <a:t>Eindeutig, nie leer, ändert sich nicht.</a:t>
            </a:r>
            <a:endParaRPr lang="en-US" sz="1500" dirty="0"/>
          </a:p>
        </p:txBody>
      </p:sp>
      <p:sp>
        <p:nvSpPr>
          <p:cNvPr id="11" name="Shape 8"/>
          <p:cNvSpPr/>
          <p:nvPr/>
        </p:nvSpPr>
        <p:spPr>
          <a:xfrm>
            <a:off x="6583680" y="4480560"/>
            <a:ext cx="4937760" cy="1508760"/>
          </a:xfrm>
          <a:prstGeom prst="roundRect">
            <a:avLst>
              <a:gd name="adj" fmla="val 9091"/>
            </a:avLst>
          </a:prstGeom>
          <a:solidFill>
            <a:srgbClr val="1B4527"/>
          </a:solidFill>
          <a:ln w="15875">
            <a:solidFill>
              <a:srgbClr val="2F6B3E"/>
            </a:solidFill>
            <a:prstDash val="solid"/>
          </a:ln>
        </p:spPr>
      </p:sp>
      <p:sp>
        <p:nvSpPr>
          <p:cNvPr id="12" name="Text 9"/>
          <p:cNvSpPr txBox="1"/>
          <p:nvPr/>
        </p:nvSpPr>
        <p:spPr>
          <a:xfrm>
            <a:off x="6858000" y="4663440"/>
            <a:ext cx="4389120" cy="457200"/>
          </a:xfrm>
          <a:prstGeom prst="rect">
            <a:avLst/>
          </a:prstGeom>
          <a:noFill/>
          <a:ln/>
        </p:spPr>
        <p:txBody>
          <a:bodyPr wrap="square" lIns="0" tIns="0" rIns="0" bIns="0" rtlCol="0" anchor="t"/>
          <a:lstStyle/>
          <a:p>
            <a:pPr indent="0" marL="0">
              <a:buNone/>
            </a:pPr>
            <a:r>
              <a:rPr lang="en-US" sz="2000" b="1" dirty="0">
                <a:solidFill>
                  <a:srgbClr val="B1FF37"/>
                </a:solidFill>
                <a:latin typeface="Poppins" pitchFamily="34" charset="0"/>
                <a:ea typeface="Poppins" pitchFamily="34" charset="-122"/>
                <a:cs typeface="Poppins" pitchFamily="34" charset="-120"/>
              </a:rPr>
              <a:t>Fremdschlüssel</a:t>
            </a:r>
            <a:endParaRPr lang="en-US" sz="2000" dirty="0"/>
          </a:p>
        </p:txBody>
      </p:sp>
      <p:sp>
        <p:nvSpPr>
          <p:cNvPr id="13" name="Text 10"/>
          <p:cNvSpPr txBox="1"/>
          <p:nvPr/>
        </p:nvSpPr>
        <p:spPr>
          <a:xfrm>
            <a:off x="6858000" y="5212080"/>
            <a:ext cx="4389120" cy="731520"/>
          </a:xfrm>
          <a:prstGeom prst="rect">
            <a:avLst/>
          </a:prstGeom>
          <a:noFill/>
          <a:ln/>
        </p:spPr>
        <p:txBody>
          <a:bodyPr wrap="square" lIns="0" tIns="0" rIns="0" bIns="0" rtlCol="0" anchor="t"/>
          <a:lstStyle/>
          <a:p>
            <a:pPr indent="0" marL="0">
              <a:buNone/>
            </a:pPr>
            <a:r>
              <a:rPr lang="en-US" sz="1500" dirty="0">
                <a:solidFill>
                  <a:srgbClr val="EFFBDC"/>
                </a:solidFill>
                <a:latin typeface="Poppins" pitchFamily="34" charset="0"/>
                <a:ea typeface="Poppins" pitchFamily="34" charset="-122"/>
                <a:cs typeface="Poppins" pitchFamily="34" charset="-120"/>
              </a:rPr>
              <a:t>Zeigt auf den Primärschlüssel einer anderen Tabelle und verbindet so die Tabellen.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Shape 0"/>
          <p:cNvSpPr/>
          <p:nvPr/>
        </p:nvSpPr>
        <p:spPr>
          <a:xfrm>
            <a:off x="9875520" y="-182880"/>
            <a:ext cx="2926080" cy="2926080"/>
          </a:xfrm>
          <a:prstGeom prst="ellipse">
            <a:avLst/>
          </a:prstGeom>
          <a:solidFill>
            <a:srgbClr val="B1FF37"/>
          </a:solidFill>
          <a:ln w="25400">
            <a:solidFill>
              <a:srgbClr val="12301A"/>
            </a:solidFill>
            <a:prstDash val="solid"/>
          </a:ln>
        </p:spPr>
      </p:sp>
      <p:sp>
        <p:nvSpPr>
          <p:cNvPr id="4" name="Shape 1"/>
          <p:cNvSpPr/>
          <p:nvPr/>
        </p:nvSpPr>
        <p:spPr>
          <a:xfrm>
            <a:off x="10515600" y="457200"/>
            <a:ext cx="1645920" cy="1645920"/>
          </a:xfrm>
          <a:prstGeom prst="ellipse">
            <a:avLst/>
          </a:prstGeom>
          <a:solidFill>
            <a:srgbClr val="B1FF37"/>
          </a:solidFill>
          <a:ln w="25400">
            <a:solidFill>
              <a:srgbClr val="12301A"/>
            </a:solidFill>
            <a:prstDash val="solid"/>
          </a:ln>
        </p:spPr>
      </p:sp>
      <p:sp>
        <p:nvSpPr>
          <p:cNvPr id="5" name="Shape 2"/>
          <p:cNvSpPr/>
          <p:nvPr/>
        </p:nvSpPr>
        <p:spPr>
          <a:xfrm>
            <a:off x="11109960" y="1051560"/>
            <a:ext cx="457200" cy="457200"/>
          </a:xfrm>
          <a:prstGeom prst="ellipse">
            <a:avLst/>
          </a:prstGeom>
          <a:solidFill>
            <a:srgbClr val="12301A"/>
          </a:solidFill>
          <a:ln w="12700">
            <a:solidFill>
              <a:srgbClr val="12301A"/>
            </a:solidFill>
            <a:prstDash val="solid"/>
          </a:ln>
        </p:spPr>
      </p:sp>
      <p:sp>
        <p:nvSpPr>
          <p:cNvPr id="6" name="Text 3"/>
          <p:cNvSpPr txBox="1"/>
          <p:nvPr/>
        </p:nvSpPr>
        <p:spPr>
          <a:xfrm>
            <a:off x="640080" y="68580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Bis zum nächsten Mal</a:t>
            </a:r>
            <a:endParaRPr lang="en-US" sz="1800" dirty="0"/>
          </a:p>
        </p:txBody>
      </p:sp>
      <p:sp>
        <p:nvSpPr>
          <p:cNvPr id="7" name="Text 4"/>
          <p:cNvSpPr txBox="1"/>
          <p:nvPr/>
        </p:nvSpPr>
        <p:spPr>
          <a:xfrm>
            <a:off x="640080" y="1143000"/>
            <a:ext cx="8412480" cy="2377440"/>
          </a:xfrm>
          <a:prstGeom prst="rect">
            <a:avLst/>
          </a:prstGeom>
          <a:noFill/>
          <a:ln/>
        </p:spPr>
        <p:txBody>
          <a:bodyPr wrap="square" lIns="0" tIns="0" rIns="0" bIns="0" rtlCol="0" anchor="t"/>
          <a:lstStyle/>
          <a:p>
            <a:pPr indent="0" marL="0">
              <a:lnSpc>
                <a:spcPct val="105000"/>
              </a:lnSpc>
              <a:buNone/>
            </a:pPr>
            <a:r>
              <a:rPr lang="en-US" sz="4800" dirty="0">
                <a:solidFill>
                  <a:srgbClr val="12301A"/>
                </a:solidFill>
                <a:latin typeface="Poppins" pitchFamily="34" charset="0"/>
                <a:ea typeface="Poppins" pitchFamily="34" charset="-122"/>
                <a:cs typeface="Poppins" pitchFamily="34" charset="-120"/>
              </a:rPr>
              <a:t>Hat dir das Video geholfen? Lass gern ein Abo da.</a:t>
            </a:r>
            <a:endParaRPr lang="en-US" sz="4800" dirty="0"/>
          </a:p>
        </p:txBody>
      </p:sp>
      <p:sp>
        <p:nvSpPr>
          <p:cNvPr id="8" name="Text 5"/>
          <p:cNvSpPr txBox="1"/>
          <p:nvPr/>
        </p:nvSpPr>
        <p:spPr>
          <a:xfrm>
            <a:off x="640080" y="3657600"/>
            <a:ext cx="7863840" cy="1280160"/>
          </a:xfrm>
          <a:prstGeom prst="rect">
            <a:avLst/>
          </a:prstGeom>
          <a:noFill/>
          <a:ln/>
        </p:spPr>
        <p:txBody>
          <a:bodyPr wrap="square" lIns="0" tIns="0" rIns="0" bIns="0" rtlCol="0" anchor="t"/>
          <a:lstStyle/>
          <a:p>
            <a:pPr indent="0" marL="0">
              <a:lnSpc>
                <a:spcPct val="120000"/>
              </a:lnSpc>
              <a:buNone/>
            </a:pPr>
            <a:r>
              <a:rPr lang="en-US" sz="2400" dirty="0">
                <a:solidFill>
                  <a:srgbClr val="12301A"/>
                </a:solidFill>
                <a:latin typeface="Poppins" pitchFamily="34" charset="0"/>
                <a:ea typeface="Poppins" pitchFamily="34" charset="-122"/>
                <a:cs typeface="Poppins" pitchFamily="34" charset="-120"/>
              </a:rPr>
              <a:t>Im nächsten Video setzen wir das Gelernte in der Praxis um.</a:t>
            </a:r>
            <a:endParaRPr lang="en-US" sz="2400" dirty="0"/>
          </a:p>
        </p:txBody>
      </p:sp>
      <p:sp>
        <p:nvSpPr>
          <p:cNvPr id="9" name="Shape 6"/>
          <p:cNvSpPr/>
          <p:nvPr/>
        </p:nvSpPr>
        <p:spPr>
          <a:xfrm>
            <a:off x="640080" y="5120640"/>
            <a:ext cx="7680960" cy="868680"/>
          </a:xfrm>
          <a:prstGeom prst="roundRect">
            <a:avLst>
              <a:gd name="adj" fmla="val 21053"/>
            </a:avLst>
          </a:prstGeom>
          <a:solidFill>
            <a:srgbClr val="12301A"/>
          </a:solidFill>
          <a:ln w="12700">
            <a:solidFill>
              <a:srgbClr val="12301A"/>
            </a:solidFill>
            <a:prstDash val="solid"/>
          </a:ln>
        </p:spPr>
      </p:sp>
      <p:sp>
        <p:nvSpPr>
          <p:cNvPr id="10" name="Text 7"/>
          <p:cNvSpPr txBox="1"/>
          <p:nvPr/>
        </p:nvSpPr>
        <p:spPr>
          <a:xfrm>
            <a:off x="640080" y="5120640"/>
            <a:ext cx="7680960" cy="868680"/>
          </a:xfrm>
          <a:prstGeom prst="rect">
            <a:avLst/>
          </a:prstGeom>
          <a:noFill/>
          <a:ln/>
        </p:spPr>
        <p:txBody>
          <a:bodyPr wrap="square" lIns="0" tIns="0" rIns="0" bIns="0" rtlCol="0" anchor="ctr"/>
          <a:lstStyle/>
          <a:p>
            <a:pPr algn="ctr" indent="0" marL="0">
              <a:buNone/>
            </a:pPr>
            <a:r>
              <a:rPr lang="en-US" sz="2200" b="1" dirty="0">
                <a:solidFill>
                  <a:srgbClr val="B1FF37"/>
                </a:solidFill>
                <a:latin typeface="Poppins" pitchFamily="34" charset="0"/>
                <a:ea typeface="Poppins" pitchFamily="34" charset="-122"/>
                <a:cs typeface="Poppins" pitchFamily="34" charset="-120"/>
              </a:rPr>
              <a:t>Mehr Videos auf Cleverbox</a:t>
            </a:r>
            <a:endParaRPr lang="en-US" sz="2200" dirty="0"/>
          </a:p>
        </p:txBody>
      </p:sp>
    </p:spTree>
  </p:cSld>
  <p:clrMapOvr>
    <a:masterClrMapping/>
  </p:clrMapOvr>
</p:sld>
</file>

<file path=ppt/theme/theme1.xml><?xml version="1.0" encoding="utf-8"?>
<a:theme xmlns:a="http://schemas.openxmlformats.org/drawingml/2006/main" name="Cleverbox Gruen">
  <a:themeElements>
    <a:clrScheme name="Cleverbox Gruen">
      <a:dk1>
        <a:srgbClr val="0E1F0C"/>
      </a:dk1>
      <a:lt1>
        <a:srgbClr val="FBFFF4"/>
      </a:lt1>
      <a:dk2>
        <a:srgbClr val="12301A"/>
      </a:dk2>
      <a:lt2>
        <a:srgbClr val="EFFBDC"/>
      </a:lt2>
      <a:accent1>
        <a:srgbClr val="B1FF37"/>
      </a:accent1>
      <a:accent2>
        <a:srgbClr val="26720A"/>
      </a:accent2>
      <a:accent3>
        <a:srgbClr val="DDF3B8"/>
      </a:accent3>
      <a:accent4>
        <a:srgbClr val="5B6B50"/>
      </a:accent4>
      <a:accent5>
        <a:srgbClr val="FF7A45"/>
      </a:accent5>
      <a:accent6>
        <a:srgbClr val="B8D98A"/>
      </a:accent6>
      <a:hlink>
        <a:srgbClr val="26720A"/>
      </a:hlink>
      <a:folHlink>
        <a:srgbClr val="5B6B50"/>
      </a:folHlink>
    </a:clrScheme>
    <a:fontScheme name="Cleverbox Gruen">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TikTok-Algorithmus – Erklärvideo Slides</dc:title>
  <dc:subject>PptxGenJS Presentation</dc:subject>
  <dc:creator>Cleverbox</dc:creator>
  <cp:lastModifiedBy>Cleverbox</cp:lastModifiedBy>
  <cp:revision>1</cp:revision>
  <dcterms:created xsi:type="dcterms:W3CDTF">2026-10-14T21:07:29Z</dcterms:created>
  <dcterms:modified xsi:type="dcterms:W3CDTF">2026-10-14T21:07:29Z</dcterms:modified>
</cp:coreProperties>
</file>