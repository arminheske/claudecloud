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Nachbau der YouTube-Studio-Karte "Wiedergabezeit von Abonnenten" (Letzte 28 Tage): Nutzer ohne Abo 97,0 %, Abonnenten 3,0 %.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arte"/>
          <p:cNvSpPr/>
          <p:nvPr/>
        </p:nvSpPr>
        <p:spPr>
          <a:xfrm>
            <a:off x="1527048" y="1234440"/>
            <a:ext cx="9144000" cy="4389120"/>
          </a:xfrm>
          <a:prstGeom prst="roundRect">
            <a:avLst>
              <a:gd name="adj" fmla="val 6250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" name="Titel"/>
          <p:cNvSpPr txBox="1"/>
          <p:nvPr/>
        </p:nvSpPr>
        <p:spPr>
          <a:xfrm>
            <a:off x="2075688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Wiedergabezeit von Abonnenten</a:t>
            </a:r>
            <a:endParaRPr lang="en-US" sz="2800" dirty="0"/>
          </a:p>
        </p:txBody>
      </p:sp>
      <p:sp>
        <p:nvSpPr>
          <p:cNvPr id="4" name="Untertitel"/>
          <p:cNvSpPr txBox="1"/>
          <p:nvPr/>
        </p:nvSpPr>
        <p:spPr>
          <a:xfrm>
            <a:off x="2075688" y="2240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Wiedergabezeit · Letzte 28 Tage</a:t>
            </a:r>
            <a:endParaRPr lang="en-US" sz="1600" dirty="0"/>
          </a:p>
        </p:txBody>
      </p:sp>
      <p:sp>
        <p:nvSpPr>
          <p:cNvPr id="5" name="Label 1"/>
          <p:cNvSpPr txBox="1"/>
          <p:nvPr/>
        </p:nvSpPr>
        <p:spPr>
          <a:xfrm>
            <a:off x="2075688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Nutzer ohne Abo</a:t>
            </a:r>
            <a:endParaRPr lang="en-US" sz="2000" dirty="0"/>
          </a:p>
        </p:txBody>
      </p:sp>
      <p:sp>
        <p:nvSpPr>
          <p:cNvPr id="6" name="Balken 1"/>
          <p:cNvSpPr/>
          <p:nvPr/>
        </p:nvSpPr>
        <p:spPr>
          <a:xfrm>
            <a:off x="4579315" y="3035808"/>
            <a:ext cx="4080053" cy="237744"/>
          </a:xfrm>
          <a:prstGeom prst="roundRect">
            <a:avLst>
              <a:gd name="adj" fmla="val 50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7" name="Wert 1"/>
          <p:cNvSpPr txBox="1"/>
          <p:nvPr/>
        </p:nvSpPr>
        <p:spPr>
          <a:xfrm>
            <a:off x="8887968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97,0 %</a:t>
            </a:r>
            <a:endParaRPr lang="en-US" sz="2000" dirty="0"/>
          </a:p>
        </p:txBody>
      </p:sp>
      <p:sp>
        <p:nvSpPr>
          <p:cNvPr id="8" name="Label 2"/>
          <p:cNvSpPr txBox="1"/>
          <p:nvPr/>
        </p:nvSpPr>
        <p:spPr>
          <a:xfrm>
            <a:off x="2075688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Abonnenten</a:t>
            </a:r>
            <a:endParaRPr lang="en-US" sz="2000" dirty="0"/>
          </a:p>
        </p:txBody>
      </p:sp>
      <p:sp>
        <p:nvSpPr>
          <p:cNvPr id="9" name="Balken 2"/>
          <p:cNvSpPr/>
          <p:nvPr/>
        </p:nvSpPr>
        <p:spPr>
          <a:xfrm>
            <a:off x="8421624" y="381304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0" name="Wert 2"/>
          <p:cNvSpPr txBox="1"/>
          <p:nvPr/>
        </p:nvSpPr>
        <p:spPr>
          <a:xfrm>
            <a:off x="8887968" y="3703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3,0 %</a:t>
            </a:r>
            <a:endParaRPr lang="en-US" sz="2000" dirty="0"/>
          </a:p>
        </p:txBody>
      </p:sp>
      <p:sp>
        <p:nvSpPr>
          <p:cNvPr id="11" name="Button"/>
          <p:cNvSpPr/>
          <p:nvPr/>
        </p:nvSpPr>
        <p:spPr>
          <a:xfrm>
            <a:off x="2075688" y="461772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Button-Text"/>
          <p:cNvSpPr txBox="1"/>
          <p:nvPr/>
        </p:nvSpPr>
        <p:spPr>
          <a:xfrm>
            <a:off x="2075688" y="4617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Mehr anzeigen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Wiedergabezeit von Abonnenten</dc:title>
  <dc:subject>PptxGenJS Presentation</dc:subject>
  <dc:creator>PptxGenJS</dc:creator>
  <cp:lastModifiedBy>PptxGenJS</cp:lastModifiedBy>
  <cp:revision>1</cp:revision>
  <dcterms:created xsi:type="dcterms:W3CDTF">2026-10-14T22:01:14Z</dcterms:created>
  <dcterms:modified xsi:type="dcterms:W3CDTF">2026-10-14T22:01:14Z</dcterms:modified>
</cp:coreProperties>
</file>