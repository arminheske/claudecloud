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16:9 (1280x720)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UMB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54864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548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TikTok-Algorithmus erklärt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8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zeigt TikTok dir </a:t>
            </a:r>
            <a:pPr indent="0" marL="0">
              <a:lnSpc>
                <a:spcPct val="98000"/>
              </a:lnSpc>
              <a:buNone/>
            </a:pPr>
            <a:r>
              <a:rPr lang="en-US" sz="6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genau das?</a:t>
            </a:r>
            <a:endParaRPr lang="en-US" sz="6800" dirty="0"/>
          </a:p>
        </p:txBody>
      </p:sp>
      <p:sp>
        <p:nvSpPr>
          <p:cNvPr id="6" name="Shape 3"/>
          <p:cNvSpPr/>
          <p:nvPr/>
        </p:nvSpPr>
        <p:spPr>
          <a:xfrm>
            <a:off x="6309360" y="50292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50292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18504" y="914400"/>
            <a:ext cx="455371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5577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9601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0256" y="10881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Lenas Feed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66560" y="137160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137160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75704" y="1783080"/>
            <a:ext cx="455371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0" y="14264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49440" y="18288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77456" y="19568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0" y="1828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Jonas’ Feed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223760" y="22402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23760" y="224028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32904" y="2651760"/>
            <a:ext cx="455371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0" y="2295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06640" y="26974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34656" y="28254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0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291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3000" dirty="0"/>
          </a:p>
        </p:txBody>
      </p:sp>
      <p:sp>
        <p:nvSpPr>
          <p:cNvPr id="28" name="Shape 25"/>
          <p:cNvSpPr/>
          <p:nvPr/>
        </p:nvSpPr>
        <p:spPr>
          <a:xfrm>
            <a:off x="7452360" y="40690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52360" y="4069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Katzen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052560" y="406908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52560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Minecraft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7452360" y="48463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52360" y="4846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Kochrezepte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10287000" y="4937760"/>
            <a:ext cx="1371600" cy="137160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87000" y="4937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66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172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TikTok-Algorithmus – Erklärvideo Slides</dc:title>
  <dc:subject>PptxGenJS Presentation</dc:subject>
  <dc:creator>Cleverbox</dc:creator>
  <cp:lastModifiedBy>Cleverbox</cp:lastModifiedBy>
  <cp:revision>1</cp:revision>
  <dcterms:created xsi:type="dcterms:W3CDTF">2026-10-08T09:11:06Z</dcterms:created>
  <dcterms:modified xsi:type="dcterms:W3CDTF">2026-10-08T09:11:06Z</dcterms:modified>
</cp:coreProperties>
</file>