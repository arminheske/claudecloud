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Hintergrund, Figur (freigestellt) und Text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igur" descr="/home/user/claudecloud/videoslides/figur-freigestel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025" y="171450"/>
            <a:ext cx="5857875" cy="8791575"/>
          </a:xfrm>
          <a:prstGeom prst="rect">
            <a:avLst/>
          </a:prstGeom>
        </p:spPr>
      </p:pic>
      <p:sp>
        <p:nvSpPr>
          <p:cNvPr id="4" name="Neon-Balken"/>
          <p:cNvSpPr/>
          <p:nvPr/>
        </p:nvSpPr>
        <p:spPr>
          <a:xfrm>
            <a:off x="5629275" y="3962400"/>
            <a:ext cx="5638800" cy="876300"/>
          </a:xfrm>
          <a:prstGeom prst="roundRect">
            <a:avLst>
              <a:gd name="adj" fmla="val 1878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5" name="Titel 1"/>
          <p:cNvSpPr txBox="1"/>
          <p:nvPr/>
        </p:nvSpPr>
        <p:spPr>
          <a:xfrm>
            <a:off x="5762625" y="1866900"/>
            <a:ext cx="61912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ZEIGT</a:t>
            </a:r>
            <a:endParaRPr lang="en-US" sz="6200" dirty="0"/>
          </a:p>
        </p:txBody>
      </p:sp>
      <p:sp>
        <p:nvSpPr>
          <p:cNvPr id="6" name="Titel 2"/>
          <p:cNvSpPr txBox="1"/>
          <p:nvPr/>
        </p:nvSpPr>
        <p:spPr>
          <a:xfrm>
            <a:off x="5762625" y="2867025"/>
            <a:ext cx="61912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 DIR</a:t>
            </a:r>
            <a:endParaRPr lang="en-US" sz="6200" dirty="0"/>
          </a:p>
        </p:txBody>
      </p:sp>
      <p:sp>
        <p:nvSpPr>
          <p:cNvPr id="7" name="Titel 3"/>
          <p:cNvSpPr txBox="1"/>
          <p:nvPr/>
        </p:nvSpPr>
        <p:spPr>
          <a:xfrm>
            <a:off x="5762625" y="3867150"/>
            <a:ext cx="61912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GENAU DAS?</a:t>
            </a:r>
            <a:endParaRPr lang="en-US" sz="6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Warum zeigt TikTok dir genau das</dc:title>
  <dc:subject>PptxGenJS Presentation</dc:subject>
  <dc:creator>PptxGenJS</dc:creator>
  <cp:lastModifiedBy>PptxGenJS</cp:lastModifiedBy>
  <cp:revision>1</cp:revision>
  <dcterms:created xsi:type="dcterms:W3CDTF">2026-10-08T16:56:16Z</dcterms:created>
  <dcterms:modified xsi:type="dcterms:W3CDTF">2026-10-08T16:56:16Z</dcterms:modified>
</cp:coreProperties>
</file>