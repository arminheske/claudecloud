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YouTube-Thumbnail 1280x720: alle Teile sind getrennte Ebenen.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claudecloud/e6fd89b8-16f1-562a-9866-3e9dc57faca6/scratchpad/bg-ex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ag-Fläche"/>
          <p:cNvSpPr/>
          <p:nvPr/>
        </p:nvSpPr>
        <p:spPr>
          <a:xfrm>
            <a:off x="571500" y="571500"/>
            <a:ext cx="2216944" cy="533400"/>
          </a:xfrm>
          <a:prstGeom prst="roundRect">
            <a:avLst>
              <a:gd name="adj" fmla="val 24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4" name="Tag"/>
          <p:cNvSpPr txBox="1"/>
          <p:nvPr/>
        </p:nvSpPr>
        <p:spPr>
          <a:xfrm>
            <a:off x="571500" y="571500"/>
            <a:ext cx="22169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Einsteiger</a:t>
            </a:r>
            <a:endParaRPr lang="en-US" sz="1900" dirty="0"/>
          </a:p>
        </p:txBody>
      </p:sp>
      <p:sp>
        <p:nvSpPr>
          <p:cNvPr id="5" name="Titel EXCEL"/>
          <p:cNvSpPr txBox="1"/>
          <p:nvPr/>
        </p:nvSpPr>
        <p:spPr>
          <a:xfrm>
            <a:off x="571500" y="1143000"/>
            <a:ext cx="609600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6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</a:t>
            </a:r>
            <a:endParaRPr lang="en-US" sz="11600" dirty="0"/>
          </a:p>
        </p:txBody>
      </p:sp>
      <p:sp>
        <p:nvSpPr>
          <p:cNvPr id="6" name="Marker-Balken"/>
          <p:cNvSpPr/>
          <p:nvPr/>
        </p:nvSpPr>
        <p:spPr>
          <a:xfrm>
            <a:off x="438150" y="3190875"/>
            <a:ext cx="5344120" cy="1047750"/>
          </a:xfrm>
          <a:prstGeom prst="roundRect">
            <a:avLst>
              <a:gd name="adj" fmla="val 15709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7" name="Titel GRUNDKURS"/>
          <p:cNvSpPr txBox="1"/>
          <p:nvPr/>
        </p:nvSpPr>
        <p:spPr>
          <a:xfrm>
            <a:off x="571500" y="3190875"/>
            <a:ext cx="545842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GRUNDKURS</a:t>
            </a:r>
            <a:endParaRPr lang="en-US" sz="5700" dirty="0"/>
          </a:p>
        </p:txBody>
      </p:sp>
      <p:sp>
        <p:nvSpPr>
          <p:cNvPr id="8" name="Inhalts-Karte"/>
          <p:cNvSpPr/>
          <p:nvPr/>
        </p:nvSpPr>
        <p:spPr>
          <a:xfrm>
            <a:off x="571500" y="4524375"/>
            <a:ext cx="5334000" cy="1809750"/>
          </a:xfrm>
          <a:prstGeom prst="roundRect">
            <a:avLst>
              <a:gd name="adj" fmla="val 7579"/>
            </a:avLst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9" name="Haken-Kreis 1"/>
          <p:cNvSpPr/>
          <p:nvPr/>
        </p:nvSpPr>
        <p:spPr>
          <a:xfrm>
            <a:off x="800100" y="4752975"/>
            <a:ext cx="323850" cy="323850"/>
          </a:xfrm>
          <a:prstGeom prst="ellipse">
            <a:avLst/>
          </a:prstGeom>
          <a:solidFill>
            <a:srgbClr val="B1FF37"/>
          </a:solidFill>
          <a:ln w="28575">
            <a:solidFill>
              <a:srgbClr val="12301A"/>
            </a:solidFill>
            <a:prstDash val="solid"/>
          </a:ln>
        </p:spPr>
      </p:sp>
      <p:sp>
        <p:nvSpPr>
          <p:cNvPr id="10" name="Haken kurz 1"/>
          <p:cNvSpPr/>
          <p:nvPr/>
        </p:nvSpPr>
        <p:spPr>
          <a:xfrm rot="2940000">
            <a:off x="857250" y="4924425"/>
            <a:ext cx="95250" cy="47625"/>
          </a:xfrm>
          <a:prstGeom prst="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1" name="Haken lang 1"/>
          <p:cNvSpPr/>
          <p:nvPr/>
        </p:nvSpPr>
        <p:spPr>
          <a:xfrm rot="18660000">
            <a:off x="890588" y="4886325"/>
            <a:ext cx="209550" cy="47625"/>
          </a:xfrm>
          <a:prstGeom prst="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2" name="Inhalt 1"/>
          <p:cNvSpPr txBox="1"/>
          <p:nvPr/>
        </p:nvSpPr>
        <p:spPr>
          <a:xfrm>
            <a:off x="1314450" y="4714875"/>
            <a:ext cx="4476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Zellen &amp; Tabellen</a:t>
            </a:r>
            <a:endParaRPr lang="en-US" sz="2000" dirty="0"/>
          </a:p>
        </p:txBody>
      </p:sp>
      <p:sp>
        <p:nvSpPr>
          <p:cNvPr id="13" name="Haken-Kreis 2"/>
          <p:cNvSpPr/>
          <p:nvPr/>
        </p:nvSpPr>
        <p:spPr>
          <a:xfrm>
            <a:off x="800100" y="5305425"/>
            <a:ext cx="323850" cy="323850"/>
          </a:xfrm>
          <a:prstGeom prst="ellipse">
            <a:avLst/>
          </a:prstGeom>
          <a:solidFill>
            <a:srgbClr val="B1FF37"/>
          </a:solidFill>
          <a:ln w="28575">
            <a:solidFill>
              <a:srgbClr val="12301A"/>
            </a:solidFill>
            <a:prstDash val="solid"/>
          </a:ln>
        </p:spPr>
      </p:sp>
      <p:sp>
        <p:nvSpPr>
          <p:cNvPr id="14" name="Haken kurz 2"/>
          <p:cNvSpPr/>
          <p:nvPr/>
        </p:nvSpPr>
        <p:spPr>
          <a:xfrm rot="2940000">
            <a:off x="857250" y="5476875"/>
            <a:ext cx="95250" cy="47625"/>
          </a:xfrm>
          <a:prstGeom prst="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5" name="Haken lang 2"/>
          <p:cNvSpPr/>
          <p:nvPr/>
        </p:nvSpPr>
        <p:spPr>
          <a:xfrm rot="18660000">
            <a:off x="890588" y="5438775"/>
            <a:ext cx="209550" cy="47625"/>
          </a:xfrm>
          <a:prstGeom prst="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6" name="Inhalt 2"/>
          <p:cNvSpPr txBox="1"/>
          <p:nvPr/>
        </p:nvSpPr>
        <p:spPr>
          <a:xfrm>
            <a:off x="1314450" y="5267325"/>
            <a:ext cx="4476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Formeln &amp; Funktionen</a:t>
            </a:r>
            <a:endParaRPr lang="en-US" sz="2000" dirty="0"/>
          </a:p>
        </p:txBody>
      </p:sp>
      <p:sp>
        <p:nvSpPr>
          <p:cNvPr id="17" name="Haken-Kreis 3"/>
          <p:cNvSpPr/>
          <p:nvPr/>
        </p:nvSpPr>
        <p:spPr>
          <a:xfrm>
            <a:off x="800100" y="5857875"/>
            <a:ext cx="323850" cy="323850"/>
          </a:xfrm>
          <a:prstGeom prst="ellipse">
            <a:avLst/>
          </a:prstGeom>
          <a:solidFill>
            <a:srgbClr val="B1FF37"/>
          </a:solidFill>
          <a:ln w="28575">
            <a:solidFill>
              <a:srgbClr val="12301A"/>
            </a:solidFill>
            <a:prstDash val="solid"/>
          </a:ln>
        </p:spPr>
      </p:sp>
      <p:sp>
        <p:nvSpPr>
          <p:cNvPr id="18" name="Haken kurz 3"/>
          <p:cNvSpPr/>
          <p:nvPr/>
        </p:nvSpPr>
        <p:spPr>
          <a:xfrm rot="2940000">
            <a:off x="857250" y="6029325"/>
            <a:ext cx="95250" cy="47625"/>
          </a:xfrm>
          <a:prstGeom prst="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9" name="Haken lang 3"/>
          <p:cNvSpPr/>
          <p:nvPr/>
        </p:nvSpPr>
        <p:spPr>
          <a:xfrm rot="18660000">
            <a:off x="890588" y="5991225"/>
            <a:ext cx="209550" cy="47625"/>
          </a:xfrm>
          <a:prstGeom prst="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0" name="Inhalt 3"/>
          <p:cNvSpPr txBox="1"/>
          <p:nvPr/>
        </p:nvSpPr>
        <p:spPr>
          <a:xfrm>
            <a:off x="1314450" y="5819775"/>
            <a:ext cx="4476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Diagramme erstellen</a:t>
            </a:r>
            <a:endParaRPr lang="en-US" sz="2000" dirty="0"/>
          </a:p>
        </p:txBody>
      </p:sp>
      <p:sp>
        <p:nvSpPr>
          <p:cNvPr id="21" name="Fenster"/>
          <p:cNvSpPr/>
          <p:nvPr/>
        </p:nvSpPr>
        <p:spPr>
          <a:xfrm>
            <a:off x="6572250" y="666750"/>
            <a:ext cx="5143500" cy="5524500"/>
          </a:xfrm>
          <a:prstGeom prst="roundRect">
            <a:avLst>
              <a:gd name="adj" fmla="val 2133"/>
            </a:avLst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22" name="Fenster-Kopf"/>
          <p:cNvSpPr/>
          <p:nvPr/>
        </p:nvSpPr>
        <p:spPr>
          <a:xfrm>
            <a:off x="6572250" y="666750"/>
            <a:ext cx="5143500" cy="609600"/>
          </a:xfrm>
          <a:prstGeom prst="roundRect">
            <a:avLst>
              <a:gd name="adj" fmla="val 180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72250" y="1047750"/>
            <a:ext cx="5143500" cy="228600"/>
          </a:xfrm>
          <a:prstGeom prst="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4" name="Fensterpunkt 1"/>
          <p:cNvSpPr/>
          <p:nvPr/>
        </p:nvSpPr>
        <p:spPr>
          <a:xfrm>
            <a:off x="6743700" y="895350"/>
            <a:ext cx="152400" cy="15240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5" name="Fensterpunkt 2"/>
          <p:cNvSpPr/>
          <p:nvPr/>
        </p:nvSpPr>
        <p:spPr>
          <a:xfrm>
            <a:off x="6991350" y="895350"/>
            <a:ext cx="152400" cy="152400"/>
          </a:xfrm>
          <a:prstGeom prst="ellipse">
            <a:avLst/>
          </a:prstGeom>
          <a:solidFill>
            <a:srgbClr val="5FC83C"/>
          </a:solidFill>
          <a:ln w="12700">
            <a:solidFill>
              <a:srgbClr val="5FC83C"/>
            </a:solidFill>
            <a:prstDash val="solid"/>
          </a:ln>
        </p:spPr>
      </p:sp>
      <p:sp>
        <p:nvSpPr>
          <p:cNvPr id="26" name="Fensterpunkt 3"/>
          <p:cNvSpPr/>
          <p:nvPr/>
        </p:nvSpPr>
        <p:spPr>
          <a:xfrm>
            <a:off x="7239000" y="895350"/>
            <a:ext cx="152400" cy="152400"/>
          </a:xfrm>
          <a:prstGeom prst="ellipse">
            <a:avLst/>
          </a:prstGeom>
          <a:solidFill>
            <a:srgbClr val="B8D98A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7" name="Dateiname"/>
          <p:cNvSpPr txBox="1"/>
          <p:nvPr/>
        </p:nvSpPr>
        <p:spPr>
          <a:xfrm>
            <a:off x="7620000" y="7429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Mappe1.xlsx</a:t>
            </a:r>
            <a:endParaRPr lang="en-US" sz="1500" dirty="0"/>
          </a:p>
        </p:txBody>
      </p:sp>
      <p:sp>
        <p:nvSpPr>
          <p:cNvPr id="28" name="Formelleiste"/>
          <p:cNvSpPr/>
          <p:nvPr/>
        </p:nvSpPr>
        <p:spPr>
          <a:xfrm>
            <a:off x="6762750" y="1409700"/>
            <a:ext cx="4762500" cy="457200"/>
          </a:xfrm>
          <a:prstGeom prst="roundRect">
            <a:avLst>
              <a:gd name="adj" fmla="val 12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9" name="Formel"/>
          <p:cNvSpPr txBox="1"/>
          <p:nvPr/>
        </p:nvSpPr>
        <p:spPr>
          <a:xfrm>
            <a:off x="6896100" y="14097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fx   =SUMME(B2:B4)</a:t>
            </a:r>
            <a:endParaRPr lang="en-US" sz="1500" dirty="0"/>
          </a:p>
        </p:txBody>
      </p:sp>
      <p:sp>
        <p:nvSpPr>
          <p:cNvPr id="30" name="Zelle 1"/>
          <p:cNvSpPr/>
          <p:nvPr/>
        </p:nvSpPr>
        <p:spPr>
          <a:xfrm>
            <a:off x="6762750" y="2038350"/>
            <a:ext cx="666750" cy="590550"/>
          </a:xfrm>
          <a:prstGeom prst="rect">
            <a:avLst/>
          </a:prstGeom>
          <a:solidFill>
            <a:srgbClr val="12301A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1" name="Zelle 2"/>
          <p:cNvSpPr/>
          <p:nvPr/>
        </p:nvSpPr>
        <p:spPr>
          <a:xfrm>
            <a:off x="7429500" y="2038350"/>
            <a:ext cx="1428750" cy="590550"/>
          </a:xfrm>
          <a:prstGeom prst="rect">
            <a:avLst/>
          </a:prstGeom>
          <a:solidFill>
            <a:srgbClr val="12301A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2" name="Zelltext 2"/>
          <p:cNvSpPr txBox="1"/>
          <p:nvPr/>
        </p:nvSpPr>
        <p:spPr>
          <a:xfrm>
            <a:off x="7562850" y="20383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1600" dirty="0"/>
          </a:p>
        </p:txBody>
      </p:sp>
      <p:sp>
        <p:nvSpPr>
          <p:cNvPr id="33" name="Zelle 3"/>
          <p:cNvSpPr/>
          <p:nvPr/>
        </p:nvSpPr>
        <p:spPr>
          <a:xfrm>
            <a:off x="8858250" y="2038350"/>
            <a:ext cx="1428750" cy="590550"/>
          </a:xfrm>
          <a:prstGeom prst="rect">
            <a:avLst/>
          </a:prstGeom>
          <a:solidFill>
            <a:srgbClr val="12301A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4" name="Zelltext 3"/>
          <p:cNvSpPr txBox="1"/>
          <p:nvPr/>
        </p:nvSpPr>
        <p:spPr>
          <a:xfrm>
            <a:off x="8991600" y="20383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1600" dirty="0"/>
          </a:p>
        </p:txBody>
      </p:sp>
      <p:sp>
        <p:nvSpPr>
          <p:cNvPr id="35" name="Zelle 4"/>
          <p:cNvSpPr/>
          <p:nvPr/>
        </p:nvSpPr>
        <p:spPr>
          <a:xfrm>
            <a:off x="10287000" y="2038350"/>
            <a:ext cx="1238250" cy="590550"/>
          </a:xfrm>
          <a:prstGeom prst="rect">
            <a:avLst/>
          </a:prstGeom>
          <a:solidFill>
            <a:srgbClr val="12301A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6" name="Zelltext 4"/>
          <p:cNvSpPr txBox="1"/>
          <p:nvPr/>
        </p:nvSpPr>
        <p:spPr>
          <a:xfrm>
            <a:off x="10287000" y="20383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1600" dirty="0"/>
          </a:p>
        </p:txBody>
      </p:sp>
      <p:sp>
        <p:nvSpPr>
          <p:cNvPr id="37" name="Zelle 5"/>
          <p:cNvSpPr/>
          <p:nvPr/>
        </p:nvSpPr>
        <p:spPr>
          <a:xfrm>
            <a:off x="6762750" y="262890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8" name="Zelltext 5"/>
          <p:cNvSpPr txBox="1"/>
          <p:nvPr/>
        </p:nvSpPr>
        <p:spPr>
          <a:xfrm>
            <a:off x="6762750" y="262890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Zelle 6"/>
          <p:cNvSpPr/>
          <p:nvPr/>
        </p:nvSpPr>
        <p:spPr>
          <a:xfrm>
            <a:off x="7429500" y="2628900"/>
            <a:ext cx="1428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0" name="Zelltext 6"/>
          <p:cNvSpPr txBox="1"/>
          <p:nvPr/>
        </p:nvSpPr>
        <p:spPr>
          <a:xfrm>
            <a:off x="7562850" y="26289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Artikel</a:t>
            </a:r>
            <a:endParaRPr lang="en-US" sz="1600" dirty="0"/>
          </a:p>
        </p:txBody>
      </p:sp>
      <p:sp>
        <p:nvSpPr>
          <p:cNvPr id="41" name="Zelle 7"/>
          <p:cNvSpPr/>
          <p:nvPr/>
        </p:nvSpPr>
        <p:spPr>
          <a:xfrm>
            <a:off x="8858250" y="2628900"/>
            <a:ext cx="1428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2" name="Zelltext 7"/>
          <p:cNvSpPr txBox="1"/>
          <p:nvPr/>
        </p:nvSpPr>
        <p:spPr>
          <a:xfrm>
            <a:off x="8991600" y="26289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Preis</a:t>
            </a:r>
            <a:endParaRPr lang="en-US" sz="1600" dirty="0"/>
          </a:p>
        </p:txBody>
      </p:sp>
      <p:sp>
        <p:nvSpPr>
          <p:cNvPr id="43" name="Zelle 8"/>
          <p:cNvSpPr/>
          <p:nvPr/>
        </p:nvSpPr>
        <p:spPr>
          <a:xfrm>
            <a:off x="10287000" y="2628900"/>
            <a:ext cx="12382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4" name="Zelltext 8"/>
          <p:cNvSpPr txBox="1"/>
          <p:nvPr/>
        </p:nvSpPr>
        <p:spPr>
          <a:xfrm>
            <a:off x="10287000" y="262890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Menge</a:t>
            </a:r>
            <a:endParaRPr lang="en-US" sz="1600" dirty="0"/>
          </a:p>
        </p:txBody>
      </p:sp>
      <p:sp>
        <p:nvSpPr>
          <p:cNvPr id="45" name="Zelle 9"/>
          <p:cNvSpPr/>
          <p:nvPr/>
        </p:nvSpPr>
        <p:spPr>
          <a:xfrm>
            <a:off x="6762750" y="321945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6" name="Zelltext 9"/>
          <p:cNvSpPr txBox="1"/>
          <p:nvPr/>
        </p:nvSpPr>
        <p:spPr>
          <a:xfrm>
            <a:off x="6762750" y="321945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Zelle 10"/>
          <p:cNvSpPr/>
          <p:nvPr/>
        </p:nvSpPr>
        <p:spPr>
          <a:xfrm>
            <a:off x="7429500" y="321945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8" name="Zelltext 10"/>
          <p:cNvSpPr txBox="1"/>
          <p:nvPr/>
        </p:nvSpPr>
        <p:spPr>
          <a:xfrm>
            <a:off x="7562850" y="32194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Heft</a:t>
            </a:r>
            <a:endParaRPr lang="en-US" sz="1600" dirty="0"/>
          </a:p>
        </p:txBody>
      </p:sp>
      <p:sp>
        <p:nvSpPr>
          <p:cNvPr id="49" name="Zelle 11"/>
          <p:cNvSpPr/>
          <p:nvPr/>
        </p:nvSpPr>
        <p:spPr>
          <a:xfrm>
            <a:off x="8858250" y="321945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0" name="Zelltext 11"/>
          <p:cNvSpPr txBox="1"/>
          <p:nvPr/>
        </p:nvSpPr>
        <p:spPr>
          <a:xfrm>
            <a:off x="8991600" y="32194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2,50</a:t>
            </a:r>
            <a:endParaRPr lang="en-US" sz="1600" dirty="0"/>
          </a:p>
        </p:txBody>
      </p:sp>
      <p:sp>
        <p:nvSpPr>
          <p:cNvPr id="51" name="Zelle 12"/>
          <p:cNvSpPr/>
          <p:nvPr/>
        </p:nvSpPr>
        <p:spPr>
          <a:xfrm>
            <a:off x="10287000" y="3219450"/>
            <a:ext cx="12382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2" name="Zelltext 12"/>
          <p:cNvSpPr txBox="1"/>
          <p:nvPr/>
        </p:nvSpPr>
        <p:spPr>
          <a:xfrm>
            <a:off x="10287000" y="32194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53" name="Zelle 13"/>
          <p:cNvSpPr/>
          <p:nvPr/>
        </p:nvSpPr>
        <p:spPr>
          <a:xfrm>
            <a:off x="6762750" y="381000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4" name="Zelltext 13"/>
          <p:cNvSpPr txBox="1"/>
          <p:nvPr/>
        </p:nvSpPr>
        <p:spPr>
          <a:xfrm>
            <a:off x="6762750" y="381000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55" name="Zelle 14"/>
          <p:cNvSpPr/>
          <p:nvPr/>
        </p:nvSpPr>
        <p:spPr>
          <a:xfrm>
            <a:off x="7429500" y="381000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6" name="Zelltext 14"/>
          <p:cNvSpPr txBox="1"/>
          <p:nvPr/>
        </p:nvSpPr>
        <p:spPr>
          <a:xfrm>
            <a:off x="7562850" y="38100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Stift</a:t>
            </a:r>
            <a:endParaRPr lang="en-US" sz="1600" dirty="0"/>
          </a:p>
        </p:txBody>
      </p:sp>
      <p:sp>
        <p:nvSpPr>
          <p:cNvPr id="57" name="Zelle 15"/>
          <p:cNvSpPr/>
          <p:nvPr/>
        </p:nvSpPr>
        <p:spPr>
          <a:xfrm>
            <a:off x="8858250" y="381000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8" name="Zelltext 15"/>
          <p:cNvSpPr txBox="1"/>
          <p:nvPr/>
        </p:nvSpPr>
        <p:spPr>
          <a:xfrm>
            <a:off x="8991600" y="38100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1,20</a:t>
            </a:r>
            <a:endParaRPr lang="en-US" sz="1600" dirty="0"/>
          </a:p>
        </p:txBody>
      </p:sp>
      <p:sp>
        <p:nvSpPr>
          <p:cNvPr id="59" name="Zelle 16"/>
          <p:cNvSpPr/>
          <p:nvPr/>
        </p:nvSpPr>
        <p:spPr>
          <a:xfrm>
            <a:off x="10287000" y="3810000"/>
            <a:ext cx="12382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0" name="Zelltext 16"/>
          <p:cNvSpPr txBox="1"/>
          <p:nvPr/>
        </p:nvSpPr>
        <p:spPr>
          <a:xfrm>
            <a:off x="10287000" y="381000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600" dirty="0"/>
          </a:p>
        </p:txBody>
      </p:sp>
      <p:sp>
        <p:nvSpPr>
          <p:cNvPr id="61" name="Zelle 17"/>
          <p:cNvSpPr/>
          <p:nvPr/>
        </p:nvSpPr>
        <p:spPr>
          <a:xfrm>
            <a:off x="6762750" y="440055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2" name="Zelltext 17"/>
          <p:cNvSpPr txBox="1"/>
          <p:nvPr/>
        </p:nvSpPr>
        <p:spPr>
          <a:xfrm>
            <a:off x="6762750" y="440055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63" name="Zelle 18"/>
          <p:cNvSpPr/>
          <p:nvPr/>
        </p:nvSpPr>
        <p:spPr>
          <a:xfrm>
            <a:off x="7429500" y="440055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4" name="Zelltext 18"/>
          <p:cNvSpPr txBox="1"/>
          <p:nvPr/>
        </p:nvSpPr>
        <p:spPr>
          <a:xfrm>
            <a:off x="7562850" y="44005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</a:t>
            </a:r>
            <a:endParaRPr lang="en-US" sz="1600" dirty="0"/>
          </a:p>
        </p:txBody>
      </p:sp>
      <p:sp>
        <p:nvSpPr>
          <p:cNvPr id="65" name="Zelle 19"/>
          <p:cNvSpPr/>
          <p:nvPr/>
        </p:nvSpPr>
        <p:spPr>
          <a:xfrm>
            <a:off x="8858250" y="440055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6" name="Zelltext 19"/>
          <p:cNvSpPr txBox="1"/>
          <p:nvPr/>
        </p:nvSpPr>
        <p:spPr>
          <a:xfrm>
            <a:off x="8991600" y="44005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3,80</a:t>
            </a:r>
            <a:endParaRPr lang="en-US" sz="1600" dirty="0"/>
          </a:p>
        </p:txBody>
      </p:sp>
      <p:sp>
        <p:nvSpPr>
          <p:cNvPr id="67" name="Zelle 20"/>
          <p:cNvSpPr/>
          <p:nvPr/>
        </p:nvSpPr>
        <p:spPr>
          <a:xfrm>
            <a:off x="10287000" y="4400550"/>
            <a:ext cx="12382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8" name="Zelltext 20"/>
          <p:cNvSpPr txBox="1"/>
          <p:nvPr/>
        </p:nvSpPr>
        <p:spPr>
          <a:xfrm>
            <a:off x="10287000" y="44005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69" name="Zelle 21"/>
          <p:cNvSpPr/>
          <p:nvPr/>
        </p:nvSpPr>
        <p:spPr>
          <a:xfrm>
            <a:off x="6762750" y="499110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0" name="Zelltext 21"/>
          <p:cNvSpPr txBox="1"/>
          <p:nvPr/>
        </p:nvSpPr>
        <p:spPr>
          <a:xfrm>
            <a:off x="6762750" y="499110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71" name="Zelle 22"/>
          <p:cNvSpPr/>
          <p:nvPr/>
        </p:nvSpPr>
        <p:spPr>
          <a:xfrm>
            <a:off x="7429500" y="499110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2" name="Zelltext 22"/>
          <p:cNvSpPr txBox="1"/>
          <p:nvPr/>
        </p:nvSpPr>
        <p:spPr>
          <a:xfrm>
            <a:off x="7562850" y="49911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Summe</a:t>
            </a:r>
            <a:endParaRPr lang="en-US" sz="1600" dirty="0"/>
          </a:p>
        </p:txBody>
      </p:sp>
      <p:sp>
        <p:nvSpPr>
          <p:cNvPr id="73" name="Zelle 23"/>
          <p:cNvSpPr/>
          <p:nvPr/>
        </p:nvSpPr>
        <p:spPr>
          <a:xfrm>
            <a:off x="8858250" y="4991100"/>
            <a:ext cx="1428750" cy="590550"/>
          </a:xfrm>
          <a:prstGeom prst="rect">
            <a:avLst/>
          </a:prstGeom>
          <a:solidFill>
            <a:srgbClr val="B1FF37"/>
          </a:solidFill>
          <a:ln w="38100">
            <a:solidFill>
              <a:srgbClr val="26720A"/>
            </a:solidFill>
            <a:prstDash val="solid"/>
          </a:ln>
        </p:spPr>
      </p:sp>
      <p:sp>
        <p:nvSpPr>
          <p:cNvPr id="74" name="Zelltext 23"/>
          <p:cNvSpPr txBox="1"/>
          <p:nvPr/>
        </p:nvSpPr>
        <p:spPr>
          <a:xfrm>
            <a:off x="8991600" y="49911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7,50 €</a:t>
            </a:r>
            <a:endParaRPr lang="en-US" sz="1600" dirty="0"/>
          </a:p>
        </p:txBody>
      </p:sp>
      <p:sp>
        <p:nvSpPr>
          <p:cNvPr id="75" name="Zelle 24"/>
          <p:cNvSpPr/>
          <p:nvPr/>
        </p:nvSpPr>
        <p:spPr>
          <a:xfrm>
            <a:off x="10287000" y="4991100"/>
            <a:ext cx="12382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6" name="Zelltext 24"/>
          <p:cNvSpPr txBox="1"/>
          <p:nvPr/>
        </p:nvSpPr>
        <p:spPr>
          <a:xfrm>
            <a:off x="10287000" y="499110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600" dirty="0"/>
          </a:p>
        </p:txBody>
      </p:sp>
      <p:sp>
        <p:nvSpPr>
          <p:cNvPr id="77" name="Summenzeichen-Kreis"/>
          <p:cNvSpPr/>
          <p:nvPr/>
        </p:nvSpPr>
        <p:spPr>
          <a:xfrm>
            <a:off x="5667375" y="5048250"/>
            <a:ext cx="1143000" cy="1143000"/>
          </a:xfrm>
          <a:prstGeom prst="ellipse">
            <a:avLst/>
          </a:prstGeom>
          <a:solidFill>
            <a:srgbClr val="B1FF37"/>
          </a:solidFill>
          <a:ln w="44450">
            <a:solidFill>
              <a:srgbClr val="12301A"/>
            </a:solidFill>
            <a:prstDash val="solid"/>
          </a:ln>
        </p:spPr>
      </p:sp>
      <p:sp>
        <p:nvSpPr>
          <p:cNvPr id="78" name="Summenzeichen"/>
          <p:cNvSpPr txBox="1"/>
          <p:nvPr/>
        </p:nvSpPr>
        <p:spPr>
          <a:xfrm>
            <a:off x="5667375" y="504825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Σ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Thumbnail Excel Grundkurs A</dc:title>
  <dc:subject>PptxGenJS Presentation</dc:subject>
  <dc:creator>PptxGenJS</dc:creator>
  <cp:lastModifiedBy>PptxGenJS</cp:lastModifiedBy>
  <cp:revision>1</cp:revision>
  <dcterms:created xsi:type="dcterms:W3CDTF">2026-10-17T15:24:48Z</dcterms:created>
  <dcterms:modified xsi:type="dcterms:W3CDTF">2026-10-17T15:24:48Z</dcterms:modified>
</cp:coreProperties>
</file>