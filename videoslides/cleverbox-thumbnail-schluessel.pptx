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Figur, Text, Schlüssel-Chips und Tabelle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imag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Tag-Fläche"/>
          <p:cNvSpPr/>
          <p:nvPr/>
        </p:nvSpPr>
        <p:spPr>
          <a:xfrm>
            <a:off x="5762625" y="438150"/>
            <a:ext cx="2867025" cy="495300"/>
          </a:xfrm>
          <a:prstGeom prst="roundRect">
            <a:avLst>
              <a:gd name="adj" fmla="val 25846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" name="Tag"/>
          <p:cNvSpPr txBox="1"/>
          <p:nvPr/>
        </p:nvSpPr>
        <p:spPr>
          <a:xfrm>
            <a:off x="5762625" y="438150"/>
            <a:ext cx="2867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Datenbanken · Teil 3</a:t>
            </a:r>
            <a:endParaRPr lang="en-US" sz="1700" dirty="0"/>
          </a:p>
        </p:txBody>
      </p:sp>
      <p:sp>
        <p:nvSpPr>
          <p:cNvPr id="6" name="Neon-Balken"/>
          <p:cNvSpPr/>
          <p:nvPr/>
        </p:nvSpPr>
        <p:spPr>
          <a:xfrm>
            <a:off x="5610225" y="4143375"/>
            <a:ext cx="6362700" cy="1019175"/>
          </a:xfrm>
          <a:prstGeom prst="roundRect">
            <a:avLst>
              <a:gd name="adj" fmla="val 1615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itel 1"/>
          <p:cNvSpPr txBox="1"/>
          <p:nvPr/>
        </p:nvSpPr>
        <p:spPr>
          <a:xfrm>
            <a:off x="5762625" y="1781175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PRIMÄR &amp;</a:t>
            </a:r>
            <a:endParaRPr lang="en-US" sz="7200" dirty="0"/>
          </a:p>
        </p:txBody>
      </p:sp>
      <p:sp>
        <p:nvSpPr>
          <p:cNvPr id="8" name="Titel 2"/>
          <p:cNvSpPr txBox="1"/>
          <p:nvPr/>
        </p:nvSpPr>
        <p:spPr>
          <a:xfrm>
            <a:off x="5762625" y="2914650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FREMD-</a:t>
            </a:r>
            <a:endParaRPr lang="en-US" sz="7200" dirty="0"/>
          </a:p>
        </p:txBody>
      </p:sp>
      <p:sp>
        <p:nvSpPr>
          <p:cNvPr id="9" name="Titel 3"/>
          <p:cNvSpPr txBox="1"/>
          <p:nvPr/>
        </p:nvSpPr>
        <p:spPr>
          <a:xfrm>
            <a:off x="5762625" y="4048125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SCHLÜSSEL</a:t>
            </a:r>
            <a:endParaRPr lang="en-US" sz="7200" dirty="0"/>
          </a:p>
        </p:txBody>
      </p:sp>
      <p:sp>
        <p:nvSpPr>
          <p:cNvPr id="10" name="Chip 1"/>
          <p:cNvSpPr/>
          <p:nvPr/>
        </p:nvSpPr>
        <p:spPr>
          <a:xfrm>
            <a:off x="5762625" y="5314950"/>
            <a:ext cx="1771650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Schlüssel Kopf 1"/>
          <p:cNvSpPr/>
          <p:nvPr/>
        </p:nvSpPr>
        <p:spPr>
          <a:xfrm>
            <a:off x="5895975" y="5476875"/>
            <a:ext cx="190500" cy="1905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86475" y="5553075"/>
            <a:ext cx="247650" cy="38100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38875" y="5572125"/>
            <a:ext cx="38100" cy="95250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15075" y="5572125"/>
            <a:ext cx="38100" cy="76200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Chip-Text 1"/>
          <p:cNvSpPr txBox="1"/>
          <p:nvPr/>
        </p:nvSpPr>
        <p:spPr>
          <a:xfrm>
            <a:off x="6410325" y="5314950"/>
            <a:ext cx="1085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Primär</a:t>
            </a:r>
            <a:endParaRPr lang="en-US" sz="1800" dirty="0"/>
          </a:p>
        </p:txBody>
      </p:sp>
      <p:sp>
        <p:nvSpPr>
          <p:cNvPr id="16" name="Chip 2"/>
          <p:cNvSpPr/>
          <p:nvPr/>
        </p:nvSpPr>
        <p:spPr>
          <a:xfrm>
            <a:off x="7672834" y="5314950"/>
            <a:ext cx="1733550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Schlüssel Kopf 2"/>
          <p:cNvSpPr/>
          <p:nvPr/>
        </p:nvSpPr>
        <p:spPr>
          <a:xfrm>
            <a:off x="7806184" y="5476875"/>
            <a:ext cx="190500" cy="190500"/>
          </a:xfrm>
          <a:prstGeom prst="ellipse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96684" y="5553075"/>
            <a:ext cx="247650" cy="38100"/>
          </a:xfrm>
          <a:prstGeom prst="rect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49084" y="5572125"/>
            <a:ext cx="38100" cy="95250"/>
          </a:xfrm>
          <a:prstGeom prst="rect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5284" y="5572125"/>
            <a:ext cx="38100" cy="76200"/>
          </a:xfrm>
          <a:prstGeom prst="rect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21" name="Chip-Text 2"/>
          <p:cNvSpPr txBox="1"/>
          <p:nvPr/>
        </p:nvSpPr>
        <p:spPr>
          <a:xfrm>
            <a:off x="8320534" y="5314950"/>
            <a:ext cx="1047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Fremd</a:t>
            </a:r>
            <a:endParaRPr lang="en-US" sz="1800" dirty="0"/>
          </a:p>
        </p:txBody>
      </p:sp>
      <p:sp>
        <p:nvSpPr>
          <p:cNvPr id="22" name="Tabelle Zelle 1"/>
          <p:cNvSpPr/>
          <p:nvPr/>
        </p:nvSpPr>
        <p:spPr>
          <a:xfrm>
            <a:off x="9029700" y="323850"/>
            <a:ext cx="666750" cy="342900"/>
          </a:xfrm>
          <a:prstGeom prst="rect">
            <a:avLst/>
          </a:prstGeom>
          <a:solidFill>
            <a:srgbClr val="12301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3" name="Tabelle Text 1"/>
          <p:cNvSpPr txBox="1"/>
          <p:nvPr/>
        </p:nvSpPr>
        <p:spPr>
          <a:xfrm>
            <a:off x="9029700" y="323850"/>
            <a:ext cx="66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300" dirty="0"/>
          </a:p>
        </p:txBody>
      </p:sp>
      <p:sp>
        <p:nvSpPr>
          <p:cNvPr id="24" name="Tabelle Zelle 2"/>
          <p:cNvSpPr/>
          <p:nvPr/>
        </p:nvSpPr>
        <p:spPr>
          <a:xfrm>
            <a:off x="9696450" y="323850"/>
            <a:ext cx="1047750" cy="342900"/>
          </a:xfrm>
          <a:prstGeom prst="rect">
            <a:avLst/>
          </a:prstGeom>
          <a:solidFill>
            <a:srgbClr val="12301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5" name="Tabelle Text 2"/>
          <p:cNvSpPr txBox="1"/>
          <p:nvPr/>
        </p:nvSpPr>
        <p:spPr>
          <a:xfrm>
            <a:off x="9696450" y="3238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Buch</a:t>
            </a:r>
            <a:endParaRPr lang="en-US" sz="1300" dirty="0"/>
          </a:p>
        </p:txBody>
      </p:sp>
      <p:sp>
        <p:nvSpPr>
          <p:cNvPr id="26" name="Tabelle Zelle 3"/>
          <p:cNvSpPr/>
          <p:nvPr/>
        </p:nvSpPr>
        <p:spPr>
          <a:xfrm>
            <a:off x="10744200" y="323850"/>
            <a:ext cx="1143000" cy="342900"/>
          </a:xfrm>
          <a:prstGeom prst="rect">
            <a:avLst/>
          </a:prstGeom>
          <a:solidFill>
            <a:srgbClr val="26720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7" name="Tabelle Text 3"/>
          <p:cNvSpPr txBox="1"/>
          <p:nvPr/>
        </p:nvSpPr>
        <p:spPr>
          <a:xfrm>
            <a:off x="10744200" y="323850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Schüler</a:t>
            </a:r>
            <a:endParaRPr lang="en-US" sz="1300" dirty="0"/>
          </a:p>
        </p:txBody>
      </p:sp>
      <p:sp>
        <p:nvSpPr>
          <p:cNvPr id="28" name="Tabelle Zelle 4"/>
          <p:cNvSpPr/>
          <p:nvPr/>
        </p:nvSpPr>
        <p:spPr>
          <a:xfrm>
            <a:off x="9029700" y="666750"/>
            <a:ext cx="666750" cy="34290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9" name="Tabelle Text 4"/>
          <p:cNvSpPr txBox="1"/>
          <p:nvPr/>
        </p:nvSpPr>
        <p:spPr>
          <a:xfrm>
            <a:off x="9029700" y="666750"/>
            <a:ext cx="66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abelle Zelle 5"/>
          <p:cNvSpPr/>
          <p:nvPr/>
        </p:nvSpPr>
        <p:spPr>
          <a:xfrm>
            <a:off x="9696450" y="666750"/>
            <a:ext cx="1047750" cy="34290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1" name="Tabelle Text 5"/>
          <p:cNvSpPr txBox="1"/>
          <p:nvPr/>
        </p:nvSpPr>
        <p:spPr>
          <a:xfrm>
            <a:off x="9696450" y="6667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abelle Zelle 6"/>
          <p:cNvSpPr/>
          <p:nvPr/>
        </p:nvSpPr>
        <p:spPr>
          <a:xfrm>
            <a:off x="10744200" y="666750"/>
            <a:ext cx="1143000" cy="342900"/>
          </a:xfrm>
          <a:prstGeom prst="rect">
            <a:avLst/>
          </a:prstGeom>
          <a:solidFill>
            <a:srgbClr val="B1FF37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3" name="Tabelle Text 6"/>
          <p:cNvSpPr txBox="1"/>
          <p:nvPr/>
        </p:nvSpPr>
        <p:spPr>
          <a:xfrm>
            <a:off x="10744200" y="666750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abelle Zelle 7"/>
          <p:cNvSpPr/>
          <p:nvPr/>
        </p:nvSpPr>
        <p:spPr>
          <a:xfrm>
            <a:off x="9029700" y="1009650"/>
            <a:ext cx="666750" cy="34290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5" name="Tabelle Text 7"/>
          <p:cNvSpPr txBox="1"/>
          <p:nvPr/>
        </p:nvSpPr>
        <p:spPr>
          <a:xfrm>
            <a:off x="9029700" y="1009650"/>
            <a:ext cx="66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abelle Zelle 8"/>
          <p:cNvSpPr/>
          <p:nvPr/>
        </p:nvSpPr>
        <p:spPr>
          <a:xfrm>
            <a:off x="9696450" y="1009650"/>
            <a:ext cx="1047750" cy="34290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7" name="Tabelle Text 8"/>
          <p:cNvSpPr txBox="1"/>
          <p:nvPr/>
        </p:nvSpPr>
        <p:spPr>
          <a:xfrm>
            <a:off x="9696450" y="10096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abelle Zelle 9"/>
          <p:cNvSpPr/>
          <p:nvPr/>
        </p:nvSpPr>
        <p:spPr>
          <a:xfrm>
            <a:off x="10744200" y="1009650"/>
            <a:ext cx="1143000" cy="342900"/>
          </a:xfrm>
          <a:prstGeom prst="rect">
            <a:avLst/>
          </a:prstGeom>
          <a:solidFill>
            <a:srgbClr val="B1FF37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9" name="Tabelle Text 9"/>
          <p:cNvSpPr txBox="1"/>
          <p:nvPr/>
        </p:nvSpPr>
        <p:spPr>
          <a:xfrm>
            <a:off x="10744200" y="1009650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Primär- und Fremdschlüssel</dc:title>
  <dc:subject>PptxGenJS Presentation</dc:subject>
  <dc:creator>PptxGenJS</dc:creator>
  <cp:lastModifiedBy>PptxGenJS</cp:lastModifiedBy>
  <cp:revision>1</cp:revision>
  <dcterms:created xsi:type="dcterms:W3CDTF">2026-10-14T22:31:10Z</dcterms:created>
  <dcterms:modified xsi:type="dcterms:W3CDTF">2026-10-14T22:31:10Z</dcterms:modified>
</cp:coreProperties>
</file>