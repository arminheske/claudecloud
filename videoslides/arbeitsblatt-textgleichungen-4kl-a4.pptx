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Arbeitsblatt · Mathematik · 4. Klasse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6459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und noch ein paar 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Textgleichungen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Name: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1280160" y="2651760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" name="Text 6"/>
          <p:cNvSpPr txBox="1"/>
          <p:nvPr/>
        </p:nvSpPr>
        <p:spPr>
          <a:xfrm>
            <a:off x="4297680" y="2377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Datum: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120640" y="2651760"/>
            <a:ext cx="1892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3" name="Text 8"/>
          <p:cNvSpPr txBox="1"/>
          <p:nvPr/>
        </p:nvSpPr>
        <p:spPr>
          <a:xfrm>
            <a:off x="548640" y="274320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Übersetze in die „Sprache der Mathematik“, löse die Gleichung und beantworte die Aufgabe.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3246120"/>
            <a:ext cx="6464808" cy="2450592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410712"/>
            <a:ext cx="5367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Summe zweier Zahlen ist 550. Die erste Zahl ist um 46 kleiner als die zweite Zahl. Wie lauten die beiden Zahlen?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4050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697480" y="4379976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0" name="Text 15"/>
          <p:cNvSpPr txBox="1"/>
          <p:nvPr/>
        </p:nvSpPr>
        <p:spPr>
          <a:xfrm>
            <a:off x="1417320" y="44622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Rechnung: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697480" y="478231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Shape 17"/>
          <p:cNvSpPr/>
          <p:nvPr/>
        </p:nvSpPr>
        <p:spPr>
          <a:xfrm>
            <a:off x="1417320" y="5148072"/>
            <a:ext cx="53675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3" name="Text 18"/>
          <p:cNvSpPr txBox="1"/>
          <p:nvPr/>
        </p:nvSpPr>
        <p:spPr>
          <a:xfrm>
            <a:off x="141732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Antwort: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697480" y="555955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5" name="Shape 20"/>
          <p:cNvSpPr/>
          <p:nvPr/>
        </p:nvSpPr>
        <p:spPr>
          <a:xfrm>
            <a:off x="548640" y="5824728"/>
            <a:ext cx="6464808" cy="2697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600760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417320" y="5989320"/>
            <a:ext cx="53675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Umfang eines Dreiecks beträgt 198 cm. Die Seite b ist um 12 cm kürzer als die Seite a, die Seite c ist 1,5mal so groß wie die Seite a. Wie lang sind die Dreiecksseiten?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417320" y="6876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697480" y="720547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1" name="Text 26"/>
          <p:cNvSpPr txBox="1"/>
          <p:nvPr/>
        </p:nvSpPr>
        <p:spPr>
          <a:xfrm>
            <a:off x="1417320" y="7287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Rechnung: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2697480" y="7607808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3" name="Shape 28"/>
          <p:cNvSpPr/>
          <p:nvPr/>
        </p:nvSpPr>
        <p:spPr>
          <a:xfrm>
            <a:off x="1417320" y="7973568"/>
            <a:ext cx="53675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4" name="Text 29"/>
          <p:cNvSpPr txBox="1"/>
          <p:nvPr/>
        </p:nvSpPr>
        <p:spPr>
          <a:xfrm>
            <a:off x="1417320" y="8083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Antwort: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2697480" y="8385048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48640" y="1371600"/>
            <a:ext cx="6464808" cy="3191256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417320" y="1536192"/>
            <a:ext cx="5367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Orte A und B sind 255 km von einander entfernt. Um 8 Uhr fährt Herr Birnstingl mit einer mittleren Geschwindigkeit von 60 km/h A in Richtung B weg. Um 9 Uhr fährt Frau Zapfl mit einer Geschwindigkeit von 70 km/h von B in Richtung A. Um wie viel Uhr und wie weit von A entfernt treffen die beiden einander?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417320" y="29169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697480" y="3246120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3" name="Text 8"/>
          <p:cNvSpPr txBox="1"/>
          <p:nvPr/>
        </p:nvSpPr>
        <p:spPr>
          <a:xfrm>
            <a:off x="1417320" y="33284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Rechnung: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697480" y="3648456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5" name="Shape 10"/>
          <p:cNvSpPr/>
          <p:nvPr/>
        </p:nvSpPr>
        <p:spPr>
          <a:xfrm>
            <a:off x="1417320" y="4014216"/>
            <a:ext cx="53675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6" name="Text 11"/>
          <p:cNvSpPr txBox="1"/>
          <p:nvPr/>
        </p:nvSpPr>
        <p:spPr>
          <a:xfrm>
            <a:off x="1417320" y="4123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Antwort: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697480" y="4425696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8" name="Shape 13"/>
          <p:cNvSpPr/>
          <p:nvPr/>
        </p:nvSpPr>
        <p:spPr>
          <a:xfrm>
            <a:off x="548640" y="4690872"/>
            <a:ext cx="6464808" cy="2697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873752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855464"/>
            <a:ext cx="53675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einem rechtwinkeligen Dreieck ist der eine spitze Winkel viermal so groß wie der andere spitze Winkel. Berechne die Größe der Winkel.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5742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697480" y="6071616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Text 19"/>
          <p:cNvSpPr txBox="1"/>
          <p:nvPr/>
        </p:nvSpPr>
        <p:spPr>
          <a:xfrm>
            <a:off x="1417320" y="6153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Rechnung: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697480" y="647395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6" name="Shape 21"/>
          <p:cNvSpPr/>
          <p:nvPr/>
        </p:nvSpPr>
        <p:spPr>
          <a:xfrm>
            <a:off x="1417320" y="6839712"/>
            <a:ext cx="53675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1417320" y="6949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Antwort: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697480" y="725119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9" name="Shape 24"/>
          <p:cNvSpPr/>
          <p:nvPr/>
        </p:nvSpPr>
        <p:spPr>
          <a:xfrm>
            <a:off x="548640" y="7516368"/>
            <a:ext cx="6464808" cy="2697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520" y="769924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31520" y="7699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417320" y="7680960"/>
            <a:ext cx="53675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Verlängert man eine Seite eines Quadrats um 6 cm und verkürzt die andere um 3 cm, so erhält man ein Rechteck mit gleichem Flächeninhalt. Berechne die Länge der Quadratseite.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417320" y="85679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2697480" y="8897112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5" name="Text 30"/>
          <p:cNvSpPr txBox="1"/>
          <p:nvPr/>
        </p:nvSpPr>
        <p:spPr>
          <a:xfrm>
            <a:off x="1417320" y="8979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Rechnung: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697480" y="9299448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7" name="Shape 32"/>
          <p:cNvSpPr/>
          <p:nvPr/>
        </p:nvSpPr>
        <p:spPr>
          <a:xfrm>
            <a:off x="1417320" y="9665208"/>
            <a:ext cx="53675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8" name="Text 33"/>
          <p:cNvSpPr txBox="1"/>
          <p:nvPr/>
        </p:nvSpPr>
        <p:spPr>
          <a:xfrm>
            <a:off x="1417320" y="97749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Antwort: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2697480" y="10076688"/>
            <a:ext cx="408736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2026-10-29T17:44:27Z</dcterms:created>
  <dcterms:modified xsi:type="dcterms:W3CDTF">2026-10-29T17:44:27Z</dcterms:modified>
</cp:coreProperties>
</file>