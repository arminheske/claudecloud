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 die Mathebox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Einsatzbereiche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Reichweite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Nutzung im Schuljahr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Zielgruppe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Sponsoring-Paket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Vorteile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Datenschutz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Konditionen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Nächste Schritte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 · Sponsoring-Angebot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 · Sponsoring-Angebot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FFD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 · Sponsoring-Angebot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Sponsoring-Angebot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
</a:t>
            </a:r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Hauptsponsoring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Kostenlose Übungssoftware für den Mathematik-Unterricht in Österreich.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17. Okt. 2026 · Armin Heske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38160" y="822960"/>
            <a:ext cx="3474720" cy="5120640"/>
          </a:xfrm>
          <a:prstGeom prst="roundRect">
            <a:avLst>
              <a:gd name="adj" fmla="val 3947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9464040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B3D75"/>
          </a:solidFill>
          <a:ln w="12700">
            <a:solidFill>
              <a:srgbClr val="1B3D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6404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0515600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412480" y="2148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B3D75"/>
          </a:solidFill>
          <a:ln w="12700">
            <a:solidFill>
              <a:srgbClr val="1B3D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÷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9464040" y="2148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404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7×8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10515600" y="2148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B3D75"/>
          </a:solidFill>
          <a:ln w="12700">
            <a:solidFill>
              <a:srgbClr val="1B3D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51560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56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8412480" y="32004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1248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½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9464040" y="32004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B3D75"/>
          </a:solidFill>
          <a:ln w="12700">
            <a:solidFill>
              <a:srgbClr val="1B3D7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6404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x²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10515600" y="32004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1560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π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8412480" y="45720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Üben, üben, üben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Über die Mathebox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Völlig kostenlos.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Seit Jahren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im Schulalltag.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651760"/>
            <a:ext cx="6309360" cy="3383280"/>
          </a:xfrm>
          <a:prstGeom prst="roundRect">
            <a:avLst>
              <a:gd name="adj" fmla="val 4054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2880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Sammlung von Übungssoftware für den Mathematik-Unterricht, die in Österreich seit Jahren eingesetzt wird.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16052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 Schülerin und jeder Schüler übt in eigenem Tempo und auf eigenem Niveau. Lehrkräfte sparen sich Aufgabensuche und Korrektur.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0" y="2651760"/>
            <a:ext cx="4206240" cy="3383280"/>
          </a:xfrm>
          <a:prstGeom prst="roundRect">
            <a:avLst>
              <a:gd name="adj" fmla="val 4054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28803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Differenzierung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 Individualität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635240" y="4069080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ohne Registrierung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4663440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ohne Benutzernamen und Passwörter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5257800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keine persönlichen Daten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steckt drin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Vier Wege zum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Üben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5303520" cy="1828800"/>
          </a:xfrm>
          <a:prstGeom prst="roundRect">
            <a:avLst>
              <a:gd name="adj" fmla="val 75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 Unterricht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Individuelles, differenziertes Üben direkt am Gerät.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303520" cy="1828800"/>
          </a:xfrm>
          <a:prstGeom prst="roundRect">
            <a:avLst>
              <a:gd name="adj" fmla="val 75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56032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Hausübungen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E-Mail-Bestätigung und Protokolldruck.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5303520" cy="1828800"/>
          </a:xfrm>
          <a:prstGeom prst="roundRect">
            <a:avLst>
              <a:gd name="adj" fmla="val 75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57200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Üben daheim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257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Kopfrechnen, Einmaleins, Formeln jederzeit selbst trainieren.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17920" y="4297680"/>
            <a:ext cx="5303520" cy="1828800"/>
          </a:xfrm>
          <a:prstGeom prst="roundRect">
            <a:avLst>
              <a:gd name="adj" fmla="val 75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457200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Übungsblätter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5257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stepbystep Blätter mit oder ohne Lösungen erstellen.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Reichweite in Zahlen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108.000 Besuche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12 Monaten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Server-Statistik, Nov 2025 bis Okt 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2606040" cy="2468880"/>
          </a:xfrm>
          <a:prstGeom prst="roundRect">
            <a:avLst>
              <a:gd name="adj" fmla="val 555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108.008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23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80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9.000 pro Monat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29000" y="2743200"/>
            <a:ext cx="2606040" cy="2468880"/>
          </a:xfrm>
          <a:prstGeom prst="roundRect">
            <a:avLst>
              <a:gd name="adj" fmla="val 555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0332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1.555.843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4023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Seitenaufrufe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4480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130.000 pro Monat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2743200"/>
            <a:ext cx="2606040" cy="2468880"/>
          </a:xfrm>
          <a:prstGeom prst="roundRect">
            <a:avLst>
              <a:gd name="adj" fmla="val 555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14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023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Seiten pro Besuch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480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Nutzer*innen bleiben und üben aktiv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006840" y="2743200"/>
            <a:ext cx="2606040" cy="2468880"/>
          </a:xfrm>
          <a:prstGeom prst="roundRect">
            <a:avLst>
              <a:gd name="adj" fmla="val 555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8116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105 GB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281160" y="4023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Datenvolumen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281160" y="4480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8,8 GB pro Monat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Hinweis: Die Statistik zählt auch automatisierte Zugriffe. Der Anteil echter Nutzer*innen liegt realistisch bei etwa 70 %.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Nutzung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Nutzung folgt dem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Schuljahr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Spitzen im Frühjahr, ein ruhigerer Sommer.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3383280" cy="2560320"/>
          </a:xfrm>
          <a:prstGeom prst="roundRect">
            <a:avLst>
              <a:gd name="adj" fmla="val 5357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14.384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 im März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Spitzenmonat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2743200"/>
            <a:ext cx="3383280" cy="2560320"/>
          </a:xfrm>
          <a:prstGeom prst="roundRect">
            <a:avLst>
              <a:gd name="adj" fmla="val 5357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13.762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 im Juni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zweiter Höhepunkt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38160" y="2743200"/>
            <a:ext cx="3383280" cy="2560320"/>
          </a:xfrm>
          <a:prstGeom prst="roundRect">
            <a:avLst>
              <a:gd name="adj" fmla="val 5357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017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9.000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3931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 im Schnitt pro Monat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Zielgruppe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Gruppen, die sich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gegenseitig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beeinflussen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560320"/>
            <a:ext cx="3520440" cy="3017520"/>
          </a:xfrm>
          <a:prstGeom prst="roundRect">
            <a:avLst>
              <a:gd name="adj" fmla="val 4545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83464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Lehrkräfte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5204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Setzen sie im Unterricht und für Hausübungen ein und empfehlen sie im Kollegium weiter.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89120" y="2560320"/>
            <a:ext cx="3520440" cy="3017520"/>
          </a:xfrm>
          <a:prstGeom prst="roundRect">
            <a:avLst>
              <a:gd name="adj" fmla="val 4545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83464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Schüler*innen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35204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Üben allein oder in der Klasse, vor allem Kopfrechnen, Einmaleins und Formeln.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138160" y="2560320"/>
            <a:ext cx="3520440" cy="3017520"/>
          </a:xfrm>
          <a:prstGeom prst="roundRect">
            <a:avLst>
              <a:gd name="adj" fmla="val 4545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283464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Eltern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458200" y="35204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Nutzen Übungsblätter mit Lösungen für das Lernen daheim.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0080" y="57607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5760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Schwerpunkt: Österreich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Sponsoring-Paket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Ihr Logo auf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jeder Seite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Hauptsponsor sind Sie der einzige Sponsor.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303520" cy="91440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3008376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743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Großes Logo im Kopfbereich neben dem Mathebox-Logo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2743200"/>
            <a:ext cx="5303520" cy="91440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3008376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2743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Exklusivität: keine weiteren Sponsoren oder Werbebanner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840480"/>
            <a:ext cx="5303520" cy="91440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105656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Verlinkung des Logos auf eine Seite Ihrer Wahl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3840480"/>
            <a:ext cx="5303520" cy="91440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4105656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Hauptsponsor auf Startseite und eigener Partner-Seite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4937760"/>
            <a:ext cx="5303520" cy="91440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5202936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937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Mitgestaltung des Wordings, z. B. „Mit freundlicher Unterstützung von …“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937760"/>
            <a:ext cx="5303520" cy="91440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46520" y="5202936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4652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4937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Reichweiten-Bericht pro Quartal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und Wortlaut stimmen wir vorab gemeinsam ab.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Ihre Vorteile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 trifft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Bildung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Genau dort, wo Lehrkräfte und Familien täglich lernen.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Gezielte Reichweite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Rund 100.000 Besuche pro Jahr aus Schule und Elternhaus.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25146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Hohe Verweildauer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Etwa 14 Seiten pro Besuch, Ihr Logo ist bei jeder sichtbar.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38160" y="25146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Positives Umfeld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Kostenlos, werbefrei, ohne Registrierung: Vertrauen färbt ab.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43484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Dauerhafte Präsenz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52120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 allen Seiten, während der gesamten Laufzeit.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89120" y="443484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0916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Sichtbarer Beitrag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52120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Mathebox bleibt für Schulen kostenlos, auch dank Ihnen.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Datenschutz und Unabhängigkeit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Sponsoring ändert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nichts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am Datenschutz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651760"/>
            <a:ext cx="5303520" cy="1508760"/>
          </a:xfrm>
          <a:prstGeom prst="roundRect">
            <a:avLst>
              <a:gd name="adj" fmla="val 9091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7889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Logo ist ein statisches Bild: ohne Scripts, Cookies oder Tracking.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2651760"/>
            <a:ext cx="5303520" cy="1508760"/>
          </a:xfrm>
          <a:prstGeom prst="roundRect">
            <a:avLst>
              <a:gd name="adj" fmla="val 9091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926080"/>
            <a:ext cx="457200" cy="45720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7889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Sponsor erhält keine Nutzerdaten. Es werden keine personenbezogenen Daten gespeichert.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389120"/>
            <a:ext cx="5303520" cy="1508760"/>
          </a:xfrm>
          <a:prstGeom prst="roundRect">
            <a:avLst>
              <a:gd name="adj" fmla="val 9091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45262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Inhalte und Aufgaben bleiben unabhängig: Der Sponsor nimmt keinen Einfluss.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7920" y="4389120"/>
            <a:ext cx="5303520" cy="1508760"/>
          </a:xfrm>
          <a:prstGeom prst="roundRect">
            <a:avLst>
              <a:gd name="adj" fmla="val 9091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4663440"/>
            <a:ext cx="457200" cy="45720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45262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Keine Werbung für Kinder, nur die dezente Nennung als Förderer.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Konditionen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6.000 €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12 Monate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Preisvorschlag, über Laufzeit und Leistungen verhandelbar.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10 % Rabatt bei 2 Jahren Laufzeit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0" y="822960"/>
            <a:ext cx="5577840" cy="5303520"/>
          </a:xfrm>
          <a:prstGeom prst="roundRect">
            <a:avLst>
              <a:gd name="adj" fmla="val 2586"/>
            </a:avLst>
          </a:prstGeom>
          <a:solidFill>
            <a:srgbClr val="F4F9FF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Laufzeit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1005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Monate, Option auf Verlängerung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029200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737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6.000 € pro Jahr (zzgl. USt., falls zutreffend)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2423160"/>
            <a:ext cx="5029200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Mehrjahresvertrag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10 % Rabatt bei 2 Jahren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7920" y="3154680"/>
            <a:ext cx="5029200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Zahlung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jährlich im Voraus oder in 2 Raten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029200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3931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Exklusivität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Hauptsponsor, keine weiteren Banner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7920" y="4617720"/>
            <a:ext cx="5029200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4663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Kündigung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955280" y="4663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beiderseitig, 3 Monate Frist zum Laufzeitende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5349240"/>
            <a:ext cx="5029200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0" y="5394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95528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 und Seitenaufrufe pro Quartal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Kontakt und nächste Schritte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15 Minuten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Telefonat genügen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Gern besprechen wir Ihr Sponsoring in einem kurzen Gespräch.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Kennenlernen und Fragen klären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73552" y="3429000"/>
            <a:ext cx="137160" cy="274320"/>
          </a:xfrm>
          <a:prstGeom prst="rightArrow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274320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297180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033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und Wortlaut abstimmen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62472" y="3429000"/>
            <a:ext cx="137160" cy="274320"/>
          </a:xfrm>
          <a:prstGeom prst="rightArrow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74320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297180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Vereinbarung unterzeichnen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851392" y="3429000"/>
            <a:ext cx="137160" cy="274320"/>
          </a:xfrm>
          <a:prstGeom prst="rightArrow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06840" y="274320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2971800"/>
            <a:ext cx="548640" cy="54864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811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28116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geht auf allen Seiten online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01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Armin Heske, Mathebox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6012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E-Mail: [E-Mail-Adresse einfügen]   ·   Telefon: [Telefonnummer einfügen]   ·   www.mathebox.at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Mathebox – Sponsoring-Angebot</dc:title>
  <dc:subject>PptxGenJS Presentation</dc:subject>
  <dc:creator>Armin Heske</dc:creator>
  <cp:lastModifiedBy>Armin Heske</cp:lastModifiedBy>
  <cp:revision>1</cp:revision>
  <dcterms:created xsi:type="dcterms:W3CDTF">2026-10-17T10:07:40Z</dcterms:created>
  <dcterms:modified xsi:type="dcterms:W3CDTF">2026-10-17T10:07:40Z</dcterms:modified>
</cp:coreProperties>
</file>