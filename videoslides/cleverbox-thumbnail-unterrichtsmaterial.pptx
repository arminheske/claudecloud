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YouTube-Thumbnail 1280x720, alle Teile sind getrennte Ebenen.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claudecloud/e6fd89b8-16f1-562a-9866-3e9dc57faca6/scratchpad/bg-c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ag-Fläche"/>
          <p:cNvSpPr/>
          <p:nvPr/>
        </p:nvSpPr>
        <p:spPr>
          <a:xfrm>
            <a:off x="571500" y="666750"/>
            <a:ext cx="2257425" cy="533400"/>
          </a:xfrm>
          <a:prstGeom prst="roundRect">
            <a:avLst>
              <a:gd name="adj" fmla="val 24000"/>
            </a:avLst>
          </a:prstGeom>
          <a:solidFill>
            <a:srgbClr val="60C0F0"/>
          </a:solidFill>
          <a:ln w="12700">
            <a:solidFill>
              <a:srgbClr val="60C0F0"/>
            </a:solidFill>
            <a:prstDash val="solid"/>
          </a:ln>
        </p:spPr>
      </p:sp>
      <p:sp>
        <p:nvSpPr>
          <p:cNvPr id="4" name="Tag"/>
          <p:cNvSpPr txBox="1"/>
          <p:nvPr/>
        </p:nvSpPr>
        <p:spPr>
          <a:xfrm>
            <a:off x="571500" y="666750"/>
            <a:ext cx="2257425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A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Lehrkräfte</a:t>
            </a:r>
            <a:endParaRPr lang="en-US" sz="1900" dirty="0"/>
          </a:p>
        </p:txBody>
      </p:sp>
      <p:sp>
        <p:nvSpPr>
          <p:cNvPr id="5" name="Marker-Balken"/>
          <p:cNvSpPr/>
          <p:nvPr/>
        </p:nvSpPr>
        <p:spPr>
          <a:xfrm>
            <a:off x="419100" y="1590675"/>
            <a:ext cx="2839641" cy="695325"/>
          </a:xfrm>
          <a:prstGeom prst="roundRect">
            <a:avLst>
              <a:gd name="adj" fmla="val 23671"/>
            </a:avLst>
          </a:prstGeom>
          <a:solidFill>
            <a:srgbClr val="60C0F0"/>
          </a:solidFill>
          <a:ln w="12700">
            <a:solidFill>
              <a:srgbClr val="60C0F0"/>
            </a:solidFill>
            <a:prstDash val="solid"/>
          </a:ln>
        </p:spPr>
      </p:sp>
      <p:sp>
        <p:nvSpPr>
          <p:cNvPr id="6" name="Titel 1"/>
          <p:cNvSpPr txBox="1"/>
          <p:nvPr/>
        </p:nvSpPr>
        <p:spPr>
          <a:xfrm>
            <a:off x="571500" y="1524000"/>
            <a:ext cx="60960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900" b="1" i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GRATIS</a:t>
            </a:r>
            <a:endParaRPr lang="en-US" sz="4900" dirty="0"/>
          </a:p>
        </p:txBody>
      </p:sp>
      <p:sp>
        <p:nvSpPr>
          <p:cNvPr id="7" name="Titel 2"/>
          <p:cNvSpPr txBox="1"/>
          <p:nvPr/>
        </p:nvSpPr>
        <p:spPr>
          <a:xfrm>
            <a:off x="571500" y="2295525"/>
            <a:ext cx="60960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900" b="1" i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UNTERRICHTS-</a:t>
            </a:r>
            <a:endParaRPr lang="en-US" sz="4900" dirty="0"/>
          </a:p>
        </p:txBody>
      </p:sp>
      <p:sp>
        <p:nvSpPr>
          <p:cNvPr id="8" name="Titel 3"/>
          <p:cNvSpPr txBox="1"/>
          <p:nvPr/>
        </p:nvSpPr>
        <p:spPr>
          <a:xfrm>
            <a:off x="571500" y="3067050"/>
            <a:ext cx="60960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900" b="1" i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MATERIAL</a:t>
            </a:r>
            <a:endParaRPr lang="en-US" sz="4900" dirty="0"/>
          </a:p>
        </p:txBody>
      </p:sp>
      <p:sp>
        <p:nvSpPr>
          <p:cNvPr id="9" name="Chip 1"/>
          <p:cNvSpPr/>
          <p:nvPr/>
        </p:nvSpPr>
        <p:spPr>
          <a:xfrm>
            <a:off x="571500" y="4124325"/>
            <a:ext cx="903089" cy="495300"/>
          </a:xfrm>
          <a:prstGeom prst="roundRect">
            <a:avLst>
              <a:gd name="adj" fmla="val 25846"/>
            </a:avLst>
          </a:prstGeom>
          <a:solidFill>
            <a:srgbClr val="36448A"/>
          </a:solidFill>
          <a:ln w="12700">
            <a:solidFill>
              <a:srgbClr val="36448A"/>
            </a:solidFill>
            <a:prstDash val="solid"/>
          </a:ln>
        </p:spPr>
      </p:sp>
      <p:sp>
        <p:nvSpPr>
          <p:cNvPr id="10" name="Chip-Text 1"/>
          <p:cNvSpPr txBox="1"/>
          <p:nvPr/>
        </p:nvSpPr>
        <p:spPr>
          <a:xfrm>
            <a:off x="571500" y="4124325"/>
            <a:ext cx="903089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0C0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Quiz</a:t>
            </a:r>
            <a:endParaRPr lang="en-US" sz="1900" dirty="0"/>
          </a:p>
        </p:txBody>
      </p:sp>
      <p:sp>
        <p:nvSpPr>
          <p:cNvPr id="11" name="Chip 2"/>
          <p:cNvSpPr/>
          <p:nvPr/>
        </p:nvSpPr>
        <p:spPr>
          <a:xfrm>
            <a:off x="1588889" y="4124325"/>
            <a:ext cx="2107555" cy="495300"/>
          </a:xfrm>
          <a:prstGeom prst="roundRect">
            <a:avLst>
              <a:gd name="adj" fmla="val 25846"/>
            </a:avLst>
          </a:prstGeom>
          <a:solidFill>
            <a:srgbClr val="36448A"/>
          </a:solidFill>
          <a:ln w="12700">
            <a:solidFill>
              <a:srgbClr val="36448A"/>
            </a:solidFill>
            <a:prstDash val="solid"/>
          </a:ln>
        </p:spPr>
      </p:sp>
      <p:sp>
        <p:nvSpPr>
          <p:cNvPr id="12" name="Chip-Text 2"/>
          <p:cNvSpPr txBox="1"/>
          <p:nvPr/>
        </p:nvSpPr>
        <p:spPr>
          <a:xfrm>
            <a:off x="1588889" y="4124325"/>
            <a:ext cx="2107555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0C0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Arbeitsblätter</a:t>
            </a:r>
            <a:endParaRPr lang="en-US" sz="1900" dirty="0"/>
          </a:p>
        </p:txBody>
      </p:sp>
      <p:sp>
        <p:nvSpPr>
          <p:cNvPr id="13" name="Chip 3"/>
          <p:cNvSpPr/>
          <p:nvPr/>
        </p:nvSpPr>
        <p:spPr>
          <a:xfrm>
            <a:off x="3810744" y="4124325"/>
            <a:ext cx="1594247" cy="495300"/>
          </a:xfrm>
          <a:prstGeom prst="roundRect">
            <a:avLst>
              <a:gd name="adj" fmla="val 25846"/>
            </a:avLst>
          </a:prstGeom>
          <a:solidFill>
            <a:srgbClr val="36448A"/>
          </a:solidFill>
          <a:ln w="12700">
            <a:solidFill>
              <a:srgbClr val="36448A"/>
            </a:solidFill>
            <a:prstDash val="solid"/>
          </a:ln>
        </p:spPr>
      </p:sp>
      <p:sp>
        <p:nvSpPr>
          <p:cNvPr id="14" name="Chip-Text 3"/>
          <p:cNvSpPr txBox="1"/>
          <p:nvPr/>
        </p:nvSpPr>
        <p:spPr>
          <a:xfrm>
            <a:off x="3810744" y="4124325"/>
            <a:ext cx="1594247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0C0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Lösungen</a:t>
            </a:r>
            <a:endParaRPr lang="en-US" sz="1900" dirty="0"/>
          </a:p>
        </p:txBody>
      </p:sp>
      <p:sp>
        <p:nvSpPr>
          <p:cNvPr id="15" name="Browser-Fenster"/>
          <p:cNvSpPr/>
          <p:nvPr/>
        </p:nvSpPr>
        <p:spPr>
          <a:xfrm>
            <a:off x="6191250" y="762000"/>
            <a:ext cx="5619750" cy="5238750"/>
          </a:xfrm>
          <a:prstGeom prst="roundRect">
            <a:avLst>
              <a:gd name="adj" fmla="val 1222"/>
            </a:avLst>
          </a:prstGeom>
          <a:solidFill>
            <a:srgbClr val="FAFAFA"/>
          </a:solidFill>
          <a:ln w="19050">
            <a:solidFill>
              <a:srgbClr val="D3D8EE"/>
            </a:solidFill>
            <a:prstDash val="solid"/>
          </a:ln>
        </p:spPr>
      </p:sp>
      <p:sp>
        <p:nvSpPr>
          <p:cNvPr id="16" name="Browser-Kopf"/>
          <p:cNvSpPr/>
          <p:nvPr/>
        </p:nvSpPr>
        <p:spPr>
          <a:xfrm>
            <a:off x="6191250" y="762000"/>
            <a:ext cx="5619750" cy="533400"/>
          </a:xfrm>
          <a:prstGeom prst="roundRect">
            <a:avLst>
              <a:gd name="adj" fmla="val 12000"/>
            </a:avLst>
          </a:prstGeom>
          <a:solidFill>
            <a:srgbClr val="36448A"/>
          </a:solidFill>
          <a:ln w="12700">
            <a:solidFill>
              <a:srgbClr val="36448A"/>
            </a:solidFill>
            <a:prstDash val="solid"/>
          </a:ln>
        </p:spPr>
      </p:sp>
      <p:sp>
        <p:nvSpPr>
          <p:cNvPr id="17" name="Browser-Kopf-Füllung"/>
          <p:cNvSpPr/>
          <p:nvPr/>
        </p:nvSpPr>
        <p:spPr>
          <a:xfrm>
            <a:off x="6191250" y="1047750"/>
            <a:ext cx="5619750" cy="247650"/>
          </a:xfrm>
          <a:prstGeom prst="roundRect">
            <a:avLst/>
          </a:prstGeom>
          <a:solidFill>
            <a:srgbClr val="36448A"/>
          </a:solidFill>
          <a:ln w="12700">
            <a:solidFill>
              <a:srgbClr val="36448A"/>
            </a:solidFill>
            <a:prstDash val="solid"/>
          </a:ln>
        </p:spPr>
      </p:sp>
      <p:sp>
        <p:nvSpPr>
          <p:cNvPr id="18" name="Fensterpunkt 1"/>
          <p:cNvSpPr/>
          <p:nvPr/>
        </p:nvSpPr>
        <p:spPr>
          <a:xfrm>
            <a:off x="6400800" y="952500"/>
            <a:ext cx="152400" cy="152400"/>
          </a:xfrm>
          <a:prstGeom prst="ellipse">
            <a:avLst/>
          </a:prstGeom>
          <a:solidFill>
            <a:srgbClr val="60C0F0"/>
          </a:solidFill>
          <a:ln w="12700">
            <a:solidFill>
              <a:srgbClr val="60C0F0"/>
            </a:solidFill>
            <a:prstDash val="solid"/>
          </a:ln>
        </p:spPr>
      </p:sp>
      <p:sp>
        <p:nvSpPr>
          <p:cNvPr id="19" name="Fensterpunkt 2"/>
          <p:cNvSpPr/>
          <p:nvPr/>
        </p:nvSpPr>
        <p:spPr>
          <a:xfrm>
            <a:off x="6648450" y="952500"/>
            <a:ext cx="152400" cy="152400"/>
          </a:xfrm>
          <a:prstGeom prst="ellipse">
            <a:avLst/>
          </a:prstGeom>
          <a:solidFill>
            <a:srgbClr val="7C8FD0"/>
          </a:solidFill>
          <a:ln w="12700">
            <a:solidFill>
              <a:srgbClr val="7C8FD0"/>
            </a:solidFill>
            <a:prstDash val="solid"/>
          </a:ln>
        </p:spPr>
      </p:sp>
      <p:sp>
        <p:nvSpPr>
          <p:cNvPr id="20" name="Fensterpunkt 3"/>
          <p:cNvSpPr/>
          <p:nvPr/>
        </p:nvSpPr>
        <p:spPr>
          <a:xfrm>
            <a:off x="6896100" y="952500"/>
            <a:ext cx="152400" cy="152400"/>
          </a:xfrm>
          <a:prstGeom prst="ellipse">
            <a:avLst/>
          </a:prstGeom>
          <a:solidFill>
            <a:srgbClr val="D3D8EE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21" name="Adressfeld"/>
          <p:cNvSpPr/>
          <p:nvPr/>
        </p:nvSpPr>
        <p:spPr>
          <a:xfrm>
            <a:off x="7334250" y="857250"/>
            <a:ext cx="4191000" cy="342900"/>
          </a:xfrm>
          <a:prstGeom prst="roundRect">
            <a:avLst>
              <a:gd name="adj" fmla="val 26667"/>
            </a:avLst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22" name="Adresse"/>
          <p:cNvSpPr txBox="1"/>
          <p:nvPr/>
        </p:nvSpPr>
        <p:spPr>
          <a:xfrm>
            <a:off x="7524750" y="857250"/>
            <a:ext cx="4000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1400" dirty="0"/>
          </a:p>
        </p:txBody>
      </p:sp>
      <p:pic>
        <p:nvPicPr>
          <p:cNvPr id="23" name="Cleverbox-Logo" descr="/tmp/claude-0/-home-user-claudecloud/e6fd89b8-16f1-562a-9866-3e9dc57faca6/scratchpad/cleverbox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50" y="1447800"/>
            <a:ext cx="1809750" cy="666750"/>
          </a:xfrm>
          <a:prstGeom prst="rect">
            <a:avLst/>
          </a:prstGeom>
        </p:spPr>
      </p:pic>
      <p:sp>
        <p:nvSpPr>
          <p:cNvPr id="24" name="Material-Karte 1"/>
          <p:cNvSpPr/>
          <p:nvPr/>
        </p:nvSpPr>
        <p:spPr>
          <a:xfrm>
            <a:off x="6419850" y="2190750"/>
            <a:ext cx="5162550" cy="800100"/>
          </a:xfrm>
          <a:prstGeom prst="roundRect">
            <a:avLst>
              <a:gd name="adj" fmla="val 13714"/>
            </a:avLst>
          </a:prstGeom>
          <a:solidFill>
            <a:srgbClr val="FAFAFA"/>
          </a:solidFill>
          <a:ln w="19050">
            <a:solidFill>
              <a:srgbClr val="D3D8EE"/>
            </a:solidFill>
            <a:prstDash val="solid"/>
          </a:ln>
        </p:spPr>
      </p:sp>
      <p:sp>
        <p:nvSpPr>
          <p:cNvPr id="25" name="Icon-Kreis 1"/>
          <p:cNvSpPr/>
          <p:nvPr/>
        </p:nvSpPr>
        <p:spPr>
          <a:xfrm>
            <a:off x="6610350" y="2305050"/>
            <a:ext cx="571500" cy="571500"/>
          </a:xfrm>
          <a:prstGeom prst="ellipse">
            <a:avLst/>
          </a:prstGeom>
          <a:solidFill>
            <a:srgbClr val="475BA6"/>
          </a:solidFill>
          <a:ln w="12700">
            <a:solidFill>
              <a:srgbClr val="475BA6"/>
            </a:solidFill>
            <a:prstDash val="solid"/>
          </a:ln>
        </p:spPr>
      </p:sp>
      <p:sp>
        <p:nvSpPr>
          <p:cNvPr id="26" name="Play-Dreieck"/>
          <p:cNvSpPr/>
          <p:nvPr/>
        </p:nvSpPr>
        <p:spPr>
          <a:xfrm rot="5400000">
            <a:off x="6791325" y="2438400"/>
            <a:ext cx="247650" cy="3048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Material 1"/>
          <p:cNvSpPr txBox="1"/>
          <p:nvPr/>
        </p:nvSpPr>
        <p:spPr>
          <a:xfrm>
            <a:off x="7372350" y="2190750"/>
            <a:ext cx="28575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Erklärvideo</a:t>
            </a:r>
            <a:endParaRPr lang="en-US" sz="1900" dirty="0"/>
          </a:p>
        </p:txBody>
      </p:sp>
      <p:sp>
        <p:nvSpPr>
          <p:cNvPr id="28" name="Gratis-Marker 1"/>
          <p:cNvSpPr/>
          <p:nvPr/>
        </p:nvSpPr>
        <p:spPr>
          <a:xfrm>
            <a:off x="10306050" y="2419350"/>
            <a:ext cx="952500" cy="342900"/>
          </a:xfrm>
          <a:prstGeom prst="roundRect">
            <a:avLst>
              <a:gd name="adj" fmla="val 26667"/>
            </a:avLst>
          </a:prstGeom>
          <a:solidFill>
            <a:srgbClr val="60C0F0"/>
          </a:solidFill>
          <a:ln w="12700">
            <a:solidFill>
              <a:srgbClr val="60C0F0"/>
            </a:solidFill>
            <a:prstDash val="solid"/>
          </a:ln>
        </p:spPr>
      </p:sp>
      <p:sp>
        <p:nvSpPr>
          <p:cNvPr id="29" name="Gratis-Text 1"/>
          <p:cNvSpPr txBox="1"/>
          <p:nvPr/>
        </p:nvSpPr>
        <p:spPr>
          <a:xfrm>
            <a:off x="10306050" y="2419350"/>
            <a:ext cx="952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gratis</a:t>
            </a:r>
            <a:endParaRPr lang="en-US" sz="1400" dirty="0"/>
          </a:p>
        </p:txBody>
      </p:sp>
      <p:sp>
        <p:nvSpPr>
          <p:cNvPr id="30" name="Material-Karte 2"/>
          <p:cNvSpPr/>
          <p:nvPr/>
        </p:nvSpPr>
        <p:spPr>
          <a:xfrm>
            <a:off x="6419850" y="3124200"/>
            <a:ext cx="5162550" cy="800100"/>
          </a:xfrm>
          <a:prstGeom prst="roundRect">
            <a:avLst>
              <a:gd name="adj" fmla="val 13714"/>
            </a:avLst>
          </a:prstGeom>
          <a:solidFill>
            <a:srgbClr val="FAFAFA"/>
          </a:solidFill>
          <a:ln w="19050">
            <a:solidFill>
              <a:srgbClr val="D3D8EE"/>
            </a:solidFill>
            <a:prstDash val="solid"/>
          </a:ln>
        </p:spPr>
      </p:sp>
      <p:sp>
        <p:nvSpPr>
          <p:cNvPr id="31" name="Icon-Kreis 2"/>
          <p:cNvSpPr/>
          <p:nvPr/>
        </p:nvSpPr>
        <p:spPr>
          <a:xfrm>
            <a:off x="6610350" y="3238500"/>
            <a:ext cx="571500" cy="571500"/>
          </a:xfrm>
          <a:prstGeom prst="ellipse">
            <a:avLst/>
          </a:prstGeom>
          <a:solidFill>
            <a:srgbClr val="475BA6"/>
          </a:solidFill>
          <a:ln w="12700">
            <a:solidFill>
              <a:srgbClr val="475BA6"/>
            </a:solidFill>
            <a:prstDash val="solid"/>
          </a:ln>
        </p:spPr>
      </p:sp>
      <p:sp>
        <p:nvSpPr>
          <p:cNvPr id="32" name="Quiz-Zeichen"/>
          <p:cNvSpPr txBox="1"/>
          <p:nvPr/>
        </p:nvSpPr>
        <p:spPr>
          <a:xfrm>
            <a:off x="6610350" y="323850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2700" dirty="0"/>
          </a:p>
        </p:txBody>
      </p:sp>
      <p:sp>
        <p:nvSpPr>
          <p:cNvPr id="33" name="Material 2"/>
          <p:cNvSpPr txBox="1"/>
          <p:nvPr/>
        </p:nvSpPr>
        <p:spPr>
          <a:xfrm>
            <a:off x="7372350" y="3124200"/>
            <a:ext cx="28575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Interaktives Quiz</a:t>
            </a:r>
            <a:endParaRPr lang="en-US" sz="1900" dirty="0"/>
          </a:p>
        </p:txBody>
      </p:sp>
      <p:sp>
        <p:nvSpPr>
          <p:cNvPr id="34" name="Gratis-Marker 2"/>
          <p:cNvSpPr/>
          <p:nvPr/>
        </p:nvSpPr>
        <p:spPr>
          <a:xfrm>
            <a:off x="10306050" y="3352800"/>
            <a:ext cx="952500" cy="342900"/>
          </a:xfrm>
          <a:prstGeom prst="roundRect">
            <a:avLst>
              <a:gd name="adj" fmla="val 26667"/>
            </a:avLst>
          </a:prstGeom>
          <a:solidFill>
            <a:srgbClr val="60C0F0"/>
          </a:solidFill>
          <a:ln w="12700">
            <a:solidFill>
              <a:srgbClr val="60C0F0"/>
            </a:solidFill>
            <a:prstDash val="solid"/>
          </a:ln>
        </p:spPr>
      </p:sp>
      <p:sp>
        <p:nvSpPr>
          <p:cNvPr id="35" name="Gratis-Text 2"/>
          <p:cNvSpPr txBox="1"/>
          <p:nvPr/>
        </p:nvSpPr>
        <p:spPr>
          <a:xfrm>
            <a:off x="10306050" y="3352800"/>
            <a:ext cx="952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gratis</a:t>
            </a:r>
            <a:endParaRPr lang="en-US" sz="1400" dirty="0"/>
          </a:p>
        </p:txBody>
      </p:sp>
      <p:sp>
        <p:nvSpPr>
          <p:cNvPr id="36" name="Material-Karte 3"/>
          <p:cNvSpPr/>
          <p:nvPr/>
        </p:nvSpPr>
        <p:spPr>
          <a:xfrm>
            <a:off x="6419850" y="4057650"/>
            <a:ext cx="5162550" cy="800100"/>
          </a:xfrm>
          <a:prstGeom prst="roundRect">
            <a:avLst>
              <a:gd name="adj" fmla="val 13714"/>
            </a:avLst>
          </a:prstGeom>
          <a:solidFill>
            <a:srgbClr val="FAFAFA"/>
          </a:solidFill>
          <a:ln w="19050">
            <a:solidFill>
              <a:srgbClr val="D3D8EE"/>
            </a:solidFill>
            <a:prstDash val="solid"/>
          </a:ln>
        </p:spPr>
      </p:sp>
      <p:sp>
        <p:nvSpPr>
          <p:cNvPr id="37" name="Icon-Kreis 3"/>
          <p:cNvSpPr/>
          <p:nvPr/>
        </p:nvSpPr>
        <p:spPr>
          <a:xfrm>
            <a:off x="6610350" y="4171950"/>
            <a:ext cx="571500" cy="571500"/>
          </a:xfrm>
          <a:prstGeom prst="ellipse">
            <a:avLst/>
          </a:prstGeom>
          <a:solidFill>
            <a:srgbClr val="475BA6"/>
          </a:solidFill>
          <a:ln w="12700">
            <a:solidFill>
              <a:srgbClr val="475BA6"/>
            </a:solidFill>
            <a:prstDash val="solid"/>
          </a:ln>
        </p:spPr>
      </p:sp>
      <p:sp>
        <p:nvSpPr>
          <p:cNvPr id="38" name="Blatt"/>
          <p:cNvSpPr/>
          <p:nvPr/>
        </p:nvSpPr>
        <p:spPr>
          <a:xfrm>
            <a:off x="6772275" y="4276725"/>
            <a:ext cx="247650" cy="3238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Blatt-Zeile 1"/>
          <p:cNvSpPr/>
          <p:nvPr/>
        </p:nvSpPr>
        <p:spPr>
          <a:xfrm>
            <a:off x="6819900" y="4343400"/>
            <a:ext cx="152400" cy="28575"/>
          </a:xfrm>
          <a:prstGeom prst="roundRect">
            <a:avLst>
              <a:gd name="adj" fmla="val 32000"/>
            </a:avLst>
          </a:prstGeom>
          <a:solidFill>
            <a:srgbClr val="475BA6"/>
          </a:solidFill>
          <a:ln w="12700">
            <a:solidFill>
              <a:srgbClr val="475BA6"/>
            </a:solidFill>
            <a:prstDash val="solid"/>
          </a:ln>
        </p:spPr>
      </p:sp>
      <p:sp>
        <p:nvSpPr>
          <p:cNvPr id="40" name="Blatt-Zeile 2"/>
          <p:cNvSpPr/>
          <p:nvPr/>
        </p:nvSpPr>
        <p:spPr>
          <a:xfrm>
            <a:off x="6819900" y="4419600"/>
            <a:ext cx="152400" cy="28575"/>
          </a:xfrm>
          <a:prstGeom prst="roundRect">
            <a:avLst>
              <a:gd name="adj" fmla="val 32000"/>
            </a:avLst>
          </a:prstGeom>
          <a:solidFill>
            <a:srgbClr val="475BA6"/>
          </a:solidFill>
          <a:ln w="12700">
            <a:solidFill>
              <a:srgbClr val="475BA6"/>
            </a:solidFill>
            <a:prstDash val="solid"/>
          </a:ln>
        </p:spPr>
      </p:sp>
      <p:sp>
        <p:nvSpPr>
          <p:cNvPr id="41" name="Blatt-Zeile 3"/>
          <p:cNvSpPr/>
          <p:nvPr/>
        </p:nvSpPr>
        <p:spPr>
          <a:xfrm>
            <a:off x="6819900" y="4495800"/>
            <a:ext cx="152400" cy="28575"/>
          </a:xfrm>
          <a:prstGeom prst="roundRect">
            <a:avLst>
              <a:gd name="adj" fmla="val 32000"/>
            </a:avLst>
          </a:prstGeom>
          <a:solidFill>
            <a:srgbClr val="475BA6"/>
          </a:solidFill>
          <a:ln w="12700">
            <a:solidFill>
              <a:srgbClr val="475BA6"/>
            </a:solidFill>
            <a:prstDash val="solid"/>
          </a:ln>
        </p:spPr>
      </p:sp>
      <p:sp>
        <p:nvSpPr>
          <p:cNvPr id="42" name="Material 3"/>
          <p:cNvSpPr txBox="1"/>
          <p:nvPr/>
        </p:nvSpPr>
        <p:spPr>
          <a:xfrm>
            <a:off x="7372350" y="4057650"/>
            <a:ext cx="28575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Arbeitsblätter</a:t>
            </a:r>
            <a:endParaRPr lang="en-US" sz="1900" dirty="0"/>
          </a:p>
        </p:txBody>
      </p:sp>
      <p:sp>
        <p:nvSpPr>
          <p:cNvPr id="43" name="Gratis-Marker 3"/>
          <p:cNvSpPr/>
          <p:nvPr/>
        </p:nvSpPr>
        <p:spPr>
          <a:xfrm>
            <a:off x="10306050" y="4286250"/>
            <a:ext cx="952500" cy="342900"/>
          </a:xfrm>
          <a:prstGeom prst="roundRect">
            <a:avLst>
              <a:gd name="adj" fmla="val 26667"/>
            </a:avLst>
          </a:prstGeom>
          <a:solidFill>
            <a:srgbClr val="60C0F0"/>
          </a:solidFill>
          <a:ln w="12700">
            <a:solidFill>
              <a:srgbClr val="60C0F0"/>
            </a:solidFill>
            <a:prstDash val="solid"/>
          </a:ln>
        </p:spPr>
      </p:sp>
      <p:sp>
        <p:nvSpPr>
          <p:cNvPr id="44" name="Gratis-Text 3"/>
          <p:cNvSpPr txBox="1"/>
          <p:nvPr/>
        </p:nvSpPr>
        <p:spPr>
          <a:xfrm>
            <a:off x="10306050" y="4286250"/>
            <a:ext cx="952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gratis</a:t>
            </a:r>
            <a:endParaRPr lang="en-US" sz="1400" dirty="0"/>
          </a:p>
        </p:txBody>
      </p:sp>
      <p:sp>
        <p:nvSpPr>
          <p:cNvPr id="45" name="Konto-Button"/>
          <p:cNvSpPr/>
          <p:nvPr/>
        </p:nvSpPr>
        <p:spPr>
          <a:xfrm>
            <a:off x="6419850" y="5200650"/>
            <a:ext cx="5162550" cy="552450"/>
          </a:xfrm>
          <a:prstGeom prst="roundRect">
            <a:avLst>
              <a:gd name="adj" fmla="val 23172"/>
            </a:avLst>
          </a:prstGeom>
          <a:solidFill>
            <a:srgbClr val="475BA6"/>
          </a:solidFill>
          <a:ln w="12700">
            <a:solidFill>
              <a:srgbClr val="475BA6"/>
            </a:solidFill>
            <a:prstDash val="solid"/>
          </a:ln>
        </p:spPr>
      </p:sp>
      <p:sp>
        <p:nvSpPr>
          <p:cNvPr id="46" name="Konto-Button-Text"/>
          <p:cNvSpPr txBox="1"/>
          <p:nvPr/>
        </p:nvSpPr>
        <p:spPr>
          <a:xfrm>
            <a:off x="6419850" y="5200650"/>
            <a:ext cx="516255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Kostenloses Konto erstellen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Thumbnail Unterrichtsmaterial</dc:title>
  <dc:subject>PptxGenJS Presentation</dc:subject>
  <dc:creator>PptxGenJS</dc:creator>
  <cp:lastModifiedBy>PptxGenJS</cp:lastModifiedBy>
  <cp:revision>1</cp:revision>
  <dcterms:created xsi:type="dcterms:W3CDTF">2026-10-29T23:45:03Z</dcterms:created>
  <dcterms:modified xsi:type="dcterms:W3CDTF">2026-10-29T23:45:03Z</dcterms:modified>
</cp:coreProperties>
</file>