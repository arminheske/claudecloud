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Rechteck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Rechtwinkliges Dreieck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Parallelogramm (a)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Parallelogramm (b)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Raute (a · h)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Raute / Deltoid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Trapez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Allgemeines Dreieck (c)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Allgemeines Dreieck (a)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Allgemeines Dreieck (b)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l-Fläche"/>
          <p:cNvSpPr/>
          <p:nvPr/>
        </p:nvSpPr>
        <p:spPr>
          <a:xfrm>
            <a:off x="3733800" y="2552700"/>
            <a:ext cx="4724400" cy="1752600"/>
          </a:xfrm>
          <a:prstGeom prst="roundRect">
            <a:avLst>
              <a:gd name="adj" fmla="val 15652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Formel Rechteck"/>
          <p:cNvSpPr txBox="1"/>
          <p:nvPr/>
        </p:nvSpPr>
        <p:spPr>
          <a:xfrm>
            <a:off x="3733800" y="2552700"/>
            <a:ext cx="47244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b</a:t>
            </a:r>
            <a:endParaRPr lang="en-US" sz="6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l-Fläche"/>
          <p:cNvSpPr/>
          <p:nvPr/>
        </p:nvSpPr>
        <p:spPr>
          <a:xfrm>
            <a:off x="3756660" y="2552700"/>
            <a:ext cx="4678680" cy="1752600"/>
          </a:xfrm>
          <a:prstGeom prst="roundRect">
            <a:avLst>
              <a:gd name="adj" fmla="val 15652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Formel Quadrat"/>
          <p:cNvSpPr txBox="1"/>
          <p:nvPr/>
        </p:nvSpPr>
        <p:spPr>
          <a:xfrm>
            <a:off x="3756660" y="2552700"/>
            <a:ext cx="467868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a</a:t>
            </a:r>
            <a:endParaRPr lang="en-US" sz="6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l-Fläche"/>
          <p:cNvSpPr/>
          <p:nvPr/>
        </p:nvSpPr>
        <p:spPr>
          <a:xfrm>
            <a:off x="3078480" y="2552700"/>
            <a:ext cx="6035040" cy="1752600"/>
          </a:xfrm>
          <a:prstGeom prst="roundRect">
            <a:avLst>
              <a:gd name="adj" fmla="val 15652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Formel Rechtwinkliges Dreieck"/>
          <p:cNvSpPr txBox="1"/>
          <p:nvPr/>
        </p:nvSpPr>
        <p:spPr>
          <a:xfrm>
            <a:off x="3078480" y="2552700"/>
            <a:ext cx="603504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b : 2</a:t>
            </a:r>
            <a:endParaRPr lang="en-US" sz="6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l-Fläche"/>
          <p:cNvSpPr/>
          <p:nvPr/>
        </p:nvSpPr>
        <p:spPr>
          <a:xfrm>
            <a:off x="3569970" y="2552700"/>
            <a:ext cx="5052060" cy="1752600"/>
          </a:xfrm>
          <a:prstGeom prst="roundRect">
            <a:avLst>
              <a:gd name="adj" fmla="val 15652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Formel Parallelogramm (a)"/>
          <p:cNvSpPr txBox="1"/>
          <p:nvPr/>
        </p:nvSpPr>
        <p:spPr>
          <a:xfrm>
            <a:off x="3569970" y="2552700"/>
            <a:ext cx="505206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</a:t>
            </a:r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algn="ctr" indent="0" marL="0">
              <a:buNone/>
            </a:pPr>
            <a:r>
              <a:rPr lang="en-US" sz="6500" b="1" baseline="-40000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6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l-Fläche"/>
          <p:cNvSpPr/>
          <p:nvPr/>
        </p:nvSpPr>
        <p:spPr>
          <a:xfrm>
            <a:off x="3531870" y="2552700"/>
            <a:ext cx="5128260" cy="1752600"/>
          </a:xfrm>
          <a:prstGeom prst="roundRect">
            <a:avLst>
              <a:gd name="adj" fmla="val 15652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Formel Parallelogramm (b)"/>
          <p:cNvSpPr txBox="1"/>
          <p:nvPr/>
        </p:nvSpPr>
        <p:spPr>
          <a:xfrm>
            <a:off x="3531870" y="2552700"/>
            <a:ext cx="512826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b · </a:t>
            </a:r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algn="ctr" indent="0" marL="0">
              <a:buNone/>
            </a:pPr>
            <a:r>
              <a:rPr lang="en-US" sz="6500" b="1" baseline="-40000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6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l-Fläche"/>
          <p:cNvSpPr/>
          <p:nvPr/>
        </p:nvSpPr>
        <p:spPr>
          <a:xfrm>
            <a:off x="3737610" y="2552700"/>
            <a:ext cx="4716780" cy="1752600"/>
          </a:xfrm>
          <a:prstGeom prst="roundRect">
            <a:avLst>
              <a:gd name="adj" fmla="val 15652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Formel Raute (a · h)"/>
          <p:cNvSpPr txBox="1"/>
          <p:nvPr/>
        </p:nvSpPr>
        <p:spPr>
          <a:xfrm>
            <a:off x="3737610" y="2552700"/>
            <a:ext cx="471678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h</a:t>
            </a:r>
            <a:endParaRPr lang="en-US" sz="6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l-Fläche"/>
          <p:cNvSpPr/>
          <p:nvPr/>
        </p:nvSpPr>
        <p:spPr>
          <a:xfrm>
            <a:off x="3177540" y="2552700"/>
            <a:ext cx="5836920" cy="1752600"/>
          </a:xfrm>
          <a:prstGeom prst="roundRect">
            <a:avLst>
              <a:gd name="adj" fmla="val 15652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Formel Raute / Deltoid"/>
          <p:cNvSpPr txBox="1"/>
          <p:nvPr/>
        </p:nvSpPr>
        <p:spPr>
          <a:xfrm>
            <a:off x="3177540" y="2552700"/>
            <a:ext cx="583692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e · f : 2</a:t>
            </a:r>
            <a:endParaRPr lang="en-US" sz="6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l-Fläche"/>
          <p:cNvSpPr/>
          <p:nvPr/>
        </p:nvSpPr>
        <p:spPr>
          <a:xfrm>
            <a:off x="1946910" y="2552700"/>
            <a:ext cx="8298180" cy="1752600"/>
          </a:xfrm>
          <a:prstGeom prst="roundRect">
            <a:avLst>
              <a:gd name="adj" fmla="val 15652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Formel Trapez"/>
          <p:cNvSpPr txBox="1"/>
          <p:nvPr/>
        </p:nvSpPr>
        <p:spPr>
          <a:xfrm>
            <a:off x="1946910" y="2552700"/>
            <a:ext cx="829818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(a + c) · h : 2</a:t>
            </a:r>
            <a:endParaRPr lang="en-US" sz="6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l-Fläche"/>
          <p:cNvSpPr/>
          <p:nvPr/>
        </p:nvSpPr>
        <p:spPr>
          <a:xfrm>
            <a:off x="2907030" y="2552700"/>
            <a:ext cx="6377940" cy="1752600"/>
          </a:xfrm>
          <a:prstGeom prst="roundRect">
            <a:avLst>
              <a:gd name="adj" fmla="val 15652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Formel Allgemeines Dreieck (c)"/>
          <p:cNvSpPr txBox="1"/>
          <p:nvPr/>
        </p:nvSpPr>
        <p:spPr>
          <a:xfrm>
            <a:off x="2907030" y="2552700"/>
            <a:ext cx="637794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c · </a:t>
            </a:r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algn="ctr" indent="0" marL="0">
              <a:buNone/>
            </a:pPr>
            <a:r>
              <a:rPr lang="en-US" sz="6500" b="1" baseline="-40000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: 2</a:t>
            </a:r>
            <a:endParaRPr lang="en-US" sz="6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l-Fläche"/>
          <p:cNvSpPr/>
          <p:nvPr/>
        </p:nvSpPr>
        <p:spPr>
          <a:xfrm>
            <a:off x="2914650" y="2552700"/>
            <a:ext cx="6362700" cy="1752600"/>
          </a:xfrm>
          <a:prstGeom prst="roundRect">
            <a:avLst>
              <a:gd name="adj" fmla="val 15652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Formel Allgemeines Dreieck (a)"/>
          <p:cNvSpPr txBox="1"/>
          <p:nvPr/>
        </p:nvSpPr>
        <p:spPr>
          <a:xfrm>
            <a:off x="2914650" y="2552700"/>
            <a:ext cx="63627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a · </a:t>
            </a:r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algn="ctr" indent="0" marL="0">
              <a:buNone/>
            </a:pPr>
            <a:r>
              <a:rPr lang="en-US" sz="6500" b="1" baseline="-40000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: 2</a:t>
            </a:r>
            <a:endParaRPr lang="en-US" sz="6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CE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l-Fläche"/>
          <p:cNvSpPr/>
          <p:nvPr/>
        </p:nvSpPr>
        <p:spPr>
          <a:xfrm>
            <a:off x="2876550" y="2552700"/>
            <a:ext cx="6438900" cy="1752600"/>
          </a:xfrm>
          <a:prstGeom prst="roundRect">
            <a:avLst>
              <a:gd name="adj" fmla="val 15652"/>
            </a:avLst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Formel Allgemeines Dreieck (b)"/>
          <p:cNvSpPr txBox="1"/>
          <p:nvPr/>
        </p:nvSpPr>
        <p:spPr>
          <a:xfrm>
            <a:off x="2876550" y="2552700"/>
            <a:ext cx="64389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= b · </a:t>
            </a:r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</a:t>
            </a:r>
            <a:pPr algn="ctr" indent="0" marL="0">
              <a:buNone/>
            </a:pPr>
            <a:r>
              <a:rPr lang="en-US" sz="6500" b="1" baseline="-40000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pPr algn="ctr" indent="0" marL="0">
              <a:buNone/>
            </a:pPr>
            <a:r>
              <a:rPr lang="en-US" sz="6500" b="1" dirty="0">
                <a:solidFill>
                  <a:srgbClr val="8DBB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: 2</a:t>
            </a:r>
            <a:endParaRPr lang="en-US" sz="6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Flächeninhalt – Formeln</dc:title>
  <dc:subject>PptxGenJS Presentation</dc:subject>
  <dc:creator>PptxGenJS</dc:creator>
  <cp:lastModifiedBy>PptxGenJS</cp:lastModifiedBy>
  <cp:revision>1</cp:revision>
  <dcterms:created xsi:type="dcterms:W3CDTF">2026-10-22T13:22:49Z</dcterms:created>
  <dcterms:modified xsi:type="dcterms:W3CDTF">2026-10-22T13:22:49Z</dcterms:modified>
</cp:coreProperties>
</file>