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01: Rechteck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02: Quadrat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03: Rechtwinkliges Dreieck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04: Parallelogramm (Grundseite 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05: Parallelogramm (Grundseite b)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06: Raute (Seite a, Höhe h)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07: Raute (Diagonalen e, f)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08: Trapez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09: Deltoid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10: Allgemeines Dreieck (Grundseite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11: Allgemeines Dreieck (Grundseite a)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Formel 12: Allgemeines Dreieck (Grundseite b)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733800" y="2552700"/>
            <a:ext cx="472440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1 Rechteck"/>
          <p:cNvSpPr txBox="1"/>
          <p:nvPr/>
        </p:nvSpPr>
        <p:spPr>
          <a:xfrm>
            <a:off x="3733800" y="2552700"/>
            <a:ext cx="472440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b</a:t>
            </a:r>
            <a:endParaRPr lang="en-US" sz="6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756660" y="2552700"/>
            <a:ext cx="467868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2 Quadrat"/>
          <p:cNvSpPr txBox="1"/>
          <p:nvPr/>
        </p:nvSpPr>
        <p:spPr>
          <a:xfrm>
            <a:off x="3756660" y="2552700"/>
            <a:ext cx="467868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a</a:t>
            </a:r>
            <a:endParaRPr lang="en-US" sz="6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078480" y="2552700"/>
            <a:ext cx="603504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3 Rechtwinkliges Dreieck"/>
          <p:cNvSpPr txBox="1"/>
          <p:nvPr/>
        </p:nvSpPr>
        <p:spPr>
          <a:xfrm>
            <a:off x="3078480" y="2552700"/>
            <a:ext cx="603504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b : 2</a:t>
            </a:r>
            <a:endParaRPr lang="en-US" sz="6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569970" y="2552700"/>
            <a:ext cx="505206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4 Parallelogramm (Grundseite a)"/>
          <p:cNvSpPr txBox="1"/>
          <p:nvPr/>
        </p:nvSpPr>
        <p:spPr>
          <a:xfrm>
            <a:off x="3569970" y="2552700"/>
            <a:ext cx="505206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5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endParaRPr lang="en-US" sz="6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531870" y="2552700"/>
            <a:ext cx="512826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5 Parallelogramm (Grundseite b)"/>
          <p:cNvSpPr txBox="1"/>
          <p:nvPr/>
        </p:nvSpPr>
        <p:spPr>
          <a:xfrm>
            <a:off x="3531870" y="2552700"/>
            <a:ext cx="512826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b · 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5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endParaRPr lang="en-US" sz="6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737610" y="2552700"/>
            <a:ext cx="471678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6 Raute (Seite a, Höhe h)"/>
          <p:cNvSpPr txBox="1"/>
          <p:nvPr/>
        </p:nvSpPr>
        <p:spPr>
          <a:xfrm>
            <a:off x="3737610" y="2552700"/>
            <a:ext cx="471678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h</a:t>
            </a:r>
            <a:endParaRPr lang="en-US" sz="6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177540" y="2552700"/>
            <a:ext cx="583692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7 Raute (Diagonalen e, f)"/>
          <p:cNvSpPr txBox="1"/>
          <p:nvPr/>
        </p:nvSpPr>
        <p:spPr>
          <a:xfrm>
            <a:off x="3177540" y="2552700"/>
            <a:ext cx="583692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e · f : 2</a:t>
            </a:r>
            <a:endParaRPr lang="en-US" sz="6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1946910" y="2552700"/>
            <a:ext cx="829818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8 Trapez"/>
          <p:cNvSpPr txBox="1"/>
          <p:nvPr/>
        </p:nvSpPr>
        <p:spPr>
          <a:xfrm>
            <a:off x="1946910" y="2552700"/>
            <a:ext cx="829818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(a + c) · h : 2</a:t>
            </a:r>
            <a:endParaRPr lang="en-US" sz="6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3177540" y="2552700"/>
            <a:ext cx="583692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09 Deltoid"/>
          <p:cNvSpPr txBox="1"/>
          <p:nvPr/>
        </p:nvSpPr>
        <p:spPr>
          <a:xfrm>
            <a:off x="3177540" y="2552700"/>
            <a:ext cx="583692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e · f : 2</a:t>
            </a:r>
            <a:endParaRPr lang="en-US" sz="6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2907030" y="2552700"/>
            <a:ext cx="637794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10 Allgemeines Dreieck (Grundseite c)"/>
          <p:cNvSpPr txBox="1"/>
          <p:nvPr/>
        </p:nvSpPr>
        <p:spPr>
          <a:xfrm>
            <a:off x="2907030" y="2552700"/>
            <a:ext cx="637794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c · 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5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2</a:t>
            </a:r>
            <a:endParaRPr lang="en-US" sz="6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2914650" y="2552700"/>
            <a:ext cx="636270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11 Allgemeines Dreieck (Grundseite a)"/>
          <p:cNvSpPr txBox="1"/>
          <p:nvPr/>
        </p:nvSpPr>
        <p:spPr>
          <a:xfrm>
            <a:off x="2914650" y="2552700"/>
            <a:ext cx="636270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a · 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5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2</a:t>
            </a:r>
            <a:endParaRPr lang="en-US" sz="6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CEB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rmel-Fläche"/>
          <p:cNvSpPr/>
          <p:nvPr/>
        </p:nvSpPr>
        <p:spPr>
          <a:xfrm>
            <a:off x="2876550" y="2552700"/>
            <a:ext cx="6438900" cy="1752600"/>
          </a:xfrm>
          <a:prstGeom prst="roundRect">
            <a:avLst>
              <a:gd name="adj" fmla="val 15652"/>
            </a:avLst>
          </a:prstGeom>
          <a:solidFill>
            <a:srgbClr val="0F2A52"/>
          </a:solidFill>
          <a:ln w="12700">
            <a:solidFill>
              <a:srgbClr val="0F2A52"/>
            </a:solidFill>
            <a:prstDash val="solid"/>
          </a:ln>
        </p:spPr>
      </p:sp>
      <p:sp>
        <p:nvSpPr>
          <p:cNvPr id="4" name="Formel 12 Allgemeines Dreieck (Grundseite b)"/>
          <p:cNvSpPr txBox="1"/>
          <p:nvPr/>
        </p:nvSpPr>
        <p:spPr>
          <a:xfrm>
            <a:off x="2876550" y="2552700"/>
            <a:ext cx="6438900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 = b · 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</a:t>
            </a:r>
            <a:pPr algn="ctr" indent="0" marL="0">
              <a:buNone/>
            </a:pPr>
            <a:r>
              <a:rPr lang="en-US" sz="6500" b="1" baseline="-40000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</a:t>
            </a:r>
            <a:pPr algn="ctr" indent="0" marL="0">
              <a:buNone/>
            </a:pPr>
            <a:r>
              <a:rPr lang="en-US" sz="6500" b="1" dirty="0">
                <a:solidFill>
                  <a:srgbClr val="8DBBF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: 2</a:t>
            </a:r>
            <a:endParaRPr lang="en-US" sz="6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Flächeninhalt – Formeln</dc:title>
  <dc:subject>PptxGenJS Presentation</dc:subject>
  <dc:creator>PptxGenJS</dc:creator>
  <cp:lastModifiedBy>PptxGenJS</cp:lastModifiedBy>
  <cp:revision>1</cp:revision>
  <dcterms:created xsi:type="dcterms:W3CDTF">2026-10-22T15:57:28Z</dcterms:created>
  <dcterms:modified xsi:type="dcterms:W3CDTF">2026-10-22T15:57:28Z</dcterms:modified>
</cp:coreProperties>
</file>