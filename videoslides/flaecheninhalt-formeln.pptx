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Rechteck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Quadrat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Rechtwinkliges Dreieck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Parallelogramm (a)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Parallelogramm (b)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Raute (a · 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Raute / Deltoid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Trapez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Allgemeines Dreieck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Allgemeines Dreieck (a)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Allgemeines Dreieck (b)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733800" y="2552700"/>
            <a:ext cx="472440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Rechteck"/>
          <p:cNvSpPr txBox="1"/>
          <p:nvPr/>
        </p:nvSpPr>
        <p:spPr>
          <a:xfrm>
            <a:off x="3733800" y="2552700"/>
            <a:ext cx="472440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b</a:t>
            </a:r>
            <a:endParaRPr lang="en-US" sz="6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756660" y="2552700"/>
            <a:ext cx="467868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Quadrat"/>
          <p:cNvSpPr txBox="1"/>
          <p:nvPr/>
        </p:nvSpPr>
        <p:spPr>
          <a:xfrm>
            <a:off x="3756660" y="2552700"/>
            <a:ext cx="467868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a</a:t>
            </a:r>
            <a:endParaRPr lang="en-US" sz="6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078480" y="2552700"/>
            <a:ext cx="603504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Rechtwinkliges Dreieck"/>
          <p:cNvSpPr txBox="1"/>
          <p:nvPr/>
        </p:nvSpPr>
        <p:spPr>
          <a:xfrm>
            <a:off x="3078480" y="2552700"/>
            <a:ext cx="603504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b : 2</a:t>
            </a:r>
            <a:endParaRPr lang="en-US" sz="6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569970" y="2552700"/>
            <a:ext cx="505206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Parallelogramm (a)"/>
          <p:cNvSpPr txBox="1"/>
          <p:nvPr/>
        </p:nvSpPr>
        <p:spPr>
          <a:xfrm>
            <a:off x="3569970" y="2552700"/>
            <a:ext cx="505206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5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6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531870" y="2552700"/>
            <a:ext cx="512826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Parallelogramm (b)"/>
          <p:cNvSpPr txBox="1"/>
          <p:nvPr/>
        </p:nvSpPr>
        <p:spPr>
          <a:xfrm>
            <a:off x="3531870" y="2552700"/>
            <a:ext cx="512826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b · 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5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6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737610" y="2552700"/>
            <a:ext cx="471678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Raute (a · h)"/>
          <p:cNvSpPr txBox="1"/>
          <p:nvPr/>
        </p:nvSpPr>
        <p:spPr>
          <a:xfrm>
            <a:off x="3737610" y="2552700"/>
            <a:ext cx="471678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h</a:t>
            </a:r>
            <a:endParaRPr lang="en-US" sz="6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177540" y="2552700"/>
            <a:ext cx="583692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Raute / Deltoid"/>
          <p:cNvSpPr txBox="1"/>
          <p:nvPr/>
        </p:nvSpPr>
        <p:spPr>
          <a:xfrm>
            <a:off x="3177540" y="2552700"/>
            <a:ext cx="583692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e · f : 2</a:t>
            </a:r>
            <a:endParaRPr lang="en-US" sz="6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1946910" y="2552700"/>
            <a:ext cx="829818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Trapez"/>
          <p:cNvSpPr txBox="1"/>
          <p:nvPr/>
        </p:nvSpPr>
        <p:spPr>
          <a:xfrm>
            <a:off x="1946910" y="2552700"/>
            <a:ext cx="829818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(a + c) · h : 2</a:t>
            </a:r>
            <a:endParaRPr lang="en-US" sz="6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2907030" y="2552700"/>
            <a:ext cx="637794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Allgemeines Dreieck (c)"/>
          <p:cNvSpPr txBox="1"/>
          <p:nvPr/>
        </p:nvSpPr>
        <p:spPr>
          <a:xfrm>
            <a:off x="2907030" y="2552700"/>
            <a:ext cx="637794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c · 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5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</a:t>
            </a:r>
            <a:endParaRPr lang="en-US" sz="6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2914650" y="2552700"/>
            <a:ext cx="636270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Allgemeines Dreieck (a)"/>
          <p:cNvSpPr txBox="1"/>
          <p:nvPr/>
        </p:nvSpPr>
        <p:spPr>
          <a:xfrm>
            <a:off x="2914650" y="2552700"/>
            <a:ext cx="636270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5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</a:t>
            </a:r>
            <a:endParaRPr lang="en-US" sz="6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2876550" y="2552700"/>
            <a:ext cx="643890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Allgemeines Dreieck (b)"/>
          <p:cNvSpPr txBox="1"/>
          <p:nvPr/>
        </p:nvSpPr>
        <p:spPr>
          <a:xfrm>
            <a:off x="2876550" y="2552700"/>
            <a:ext cx="643890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b · 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5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</a:t>
            </a:r>
            <a:endParaRPr lang="en-US" sz="6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Flächeninhalt – Formeln</dc:title>
  <dc:subject>PptxGenJS Presentation</dc:subject>
  <dc:creator>PptxGenJS</dc:creator>
  <cp:lastModifiedBy>PptxGenJS</cp:lastModifiedBy>
  <cp:revision>1</cp:revision>
  <dcterms:created xsi:type="dcterms:W3CDTF">2026-10-22T13:16:48Z</dcterms:created>
  <dcterms:modified xsi:type="dcterms:W3CDTF">2026-10-22T13:16:48Z</dcterms:modified>
</cp:coreProperties>
</file>