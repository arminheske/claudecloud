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Figur, Text, Chips und Vokabelkarte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C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Tag-Fläche"/>
          <p:cNvSpPr/>
          <p:nvPr/>
        </p:nvSpPr>
        <p:spPr>
          <a:xfrm>
            <a:off x="5762625" y="438150"/>
            <a:ext cx="2638425" cy="495300"/>
          </a:xfrm>
          <a:prstGeom prst="roundRect">
            <a:avLst>
              <a:gd name="adj" fmla="val 25846"/>
            </a:avLst>
          </a:prstGeom>
          <a:solidFill>
            <a:srgbClr val="F58AD2"/>
          </a:solidFill>
          <a:ln w="12700">
            <a:solidFill>
              <a:srgbClr val="F58AD2"/>
            </a:solidFill>
            <a:prstDash val="solid"/>
          </a:ln>
        </p:spPr>
      </p:sp>
      <p:sp>
        <p:nvSpPr>
          <p:cNvPr id="5" name="Tag"/>
          <p:cNvSpPr txBox="1"/>
          <p:nvPr/>
        </p:nvSpPr>
        <p:spPr>
          <a:xfrm>
            <a:off x="5762625" y="438150"/>
            <a:ext cx="263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Gratis Vokabeltool</a:t>
            </a:r>
            <a:endParaRPr lang="en-US" sz="1700" dirty="0"/>
          </a:p>
        </p:txBody>
      </p:sp>
      <p:sp>
        <p:nvSpPr>
          <p:cNvPr id="6" name="Marker-Balken"/>
          <p:cNvSpPr/>
          <p:nvPr/>
        </p:nvSpPr>
        <p:spPr>
          <a:xfrm>
            <a:off x="5610225" y="4143375"/>
            <a:ext cx="5505450" cy="1019175"/>
          </a:xfrm>
          <a:prstGeom prst="roundRect">
            <a:avLst>
              <a:gd name="adj" fmla="val 16150"/>
            </a:avLst>
          </a:prstGeom>
          <a:solidFill>
            <a:srgbClr val="F58AD2"/>
          </a:solidFill>
          <a:ln w="12700">
            <a:solidFill>
              <a:srgbClr val="F58AD2"/>
            </a:solidFill>
            <a:prstDash val="solid"/>
          </a:ln>
        </p:spPr>
      </p:sp>
      <p:sp>
        <p:nvSpPr>
          <p:cNvPr id="7" name="Titel 1"/>
          <p:cNvSpPr txBox="1"/>
          <p:nvPr/>
        </p:nvSpPr>
        <p:spPr>
          <a:xfrm>
            <a:off x="5762625" y="1781175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VOKABELN</a:t>
            </a:r>
            <a:endParaRPr lang="en-US" sz="7200" dirty="0"/>
          </a:p>
        </p:txBody>
      </p:sp>
      <p:sp>
        <p:nvSpPr>
          <p:cNvPr id="8" name="Titel 2"/>
          <p:cNvSpPr txBox="1"/>
          <p:nvPr/>
        </p:nvSpPr>
        <p:spPr>
          <a:xfrm>
            <a:off x="5762625" y="2914650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LERNEN MIT</a:t>
            </a:r>
            <a:endParaRPr lang="en-US" sz="7200" dirty="0"/>
          </a:p>
        </p:txBody>
      </p:sp>
      <p:sp>
        <p:nvSpPr>
          <p:cNvPr id="9" name="Titel 3"/>
          <p:cNvSpPr txBox="1"/>
          <p:nvPr/>
        </p:nvSpPr>
        <p:spPr>
          <a:xfrm>
            <a:off x="5762625" y="4048125"/>
            <a:ext cx="62865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LINGOBOX</a:t>
            </a:r>
            <a:endParaRPr lang="en-US" sz="7200" dirty="0"/>
          </a:p>
        </p:txBody>
      </p:sp>
      <p:sp>
        <p:nvSpPr>
          <p:cNvPr id="10" name="Chip 1"/>
          <p:cNvSpPr/>
          <p:nvPr/>
        </p:nvSpPr>
        <p:spPr>
          <a:xfrm>
            <a:off x="5762625" y="5314950"/>
            <a:ext cx="876300" cy="495300"/>
          </a:xfrm>
          <a:prstGeom prst="roundRect">
            <a:avLst>
              <a:gd name="adj" fmla="val 25846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1" name="Chip-Text 1"/>
          <p:cNvSpPr txBox="1"/>
          <p:nvPr/>
        </p:nvSpPr>
        <p:spPr>
          <a:xfrm>
            <a:off x="5762625" y="5314950"/>
            <a:ext cx="87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Sets</a:t>
            </a:r>
            <a:endParaRPr lang="en-US" sz="1800" dirty="0"/>
          </a:p>
        </p:txBody>
      </p:sp>
      <p:sp>
        <p:nvSpPr>
          <p:cNvPr id="12" name="Chip 2"/>
          <p:cNvSpPr/>
          <p:nvPr/>
        </p:nvSpPr>
        <p:spPr>
          <a:xfrm>
            <a:off x="6760369" y="5314950"/>
            <a:ext cx="2038350" cy="495300"/>
          </a:xfrm>
          <a:prstGeom prst="roundRect">
            <a:avLst>
              <a:gd name="adj" fmla="val 25846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3" name="Chip-Text 2"/>
          <p:cNvSpPr txBox="1"/>
          <p:nvPr/>
        </p:nvSpPr>
        <p:spPr>
          <a:xfrm>
            <a:off x="6760369" y="5314950"/>
            <a:ext cx="2038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Hausaufgabe</a:t>
            </a:r>
            <a:endParaRPr lang="en-US" sz="1800" dirty="0"/>
          </a:p>
        </p:txBody>
      </p:sp>
      <p:sp>
        <p:nvSpPr>
          <p:cNvPr id="14" name="Chip 3"/>
          <p:cNvSpPr/>
          <p:nvPr/>
        </p:nvSpPr>
        <p:spPr>
          <a:xfrm>
            <a:off x="8920758" y="5314950"/>
            <a:ext cx="1733550" cy="495300"/>
          </a:xfrm>
          <a:prstGeom prst="roundRect">
            <a:avLst>
              <a:gd name="adj" fmla="val 25846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5" name="Chip-Text 3"/>
          <p:cNvSpPr txBox="1"/>
          <p:nvPr/>
        </p:nvSpPr>
        <p:spPr>
          <a:xfrm>
            <a:off x="8920758" y="5314950"/>
            <a:ext cx="1733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LiveModus</a:t>
            </a:r>
            <a:endParaRPr lang="en-US" sz="1800" dirty="0"/>
          </a:p>
        </p:txBody>
      </p:sp>
      <p:sp>
        <p:nvSpPr>
          <p:cNvPr id="16" name="Anzeige-Karte"/>
          <p:cNvSpPr/>
          <p:nvPr/>
        </p:nvSpPr>
        <p:spPr>
          <a:xfrm>
            <a:off x="9029700" y="323850"/>
            <a:ext cx="2857500" cy="1181100"/>
          </a:xfrm>
          <a:prstGeom prst="roundRect">
            <a:avLst>
              <a:gd name="adj" fmla="val 7742"/>
            </a:avLst>
          </a:prstGeom>
          <a:solidFill>
            <a:srgbClr val="FBF1F8"/>
          </a:solidFill>
          <a:ln w="19050">
            <a:solidFill>
              <a:srgbClr val="D3A0C6"/>
            </a:solidFill>
            <a:prstDash val="solid"/>
          </a:ln>
        </p:spPr>
      </p:sp>
      <p:sp>
        <p:nvSpPr>
          <p:cNvPr id="17" name="Anzeige-Kopf"/>
          <p:cNvSpPr/>
          <p:nvPr/>
        </p:nvSpPr>
        <p:spPr>
          <a:xfrm>
            <a:off x="9029700" y="323850"/>
            <a:ext cx="2857500" cy="381000"/>
          </a:xfrm>
          <a:prstGeom prst="roundRect">
            <a:avLst>
              <a:gd name="adj" fmla="val 24000"/>
            </a:avLst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029700" y="552450"/>
            <a:ext cx="2857500" cy="152400"/>
          </a:xfrm>
          <a:prstGeom prst="rect">
            <a:avLst/>
          </a:prstGeom>
          <a:solidFill>
            <a:srgbClr val="3D1636"/>
          </a:solidFill>
          <a:ln w="12700">
            <a:solidFill>
              <a:srgbClr val="3D1636"/>
            </a:solidFill>
            <a:prstDash val="solid"/>
          </a:ln>
        </p:spPr>
      </p:sp>
      <p:sp>
        <p:nvSpPr>
          <p:cNvPr id="19" name="Anzeige-Titel"/>
          <p:cNvSpPr txBox="1"/>
          <p:nvPr/>
        </p:nvSpPr>
        <p:spPr>
          <a:xfrm>
            <a:off x="9163050" y="3238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A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Vokabelkarte</a:t>
            </a:r>
            <a:endParaRPr lang="en-US" sz="1400" dirty="0"/>
          </a:p>
        </p:txBody>
      </p:sp>
      <p:sp>
        <p:nvSpPr>
          <p:cNvPr id="20" name="Wort Deutsch"/>
          <p:cNvSpPr txBox="1"/>
          <p:nvPr/>
        </p:nvSpPr>
        <p:spPr>
          <a:xfrm>
            <a:off x="9220200" y="800100"/>
            <a:ext cx="1047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i="1" dirty="0">
                <a:solidFill>
                  <a:srgbClr val="3D16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</a:t>
            </a:r>
            <a:endParaRPr lang="en-US" sz="2300" dirty="0"/>
          </a:p>
        </p:txBody>
      </p:sp>
      <p:sp>
        <p:nvSpPr>
          <p:cNvPr id="21" name="Pfeil"/>
          <p:cNvSpPr/>
          <p:nvPr/>
        </p:nvSpPr>
        <p:spPr>
          <a:xfrm>
            <a:off x="10315575" y="952500"/>
            <a:ext cx="438150" cy="228600"/>
          </a:xfrm>
          <a:prstGeom prst="rightArrow">
            <a:avLst/>
          </a:prstGeom>
          <a:solidFill>
            <a:srgbClr val="7A1F6B"/>
          </a:solidFill>
          <a:ln w="12700">
            <a:solidFill>
              <a:srgbClr val="7A1F6B"/>
            </a:solidFill>
            <a:prstDash val="solid"/>
          </a:ln>
        </p:spPr>
      </p:sp>
      <p:sp>
        <p:nvSpPr>
          <p:cNvPr id="22" name="Wort Englisch"/>
          <p:cNvSpPr txBox="1"/>
          <p:nvPr/>
        </p:nvSpPr>
        <p:spPr>
          <a:xfrm>
            <a:off x="10839450" y="800100"/>
            <a:ext cx="1000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i="1" dirty="0">
                <a:solidFill>
                  <a:srgbClr val="7A1F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house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Lingobox</dc:title>
  <dc:subject>PptxGenJS Presentation</dc:subject>
  <dc:creator>PptxGenJS</dc:creator>
  <cp:lastModifiedBy>PptxGenJS</cp:lastModifiedBy>
  <cp:revision>1</cp:revision>
  <dcterms:created xsi:type="dcterms:W3CDTF">2026-10-15T13:20:44Z</dcterms:created>
  <dcterms:modified xsi:type="dcterms:W3CDTF">2026-10-15T13:20:44Z</dcterms:modified>
</cp:coreProperties>
</file>