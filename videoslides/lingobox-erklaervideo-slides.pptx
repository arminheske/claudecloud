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 – Skript: Hallo und herzlich willkommen zu diesem Video, in dem ich dir die Funktionsweise von unserem neuen komplett kostenlosen Tool Lingobox erkläre.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 – Skript: Kurz bevor wir starten. Derzeit haben 97% der Leute die unsere Videos schauen den Kanal noch nicht abonniert.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 – Skript: Wir laden hier aktuell wöchentlich zwei Lernvideos zu unterschiedlichen Fächern hoch und bieten somit kostenlosen Mehrwert für den Unterricht und fürs Lernen zu Hause.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4 – Skript: Wenn ihr dieses kostenlose Angebot unterstützen wollt, lasst gerne ein kostenloses Abo hier auf YT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5 – Skript: Lingobox ist das ultimative kostenlose Vokabeltool für den Unterricht.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6 – Skript: Ihr könnt hier zum einen Vokabelsets für eure Schülerinnen anbieten oder den Schülern das Eintragen als Hausaufgabe geben, welche euch per Email direkt bestätigt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7 – Skript: Auch den Fortschritt können euch die Schüler jederzeit bequem und übersichtlich per Email zusenden.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8 – Skript: Zudem bieten wir mit unserem neuen LiveModus, welcher sich gerade in der Beta Version befindet zum einen die Möglichkeit den Unterricht interaktiv und motivierend zu gestalten und zum anderen auch die Möglichkeit einen Vokabeltest Live über ein mobiles Endgerät abzuhalten.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9 – Skript: Das alles sind Möglichkeiten, die unser Tool dir jetzt schon bietet und es wird laufend weiterentwickelt und auch du kannst deine Wünsche gerne einbringen.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10 – Skript: Dafür könnt ihr gerne eine E-Mail an support@lingobox.at senden.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11 – Skript: Wir wollen euch aber hier nicht mit einer stupiden Aufzählung von Funktionen verwirren, sondern euch lieber genau zeigen, wie ihr die Möglichkeiten, die euch diese völlig kostenlose Plattform bietet komplett nutzen könnt. Das ist nämlich eigentlich ganz einfach.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12 – Skript: Zunächst zeige ich euch wie ihr euch ein Konto erstellt, dann wie ihr Sets anlegen oder importieren könnt.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13 – Skript: Dann zeige ich euch wie ihr mit diesen Sets üben und euren Fortschritt verwalten könnt.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14 – Skript: Dananch schauen wir uns den HÜ Modus an und wie ihr mit unserem Tool ganz einfach Hausaufgaben geben könnt und auch den Lernfortschritt eurer SchülerInnen im Auge behalten könnt.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15 – Skript: Und am Ende zeige ich euch mit dem neuen LiveModus noch ein absolutes Highlight der Plattform.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BCBE2"/>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6B4A64"/>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3D1636"/>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E2B8D6"/>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EON">
    <p:bg>
      <p:bgPr>
        <a:solidFill>
          <a:srgbClr val="F58AD2"/>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3D1636"/>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Lingobox</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Lingobox: das neue, </a:t>
            </a:r>
            <a:pPr indent="0" marL="0">
              <a:lnSpc>
                <a:spcPct val="105000"/>
              </a:lnSpc>
              <a:buNone/>
            </a:pPr>
            <a:r>
              <a:rPr lang="en-US" sz="4000" dirty="0">
                <a:solidFill>
                  <a:srgbClr val="7A1F6B"/>
                </a:solidFill>
                <a:highlight>
                  <a:srgbClr val="F58AD2"/>
                </a:highlight>
                <a:latin typeface="Poppins" pitchFamily="34" charset="0"/>
                <a:ea typeface="Poppins" pitchFamily="34" charset="-122"/>
                <a:cs typeface="Poppins" pitchFamily="34" charset="-120"/>
              </a:rPr>
              <a:t>kostenlose</a:t>
            </a:r>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 Vokabeltool.</a:t>
            </a:r>
            <a:endParaRPr lang="en-US" sz="4000" dirty="0"/>
          </a:p>
        </p:txBody>
      </p:sp>
      <p:sp>
        <p:nvSpPr>
          <p:cNvPr id="5" name="Text 2"/>
          <p:cNvSpPr txBox="1"/>
          <p:nvPr/>
        </p:nvSpPr>
        <p:spPr>
          <a:xfrm>
            <a:off x="640080" y="457200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Die Funktionsweise Schritt für Schritt erklärt.</a:t>
            </a:r>
            <a:endParaRPr lang="en-US" sz="1800" dirty="0"/>
          </a:p>
        </p:txBody>
      </p:sp>
      <p:sp>
        <p:nvSpPr>
          <p:cNvPr id="6" name="Shape 3"/>
          <p:cNvSpPr/>
          <p:nvPr/>
        </p:nvSpPr>
        <p:spPr>
          <a:xfrm>
            <a:off x="6675120" y="1097280"/>
            <a:ext cx="2194560" cy="1097280"/>
          </a:xfrm>
          <a:prstGeom prst="wedgeRoundRectCallout">
            <a:avLst>
              <a:gd name="adj" fmla="val 16667"/>
            </a:avLst>
          </a:prstGeom>
          <a:solidFill>
            <a:srgbClr val="FBF1F8"/>
          </a:solidFill>
          <a:ln w="12700">
            <a:solidFill>
              <a:srgbClr val="FBF1F8"/>
            </a:solidFill>
            <a:prstDash val="solid"/>
          </a:ln>
        </p:spPr>
      </p:sp>
      <p:sp>
        <p:nvSpPr>
          <p:cNvPr id="7" name="Text 4"/>
          <p:cNvSpPr txBox="1"/>
          <p:nvPr/>
        </p:nvSpPr>
        <p:spPr>
          <a:xfrm>
            <a:off x="6675120" y="1097280"/>
            <a:ext cx="2194560" cy="1097280"/>
          </a:xfrm>
          <a:prstGeom prst="rect">
            <a:avLst/>
          </a:prstGeom>
          <a:noFill/>
          <a:ln/>
        </p:spPr>
        <p:txBody>
          <a:bodyPr wrap="square" lIns="0" tIns="0" rIns="0" bIns="0" rtlCol="0" anchor="ctr"/>
          <a:lstStyle/>
          <a:p>
            <a:pPr algn="ctr" indent="0" marL="0">
              <a:buNone/>
            </a:pPr>
            <a:r>
              <a:rPr lang="en-US" sz="2600" b="1" dirty="0">
                <a:solidFill>
                  <a:srgbClr val="2B1027"/>
                </a:solidFill>
                <a:latin typeface="Poppins" pitchFamily="34" charset="0"/>
                <a:ea typeface="Poppins" pitchFamily="34" charset="-122"/>
                <a:cs typeface="Poppins" pitchFamily="34" charset="-120"/>
              </a:rPr>
              <a:t>Hallo</a:t>
            </a:r>
            <a:endParaRPr lang="en-US" sz="2600" dirty="0"/>
          </a:p>
        </p:txBody>
      </p:sp>
      <p:sp>
        <p:nvSpPr>
          <p:cNvPr id="8" name="Shape 5"/>
          <p:cNvSpPr/>
          <p:nvPr/>
        </p:nvSpPr>
        <p:spPr>
          <a:xfrm>
            <a:off x="9144000" y="1828800"/>
            <a:ext cx="2286000" cy="1097280"/>
          </a:xfrm>
          <a:prstGeom prst="wedgeRoundRectCallout">
            <a:avLst>
              <a:gd name="adj" fmla="val 16667"/>
            </a:avLst>
          </a:prstGeom>
          <a:solidFill>
            <a:srgbClr val="F58AD2"/>
          </a:solidFill>
          <a:ln w="12700">
            <a:solidFill>
              <a:srgbClr val="F58AD2"/>
            </a:solidFill>
            <a:prstDash val="solid"/>
          </a:ln>
        </p:spPr>
      </p:sp>
      <p:sp>
        <p:nvSpPr>
          <p:cNvPr id="9" name="Text 6"/>
          <p:cNvSpPr txBox="1"/>
          <p:nvPr/>
        </p:nvSpPr>
        <p:spPr>
          <a:xfrm>
            <a:off x="9144000" y="1828800"/>
            <a:ext cx="2286000" cy="1097280"/>
          </a:xfrm>
          <a:prstGeom prst="rect">
            <a:avLst/>
          </a:prstGeom>
          <a:noFill/>
          <a:ln/>
        </p:spPr>
        <p:txBody>
          <a:bodyPr wrap="square" lIns="0" tIns="0" rIns="0" bIns="0" rtlCol="0" anchor="ctr"/>
          <a:lstStyle/>
          <a:p>
            <a:pPr algn="ctr" indent="0" marL="0">
              <a:buNone/>
            </a:pPr>
            <a:r>
              <a:rPr lang="en-US" sz="2600" b="1" dirty="0">
                <a:solidFill>
                  <a:srgbClr val="2B1027"/>
                </a:solidFill>
                <a:latin typeface="Poppins" pitchFamily="34" charset="0"/>
                <a:ea typeface="Poppins" pitchFamily="34" charset="-122"/>
                <a:cs typeface="Poppins" pitchFamily="34" charset="-120"/>
              </a:rPr>
              <a:t>Hello</a:t>
            </a:r>
            <a:endParaRPr lang="en-US" sz="2600" dirty="0"/>
          </a:p>
        </p:txBody>
      </p:sp>
      <p:sp>
        <p:nvSpPr>
          <p:cNvPr id="10" name="Shape 7"/>
          <p:cNvSpPr/>
          <p:nvPr/>
        </p:nvSpPr>
        <p:spPr>
          <a:xfrm>
            <a:off x="7498080" y="3108960"/>
            <a:ext cx="2011680" cy="1005840"/>
          </a:xfrm>
          <a:prstGeom prst="wedgeRoundRectCallout">
            <a:avLst>
              <a:gd name="adj" fmla="val 18182"/>
            </a:avLst>
          </a:prstGeom>
          <a:solidFill>
            <a:srgbClr val="F3DDEC"/>
          </a:solidFill>
          <a:ln w="12700">
            <a:solidFill>
              <a:srgbClr val="F3DDEC"/>
            </a:solidFill>
            <a:prstDash val="solid"/>
          </a:ln>
        </p:spPr>
      </p:sp>
      <p:sp>
        <p:nvSpPr>
          <p:cNvPr id="11" name="Text 8"/>
          <p:cNvSpPr txBox="1"/>
          <p:nvPr/>
        </p:nvSpPr>
        <p:spPr>
          <a:xfrm>
            <a:off x="7498080" y="3108960"/>
            <a:ext cx="2011680" cy="1005840"/>
          </a:xfrm>
          <a:prstGeom prst="rect">
            <a:avLst/>
          </a:prstGeom>
          <a:noFill/>
          <a:ln/>
        </p:spPr>
        <p:txBody>
          <a:bodyPr wrap="square" lIns="0" tIns="0" rIns="0" bIns="0" rtlCol="0" anchor="ctr"/>
          <a:lstStyle/>
          <a:p>
            <a:pPr algn="ctr" indent="0" marL="0">
              <a:buNone/>
            </a:pPr>
            <a:r>
              <a:rPr lang="en-US" sz="2400" b="1" dirty="0">
                <a:solidFill>
                  <a:srgbClr val="2B1027"/>
                </a:solidFill>
                <a:latin typeface="Poppins" pitchFamily="34" charset="0"/>
                <a:ea typeface="Poppins" pitchFamily="34" charset="-122"/>
                <a:cs typeface="Poppins" pitchFamily="34" charset="-120"/>
              </a:rPr>
              <a:t>Hola</a:t>
            </a:r>
            <a:endParaRPr lang="en-US" sz="2400" dirty="0"/>
          </a:p>
        </p:txBody>
      </p:sp>
      <p:sp>
        <p:nvSpPr>
          <p:cNvPr id="12" name="Shape 9"/>
          <p:cNvSpPr/>
          <p:nvPr/>
        </p:nvSpPr>
        <p:spPr>
          <a:xfrm>
            <a:off x="6583680" y="4572000"/>
            <a:ext cx="4937760" cy="1005840"/>
          </a:xfrm>
          <a:prstGeom prst="roundRect">
            <a:avLst>
              <a:gd name="adj" fmla="val 22727"/>
            </a:avLst>
          </a:prstGeom>
          <a:solidFill>
            <a:srgbClr val="3D1636"/>
          </a:solidFill>
          <a:ln w="12700">
            <a:solidFill>
              <a:srgbClr val="3D1636"/>
            </a:solidFill>
            <a:prstDash val="solid"/>
          </a:ln>
        </p:spPr>
      </p:sp>
      <p:sp>
        <p:nvSpPr>
          <p:cNvPr id="13" name="Text 10"/>
          <p:cNvSpPr txBox="1"/>
          <p:nvPr/>
        </p:nvSpPr>
        <p:spPr>
          <a:xfrm>
            <a:off x="6583680" y="4572000"/>
            <a:ext cx="4937760" cy="1005840"/>
          </a:xfrm>
          <a:prstGeom prst="rect">
            <a:avLst/>
          </a:prstGeom>
          <a:noFill/>
          <a:ln/>
        </p:spPr>
        <p:txBody>
          <a:bodyPr wrap="square" lIns="0" tIns="0" rIns="0" bIns="0" rtlCol="0" anchor="ctr"/>
          <a:lstStyle/>
          <a:p>
            <a:pPr algn="ctr" indent="0" marL="0">
              <a:buNone/>
            </a:pPr>
            <a:r>
              <a:rPr lang="en-US" sz="3400" b="1" dirty="0">
                <a:solidFill>
                  <a:srgbClr val="F58AD2"/>
                </a:solidFill>
                <a:latin typeface="Poppins" pitchFamily="34" charset="0"/>
                <a:ea typeface="Poppins" pitchFamily="34" charset="-122"/>
                <a:cs typeface="Poppins" pitchFamily="34" charset="-120"/>
              </a:rPr>
              <a:t>Lingobox</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Kurz bevor wir starten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7A1F6B"/>
                </a:solidFill>
                <a:highlight>
                  <a:srgbClr val="F58AD2"/>
                </a:highlight>
                <a:latin typeface="Poppins" pitchFamily="34" charset="0"/>
                <a:ea typeface="Poppins" pitchFamily="34" charset="-122"/>
                <a:cs typeface="Poppins" pitchFamily="34" charset="-120"/>
              </a:rPr>
              <a:t>97 %</a:t>
            </a:r>
            <a:pPr indent="0" marL="0">
              <a:lnSpc>
                <a:spcPct val="105000"/>
              </a:lnSpc>
              <a:buNone/>
            </a:pPr>
            <a:r>
              <a:rPr lang="en-US" sz="3800" dirty="0">
                <a:solidFill>
                  <a:srgbClr val="2B1027"/>
                </a:solidFill>
                <a:latin typeface="Poppins" pitchFamily="34" charset="0"/>
                <a:ea typeface="Poppins" pitchFamily="34" charset="-122"/>
                <a:cs typeface="Poppins" pitchFamily="34" charset="-120"/>
              </a:rPr>
              <a:t> der Zuschauer:innen haben den Kanal noch nicht abonniert.</a:t>
            </a:r>
            <a:endParaRPr lang="en-US" sz="3800" dirty="0"/>
          </a:p>
        </p:txBody>
      </p:sp>
      <p:sp>
        <p:nvSpPr>
          <p:cNvPr id="5" name="Shape 2"/>
          <p:cNvSpPr/>
          <p:nvPr/>
        </p:nvSpPr>
        <p:spPr>
          <a:xfrm>
            <a:off x="6583680" y="1097280"/>
            <a:ext cx="4937760" cy="4206240"/>
          </a:xfrm>
          <a:prstGeom prst="roundRect">
            <a:avLst>
              <a:gd name="adj" fmla="val 3261"/>
            </a:avLst>
          </a:prstGeom>
          <a:solidFill>
            <a:srgbClr val="FBF1F8"/>
          </a:solidFill>
          <a:ln w="15875">
            <a:solidFill>
              <a:srgbClr val="D3A0C6"/>
            </a:solidFill>
            <a:prstDash val="solid"/>
          </a:ln>
        </p:spPr>
      </p:sp>
      <p:sp>
        <p:nvSpPr>
          <p:cNvPr id="6" name="Text 3"/>
          <p:cNvSpPr txBox="1"/>
          <p:nvPr/>
        </p:nvSpPr>
        <p:spPr>
          <a:xfrm>
            <a:off x="6858000" y="1325880"/>
            <a:ext cx="4389120" cy="457200"/>
          </a:xfrm>
          <a:prstGeom prst="rect">
            <a:avLst/>
          </a:prstGeom>
          <a:noFill/>
          <a:ln/>
        </p:spPr>
        <p:txBody>
          <a:bodyPr wrap="square" lIns="0" tIns="0" rIns="0" bIns="0" rtlCol="0" anchor="t"/>
          <a:lstStyle/>
          <a:p>
            <a:pPr indent="0" marL="0">
              <a:buNone/>
            </a:pPr>
            <a:r>
              <a:rPr lang="en-US" sz="1700" b="1" dirty="0">
                <a:solidFill>
                  <a:srgbClr val="2B1027"/>
                </a:solidFill>
                <a:latin typeface="Poppins" pitchFamily="34" charset="0"/>
                <a:ea typeface="Poppins" pitchFamily="34" charset="-122"/>
                <a:cs typeface="Poppins" pitchFamily="34" charset="-120"/>
              </a:rPr>
              <a:t>Wiedergabezeit von Abonnenten</a:t>
            </a:r>
            <a:endParaRPr lang="en-US" sz="1700" dirty="0"/>
          </a:p>
        </p:txBody>
      </p:sp>
      <p:sp>
        <p:nvSpPr>
          <p:cNvPr id="7" name="Text 4"/>
          <p:cNvSpPr txBox="1"/>
          <p:nvPr/>
        </p:nvSpPr>
        <p:spPr>
          <a:xfrm>
            <a:off x="6858000" y="1783080"/>
            <a:ext cx="4389120" cy="365760"/>
          </a:xfrm>
          <a:prstGeom prst="rect">
            <a:avLst/>
          </a:prstGeom>
          <a:noFill/>
          <a:ln/>
        </p:spPr>
        <p:txBody>
          <a:bodyPr wrap="square" lIns="0" tIns="0" rIns="0" bIns="0" rtlCol="0" anchor="t"/>
          <a:lstStyle/>
          <a:p>
            <a:pPr indent="0" marL="0">
              <a:buNone/>
            </a:pPr>
            <a:r>
              <a:rPr lang="en-US" sz="1200" dirty="0">
                <a:solidFill>
                  <a:srgbClr val="6B4A64"/>
                </a:solidFill>
                <a:latin typeface="Poppins" pitchFamily="34" charset="0"/>
                <a:ea typeface="Poppins" pitchFamily="34" charset="-122"/>
                <a:cs typeface="Poppins" pitchFamily="34" charset="-120"/>
              </a:rPr>
              <a:t>Wiedergabezeit · Letzte 28 Tage</a:t>
            </a:r>
            <a:endParaRPr lang="en-US" sz="1200" dirty="0"/>
          </a:p>
        </p:txBody>
      </p:sp>
      <p:sp>
        <p:nvSpPr>
          <p:cNvPr id="8" name="Text 5"/>
          <p:cNvSpPr txBox="1"/>
          <p:nvPr/>
        </p:nvSpPr>
        <p:spPr>
          <a:xfrm>
            <a:off x="6858000" y="2514600"/>
            <a:ext cx="1737360" cy="457200"/>
          </a:xfrm>
          <a:prstGeom prst="rect">
            <a:avLst/>
          </a:prstGeom>
          <a:noFill/>
          <a:ln/>
        </p:spPr>
        <p:txBody>
          <a:bodyPr wrap="square" lIns="0" tIns="0" rIns="0" bIns="0" rtlCol="0" anchor="t"/>
          <a:lstStyle/>
          <a:p>
            <a:pPr indent="0" marL="0">
              <a:buNone/>
            </a:pPr>
            <a:r>
              <a:rPr lang="en-US" sz="1300" dirty="0">
                <a:solidFill>
                  <a:srgbClr val="2B1027"/>
                </a:solidFill>
                <a:latin typeface="Poppins" pitchFamily="34" charset="0"/>
                <a:ea typeface="Poppins" pitchFamily="34" charset="-122"/>
                <a:cs typeface="Poppins" pitchFamily="34" charset="-120"/>
              </a:rPr>
              <a:t>Nutzer ohne Abo</a:t>
            </a:r>
            <a:endParaRPr lang="en-US" sz="1300" dirty="0"/>
          </a:p>
        </p:txBody>
      </p:sp>
      <p:sp>
        <p:nvSpPr>
          <p:cNvPr id="9" name="Shape 6"/>
          <p:cNvSpPr/>
          <p:nvPr/>
        </p:nvSpPr>
        <p:spPr>
          <a:xfrm>
            <a:off x="8284464" y="2633472"/>
            <a:ext cx="1773936" cy="219456"/>
          </a:xfrm>
          <a:prstGeom prst="roundRect">
            <a:avLst>
              <a:gd name="adj" fmla="val 50000"/>
            </a:avLst>
          </a:prstGeom>
          <a:solidFill>
            <a:srgbClr val="7A1F6B"/>
          </a:solidFill>
          <a:ln w="12700">
            <a:solidFill>
              <a:srgbClr val="7A1F6B"/>
            </a:solidFill>
            <a:prstDash val="solid"/>
          </a:ln>
        </p:spPr>
      </p:sp>
      <p:sp>
        <p:nvSpPr>
          <p:cNvPr id="10" name="Text 7"/>
          <p:cNvSpPr txBox="1"/>
          <p:nvPr/>
        </p:nvSpPr>
        <p:spPr>
          <a:xfrm>
            <a:off x="10149840" y="2514600"/>
            <a:ext cx="1188720" cy="457200"/>
          </a:xfrm>
          <a:prstGeom prst="rect">
            <a:avLst/>
          </a:prstGeom>
          <a:noFill/>
          <a:ln/>
        </p:spPr>
        <p:txBody>
          <a:bodyPr wrap="square" lIns="0" tIns="0" rIns="0" bIns="0" rtlCol="0" anchor="t"/>
          <a:lstStyle/>
          <a:p>
            <a:pPr algn="r" indent="0" marL="0">
              <a:buNone/>
            </a:pPr>
            <a:r>
              <a:rPr lang="en-US" sz="1400" b="1" dirty="0">
                <a:solidFill>
                  <a:srgbClr val="2B1027"/>
                </a:solidFill>
                <a:latin typeface="Poppins" pitchFamily="34" charset="0"/>
                <a:ea typeface="Poppins" pitchFamily="34" charset="-122"/>
                <a:cs typeface="Poppins" pitchFamily="34" charset="-120"/>
              </a:rPr>
              <a:t>97,0 %</a:t>
            </a:r>
            <a:endParaRPr lang="en-US" sz="1400" dirty="0"/>
          </a:p>
        </p:txBody>
      </p:sp>
      <p:sp>
        <p:nvSpPr>
          <p:cNvPr id="11" name="Text 8"/>
          <p:cNvSpPr txBox="1"/>
          <p:nvPr/>
        </p:nvSpPr>
        <p:spPr>
          <a:xfrm>
            <a:off x="6858000" y="3291840"/>
            <a:ext cx="1737360" cy="457200"/>
          </a:xfrm>
          <a:prstGeom prst="rect">
            <a:avLst/>
          </a:prstGeom>
          <a:noFill/>
          <a:ln/>
        </p:spPr>
        <p:txBody>
          <a:bodyPr wrap="square" lIns="0" tIns="0" rIns="0" bIns="0" rtlCol="0" anchor="t"/>
          <a:lstStyle/>
          <a:p>
            <a:pPr indent="0" marL="0">
              <a:buNone/>
            </a:pPr>
            <a:r>
              <a:rPr lang="en-US" sz="1300" dirty="0">
                <a:solidFill>
                  <a:srgbClr val="2B1027"/>
                </a:solidFill>
                <a:latin typeface="Poppins" pitchFamily="34" charset="0"/>
                <a:ea typeface="Poppins" pitchFamily="34" charset="-122"/>
                <a:cs typeface="Poppins" pitchFamily="34" charset="-120"/>
              </a:rPr>
              <a:t>Abonnenten</a:t>
            </a:r>
            <a:endParaRPr lang="en-US" sz="1300" dirty="0"/>
          </a:p>
        </p:txBody>
      </p:sp>
      <p:sp>
        <p:nvSpPr>
          <p:cNvPr id="12" name="Shape 9"/>
          <p:cNvSpPr/>
          <p:nvPr/>
        </p:nvSpPr>
        <p:spPr>
          <a:xfrm>
            <a:off x="9857232" y="3410712"/>
            <a:ext cx="201168" cy="219456"/>
          </a:xfrm>
          <a:prstGeom prst="roundRect">
            <a:avLst>
              <a:gd name="adj" fmla="val 54545"/>
            </a:avLst>
          </a:prstGeom>
          <a:solidFill>
            <a:srgbClr val="F58AD2"/>
          </a:solidFill>
          <a:ln w="19050">
            <a:solidFill>
              <a:srgbClr val="3D1636"/>
            </a:solidFill>
            <a:prstDash val="solid"/>
          </a:ln>
        </p:spPr>
      </p:sp>
      <p:sp>
        <p:nvSpPr>
          <p:cNvPr id="13" name="Text 10"/>
          <p:cNvSpPr txBox="1"/>
          <p:nvPr/>
        </p:nvSpPr>
        <p:spPr>
          <a:xfrm>
            <a:off x="10149840" y="3291840"/>
            <a:ext cx="1188720" cy="457200"/>
          </a:xfrm>
          <a:prstGeom prst="rect">
            <a:avLst/>
          </a:prstGeom>
          <a:noFill/>
          <a:ln/>
        </p:spPr>
        <p:txBody>
          <a:bodyPr wrap="square" lIns="0" tIns="0" rIns="0" bIns="0" rtlCol="0" anchor="t"/>
          <a:lstStyle/>
          <a:p>
            <a:pPr algn="r" indent="0" marL="0">
              <a:buNone/>
            </a:pPr>
            <a:r>
              <a:rPr lang="en-US" sz="1400" b="1" dirty="0">
                <a:solidFill>
                  <a:srgbClr val="2B1027"/>
                </a:solidFill>
                <a:latin typeface="Poppins" pitchFamily="34" charset="0"/>
                <a:ea typeface="Poppins" pitchFamily="34" charset="-122"/>
                <a:cs typeface="Poppins" pitchFamily="34" charset="-120"/>
              </a:rPr>
              <a:t>3,0 %</a:t>
            </a:r>
            <a:endParaRPr lang="en-US" sz="1400" dirty="0"/>
          </a:p>
        </p:txBody>
      </p:sp>
      <p:sp>
        <p:nvSpPr>
          <p:cNvPr id="14" name="Shape 11"/>
          <p:cNvSpPr/>
          <p:nvPr/>
        </p:nvSpPr>
        <p:spPr>
          <a:xfrm>
            <a:off x="6858000" y="4343400"/>
            <a:ext cx="2194560" cy="548640"/>
          </a:xfrm>
          <a:prstGeom prst="roundRect">
            <a:avLst>
              <a:gd name="adj" fmla="val 50000"/>
            </a:avLst>
          </a:prstGeom>
          <a:solidFill>
            <a:srgbClr val="F3DDEC"/>
          </a:solidFill>
          <a:ln w="12700">
            <a:solidFill>
              <a:srgbClr val="F3DDEC"/>
            </a:solidFill>
            <a:prstDash val="solid"/>
          </a:ln>
        </p:spPr>
      </p:sp>
      <p:sp>
        <p:nvSpPr>
          <p:cNvPr id="15" name="Text 12"/>
          <p:cNvSpPr txBox="1"/>
          <p:nvPr/>
        </p:nvSpPr>
        <p:spPr>
          <a:xfrm>
            <a:off x="6858000" y="4343400"/>
            <a:ext cx="2194560" cy="548640"/>
          </a:xfrm>
          <a:prstGeom prst="rect">
            <a:avLst/>
          </a:prstGeom>
          <a:noFill/>
          <a:ln/>
        </p:spPr>
        <p:txBody>
          <a:bodyPr wrap="square" lIns="0" tIns="0" rIns="0" bIns="0" rtlCol="0" anchor="ctr"/>
          <a:lstStyle/>
          <a:p>
            <a:pPr algn="ctr" indent="0" marL="0">
              <a:buNone/>
            </a:pPr>
            <a:r>
              <a:rPr lang="en-US" sz="1400" b="1" dirty="0">
                <a:solidFill>
                  <a:srgbClr val="2B1027"/>
                </a:solidFill>
                <a:latin typeface="Poppins" pitchFamily="34" charset="0"/>
                <a:ea typeface="Poppins" pitchFamily="34" charset="-122"/>
                <a:cs typeface="Poppins" pitchFamily="34" charset="-120"/>
              </a:rPr>
              <a:t>Mehr anzeigen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Das Angebot</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2B1027"/>
                </a:solidFill>
                <a:latin typeface="Poppins" pitchFamily="34" charset="0"/>
                <a:ea typeface="Poppins" pitchFamily="34" charset="-122"/>
                <a:cs typeface="Poppins" pitchFamily="34" charset="-120"/>
              </a:rPr>
              <a:t>Wöchentlich </a:t>
            </a:r>
            <a:pPr indent="0" marL="0">
              <a:lnSpc>
                <a:spcPct val="105000"/>
              </a:lnSpc>
              <a:buNone/>
            </a:pPr>
            <a:r>
              <a:rPr lang="en-US" sz="3600" dirty="0">
                <a:solidFill>
                  <a:srgbClr val="7A1F6B"/>
                </a:solidFill>
                <a:highlight>
                  <a:srgbClr val="F58AD2"/>
                </a:highlight>
                <a:latin typeface="Poppins" pitchFamily="34" charset="0"/>
                <a:ea typeface="Poppins" pitchFamily="34" charset="-122"/>
                <a:cs typeface="Poppins" pitchFamily="34" charset="-120"/>
              </a:rPr>
              <a:t>zwei Lernvideos</a:t>
            </a:r>
            <a:pPr indent="0" marL="0">
              <a:lnSpc>
                <a:spcPct val="105000"/>
              </a:lnSpc>
              <a:buNone/>
            </a:pPr>
            <a:r>
              <a:rPr lang="en-US" sz="3600" dirty="0">
                <a:solidFill>
                  <a:srgbClr val="2B1027"/>
                </a:solidFill>
                <a:latin typeface="Poppins" pitchFamily="34" charset="0"/>
                <a:ea typeface="Poppins" pitchFamily="34" charset="-122"/>
                <a:cs typeface="Poppins" pitchFamily="34" charset="-120"/>
              </a:rPr>
              <a:t> zu verschiedenen Fächern.</a:t>
            </a:r>
            <a:endParaRPr lang="en-US" sz="36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Kostenloser Mehrwert für den Unterricht und fürs Lernen zu Hause.</a:t>
            </a:r>
            <a:endParaRPr lang="en-US" sz="1800" dirty="0"/>
          </a:p>
        </p:txBody>
      </p:sp>
      <p:sp>
        <p:nvSpPr>
          <p:cNvPr id="6" name="Shape 3"/>
          <p:cNvSpPr/>
          <p:nvPr/>
        </p:nvSpPr>
        <p:spPr>
          <a:xfrm>
            <a:off x="6583680" y="1097280"/>
            <a:ext cx="640080" cy="1097280"/>
          </a:xfrm>
          <a:prstGeom prst="roundRect">
            <a:avLst>
              <a:gd name="adj" fmla="val 17143"/>
            </a:avLst>
          </a:prstGeom>
          <a:solidFill>
            <a:srgbClr val="F3DDEC"/>
          </a:solidFill>
          <a:ln w="12700">
            <a:solidFill>
              <a:srgbClr val="F3DDEC"/>
            </a:solidFill>
            <a:prstDash val="solid"/>
          </a:ln>
        </p:spPr>
      </p:sp>
      <p:sp>
        <p:nvSpPr>
          <p:cNvPr id="7" name="Text 4"/>
          <p:cNvSpPr txBox="1"/>
          <p:nvPr/>
        </p:nvSpPr>
        <p:spPr>
          <a:xfrm>
            <a:off x="6583680"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Mo</a:t>
            </a:r>
            <a:endParaRPr lang="en-US" sz="1300" dirty="0"/>
          </a:p>
        </p:txBody>
      </p:sp>
      <p:sp>
        <p:nvSpPr>
          <p:cNvPr id="8" name="Shape 5"/>
          <p:cNvSpPr/>
          <p:nvPr/>
        </p:nvSpPr>
        <p:spPr>
          <a:xfrm>
            <a:off x="7296912" y="1097280"/>
            <a:ext cx="640080" cy="1097280"/>
          </a:xfrm>
          <a:prstGeom prst="roundRect">
            <a:avLst>
              <a:gd name="adj" fmla="val 17143"/>
            </a:avLst>
          </a:prstGeom>
          <a:solidFill>
            <a:srgbClr val="F58AD2"/>
          </a:solidFill>
          <a:ln w="12700">
            <a:solidFill>
              <a:srgbClr val="F58AD2"/>
            </a:solidFill>
            <a:prstDash val="solid"/>
          </a:ln>
        </p:spPr>
      </p:sp>
      <p:sp>
        <p:nvSpPr>
          <p:cNvPr id="9" name="Text 6"/>
          <p:cNvSpPr txBox="1"/>
          <p:nvPr/>
        </p:nvSpPr>
        <p:spPr>
          <a:xfrm>
            <a:off x="7296912"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Di</a:t>
            </a:r>
            <a:endParaRPr lang="en-US" sz="1300" dirty="0"/>
          </a:p>
        </p:txBody>
      </p:sp>
      <p:sp>
        <p:nvSpPr>
          <p:cNvPr id="10" name="Shape 7"/>
          <p:cNvSpPr/>
          <p:nvPr/>
        </p:nvSpPr>
        <p:spPr>
          <a:xfrm rot="5400000">
            <a:off x="7479792" y="1600200"/>
            <a:ext cx="274320" cy="274320"/>
          </a:xfrm>
          <a:prstGeom prst="triangle">
            <a:avLst/>
          </a:prstGeom>
          <a:solidFill>
            <a:srgbClr val="3D1636"/>
          </a:solidFill>
          <a:ln w="12700">
            <a:solidFill>
              <a:srgbClr val="3D1636"/>
            </a:solidFill>
            <a:prstDash val="solid"/>
          </a:ln>
        </p:spPr>
      </p:sp>
      <p:sp>
        <p:nvSpPr>
          <p:cNvPr id="11" name="Shape 8"/>
          <p:cNvSpPr/>
          <p:nvPr/>
        </p:nvSpPr>
        <p:spPr>
          <a:xfrm>
            <a:off x="8010144" y="1097280"/>
            <a:ext cx="640080" cy="1097280"/>
          </a:xfrm>
          <a:prstGeom prst="roundRect">
            <a:avLst>
              <a:gd name="adj" fmla="val 17143"/>
            </a:avLst>
          </a:prstGeom>
          <a:solidFill>
            <a:srgbClr val="F3DDEC"/>
          </a:solidFill>
          <a:ln w="12700">
            <a:solidFill>
              <a:srgbClr val="F3DDEC"/>
            </a:solidFill>
            <a:prstDash val="solid"/>
          </a:ln>
        </p:spPr>
      </p:sp>
      <p:sp>
        <p:nvSpPr>
          <p:cNvPr id="12" name="Text 9"/>
          <p:cNvSpPr txBox="1"/>
          <p:nvPr/>
        </p:nvSpPr>
        <p:spPr>
          <a:xfrm>
            <a:off x="8010144"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Mi</a:t>
            </a:r>
            <a:endParaRPr lang="en-US" sz="1300" dirty="0"/>
          </a:p>
        </p:txBody>
      </p:sp>
      <p:sp>
        <p:nvSpPr>
          <p:cNvPr id="13" name="Shape 10"/>
          <p:cNvSpPr/>
          <p:nvPr/>
        </p:nvSpPr>
        <p:spPr>
          <a:xfrm>
            <a:off x="8723376" y="1097280"/>
            <a:ext cx="640080" cy="1097280"/>
          </a:xfrm>
          <a:prstGeom prst="roundRect">
            <a:avLst>
              <a:gd name="adj" fmla="val 17143"/>
            </a:avLst>
          </a:prstGeom>
          <a:solidFill>
            <a:srgbClr val="F3DDEC"/>
          </a:solidFill>
          <a:ln w="12700">
            <a:solidFill>
              <a:srgbClr val="F3DDEC"/>
            </a:solidFill>
            <a:prstDash val="solid"/>
          </a:ln>
        </p:spPr>
      </p:sp>
      <p:sp>
        <p:nvSpPr>
          <p:cNvPr id="14" name="Text 11"/>
          <p:cNvSpPr txBox="1"/>
          <p:nvPr/>
        </p:nvSpPr>
        <p:spPr>
          <a:xfrm>
            <a:off x="8723376"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Do</a:t>
            </a:r>
            <a:endParaRPr lang="en-US" sz="1300" dirty="0"/>
          </a:p>
        </p:txBody>
      </p:sp>
      <p:sp>
        <p:nvSpPr>
          <p:cNvPr id="15" name="Shape 12"/>
          <p:cNvSpPr/>
          <p:nvPr/>
        </p:nvSpPr>
        <p:spPr>
          <a:xfrm>
            <a:off x="9436608" y="1097280"/>
            <a:ext cx="640080" cy="1097280"/>
          </a:xfrm>
          <a:prstGeom prst="roundRect">
            <a:avLst>
              <a:gd name="adj" fmla="val 17143"/>
            </a:avLst>
          </a:prstGeom>
          <a:solidFill>
            <a:srgbClr val="F58AD2"/>
          </a:solidFill>
          <a:ln w="12700">
            <a:solidFill>
              <a:srgbClr val="F58AD2"/>
            </a:solidFill>
            <a:prstDash val="solid"/>
          </a:ln>
        </p:spPr>
      </p:sp>
      <p:sp>
        <p:nvSpPr>
          <p:cNvPr id="16" name="Text 13"/>
          <p:cNvSpPr txBox="1"/>
          <p:nvPr/>
        </p:nvSpPr>
        <p:spPr>
          <a:xfrm>
            <a:off x="9436608"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Fr</a:t>
            </a:r>
            <a:endParaRPr lang="en-US" sz="1300" dirty="0"/>
          </a:p>
        </p:txBody>
      </p:sp>
      <p:sp>
        <p:nvSpPr>
          <p:cNvPr id="17" name="Shape 14"/>
          <p:cNvSpPr/>
          <p:nvPr/>
        </p:nvSpPr>
        <p:spPr>
          <a:xfrm rot="5400000">
            <a:off x="9619488" y="1600200"/>
            <a:ext cx="274320" cy="274320"/>
          </a:xfrm>
          <a:prstGeom prst="triangle">
            <a:avLst/>
          </a:prstGeom>
          <a:solidFill>
            <a:srgbClr val="3D1636"/>
          </a:solidFill>
          <a:ln w="12700">
            <a:solidFill>
              <a:srgbClr val="3D1636"/>
            </a:solidFill>
            <a:prstDash val="solid"/>
          </a:ln>
        </p:spPr>
      </p:sp>
      <p:sp>
        <p:nvSpPr>
          <p:cNvPr id="18" name="Shape 15"/>
          <p:cNvSpPr/>
          <p:nvPr/>
        </p:nvSpPr>
        <p:spPr>
          <a:xfrm>
            <a:off x="10149840" y="1097280"/>
            <a:ext cx="640080" cy="1097280"/>
          </a:xfrm>
          <a:prstGeom prst="roundRect">
            <a:avLst>
              <a:gd name="adj" fmla="val 17143"/>
            </a:avLst>
          </a:prstGeom>
          <a:solidFill>
            <a:srgbClr val="F3DDEC"/>
          </a:solidFill>
          <a:ln w="12700">
            <a:solidFill>
              <a:srgbClr val="F3DDEC"/>
            </a:solidFill>
            <a:prstDash val="solid"/>
          </a:ln>
        </p:spPr>
      </p:sp>
      <p:sp>
        <p:nvSpPr>
          <p:cNvPr id="19" name="Text 16"/>
          <p:cNvSpPr txBox="1"/>
          <p:nvPr/>
        </p:nvSpPr>
        <p:spPr>
          <a:xfrm>
            <a:off x="10149840"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Sa</a:t>
            </a:r>
            <a:endParaRPr lang="en-US" sz="1300" dirty="0"/>
          </a:p>
        </p:txBody>
      </p:sp>
      <p:sp>
        <p:nvSpPr>
          <p:cNvPr id="20" name="Shape 17"/>
          <p:cNvSpPr/>
          <p:nvPr/>
        </p:nvSpPr>
        <p:spPr>
          <a:xfrm>
            <a:off x="10863072" y="1097280"/>
            <a:ext cx="640080" cy="1097280"/>
          </a:xfrm>
          <a:prstGeom prst="roundRect">
            <a:avLst>
              <a:gd name="adj" fmla="val 17143"/>
            </a:avLst>
          </a:prstGeom>
          <a:solidFill>
            <a:srgbClr val="F3DDEC"/>
          </a:solidFill>
          <a:ln w="12700">
            <a:solidFill>
              <a:srgbClr val="F3DDEC"/>
            </a:solidFill>
            <a:prstDash val="solid"/>
          </a:ln>
        </p:spPr>
      </p:sp>
      <p:sp>
        <p:nvSpPr>
          <p:cNvPr id="21" name="Text 18"/>
          <p:cNvSpPr txBox="1"/>
          <p:nvPr/>
        </p:nvSpPr>
        <p:spPr>
          <a:xfrm>
            <a:off x="10863072" y="1143000"/>
            <a:ext cx="640080" cy="36576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So</a:t>
            </a:r>
            <a:endParaRPr lang="en-US" sz="1300" dirty="0"/>
          </a:p>
        </p:txBody>
      </p:sp>
      <p:sp>
        <p:nvSpPr>
          <p:cNvPr id="22" name="Shape 19"/>
          <p:cNvSpPr/>
          <p:nvPr/>
        </p:nvSpPr>
        <p:spPr>
          <a:xfrm>
            <a:off x="6583680" y="2468880"/>
            <a:ext cx="4937760" cy="548640"/>
          </a:xfrm>
          <a:prstGeom prst="roundRect">
            <a:avLst>
              <a:gd name="adj" fmla="val 13333"/>
            </a:avLst>
          </a:prstGeom>
          <a:solidFill>
            <a:srgbClr val="3D1636"/>
          </a:solidFill>
          <a:ln w="12700">
            <a:solidFill>
              <a:srgbClr val="3D1636"/>
            </a:solidFill>
            <a:prstDash val="solid"/>
          </a:ln>
        </p:spPr>
      </p:sp>
      <p:sp>
        <p:nvSpPr>
          <p:cNvPr id="23" name="Text 20"/>
          <p:cNvSpPr txBox="1"/>
          <p:nvPr/>
        </p:nvSpPr>
        <p:spPr>
          <a:xfrm>
            <a:off x="6583680" y="2468880"/>
            <a:ext cx="4937760" cy="548640"/>
          </a:xfrm>
          <a:prstGeom prst="rect">
            <a:avLst/>
          </a:prstGeom>
          <a:noFill/>
          <a:ln/>
        </p:spPr>
        <p:txBody>
          <a:bodyPr wrap="square" lIns="0" tIns="0" rIns="0" bIns="0" rtlCol="0" anchor="ctr"/>
          <a:lstStyle/>
          <a:p>
            <a:pPr algn="ctr" indent="0" marL="0">
              <a:buNone/>
            </a:pPr>
            <a:r>
              <a:rPr lang="en-US" sz="1600" b="1" dirty="0">
                <a:solidFill>
                  <a:srgbClr val="F58AD2"/>
                </a:solidFill>
                <a:latin typeface="Poppins" pitchFamily="34" charset="0"/>
                <a:ea typeface="Poppins" pitchFamily="34" charset="-122"/>
                <a:cs typeface="Poppins" pitchFamily="34" charset="-120"/>
              </a:rPr>
              <a:t>2 Videos pro Woche</a:t>
            </a:r>
            <a:endParaRPr lang="en-US" sz="1600" dirty="0"/>
          </a:p>
        </p:txBody>
      </p:sp>
      <p:sp>
        <p:nvSpPr>
          <p:cNvPr id="24" name="Shape 21"/>
          <p:cNvSpPr/>
          <p:nvPr/>
        </p:nvSpPr>
        <p:spPr>
          <a:xfrm>
            <a:off x="6583680" y="3383280"/>
            <a:ext cx="2377440" cy="2103120"/>
          </a:xfrm>
          <a:prstGeom prst="roundRect">
            <a:avLst>
              <a:gd name="adj" fmla="val 6522"/>
            </a:avLst>
          </a:prstGeom>
          <a:solidFill>
            <a:srgbClr val="FBF1F8"/>
          </a:solidFill>
          <a:ln w="15875">
            <a:solidFill>
              <a:srgbClr val="D3A0C6"/>
            </a:solidFill>
            <a:prstDash val="solid"/>
          </a:ln>
        </p:spPr>
      </p:sp>
      <p:sp>
        <p:nvSpPr>
          <p:cNvPr id="25" name="Shape 22"/>
          <p:cNvSpPr/>
          <p:nvPr/>
        </p:nvSpPr>
        <p:spPr>
          <a:xfrm>
            <a:off x="7566660" y="3657600"/>
            <a:ext cx="411480" cy="411480"/>
          </a:xfrm>
          <a:prstGeom prst="ellipse">
            <a:avLst/>
          </a:prstGeom>
          <a:solidFill>
            <a:srgbClr val="3D1636"/>
          </a:solidFill>
          <a:ln w="12700">
            <a:solidFill>
              <a:srgbClr val="3D1636"/>
            </a:solidFill>
            <a:prstDash val="solid"/>
          </a:ln>
        </p:spPr>
      </p:sp>
      <p:sp>
        <p:nvSpPr>
          <p:cNvPr id="26" name="Shape 23"/>
          <p:cNvSpPr/>
          <p:nvPr/>
        </p:nvSpPr>
        <p:spPr>
          <a:xfrm>
            <a:off x="7360920" y="4134917"/>
            <a:ext cx="822960" cy="510235"/>
          </a:xfrm>
          <a:prstGeom prst="roundRect">
            <a:avLst>
              <a:gd name="adj" fmla="val 45161"/>
            </a:avLst>
          </a:prstGeom>
          <a:solidFill>
            <a:srgbClr val="3D1636"/>
          </a:solidFill>
          <a:ln w="12700">
            <a:solidFill>
              <a:srgbClr val="3D1636"/>
            </a:solidFill>
            <a:prstDash val="solid"/>
          </a:ln>
        </p:spPr>
      </p:sp>
      <p:sp>
        <p:nvSpPr>
          <p:cNvPr id="27" name="Text 24"/>
          <p:cNvSpPr txBox="1"/>
          <p:nvPr/>
        </p:nvSpPr>
        <p:spPr>
          <a:xfrm>
            <a:off x="6583680" y="4846320"/>
            <a:ext cx="2377440" cy="457200"/>
          </a:xfrm>
          <a:prstGeom prst="rect">
            <a:avLst/>
          </a:prstGeom>
          <a:noFill/>
          <a:ln/>
        </p:spPr>
        <p:txBody>
          <a:bodyPr wrap="square" lIns="0" tIns="0" rIns="0" bIns="0" rtlCol="0" anchor="t"/>
          <a:lstStyle/>
          <a:p>
            <a:pPr algn="ctr" indent="0" marL="0">
              <a:buNone/>
            </a:pPr>
            <a:r>
              <a:rPr lang="en-US" sz="1600" b="1" dirty="0">
                <a:solidFill>
                  <a:srgbClr val="2B1027"/>
                </a:solidFill>
                <a:latin typeface="Poppins" pitchFamily="34" charset="0"/>
                <a:ea typeface="Poppins" pitchFamily="34" charset="-122"/>
                <a:cs typeface="Poppins" pitchFamily="34" charset="-120"/>
              </a:rPr>
              <a:t>Unterricht</a:t>
            </a:r>
            <a:endParaRPr lang="en-US" sz="1600" dirty="0"/>
          </a:p>
        </p:txBody>
      </p:sp>
      <p:sp>
        <p:nvSpPr>
          <p:cNvPr id="28" name="Shape 25"/>
          <p:cNvSpPr/>
          <p:nvPr/>
        </p:nvSpPr>
        <p:spPr>
          <a:xfrm>
            <a:off x="9144000" y="3383280"/>
            <a:ext cx="2377440" cy="2103120"/>
          </a:xfrm>
          <a:prstGeom prst="roundRect">
            <a:avLst>
              <a:gd name="adj" fmla="val 6522"/>
            </a:avLst>
          </a:prstGeom>
          <a:solidFill>
            <a:srgbClr val="FBF1F8"/>
          </a:solidFill>
          <a:ln w="15875">
            <a:solidFill>
              <a:srgbClr val="D3A0C6"/>
            </a:solidFill>
            <a:prstDash val="solid"/>
          </a:ln>
        </p:spPr>
      </p:sp>
      <p:sp>
        <p:nvSpPr>
          <p:cNvPr id="29" name="Shape 26"/>
          <p:cNvSpPr/>
          <p:nvPr/>
        </p:nvSpPr>
        <p:spPr>
          <a:xfrm>
            <a:off x="9829800" y="3566160"/>
            <a:ext cx="1097280" cy="594360"/>
          </a:xfrm>
          <a:prstGeom prst="triangle">
            <a:avLst/>
          </a:prstGeom>
          <a:solidFill>
            <a:srgbClr val="3D1636"/>
          </a:solidFill>
          <a:ln w="12700">
            <a:solidFill>
              <a:srgbClr val="3D1636"/>
            </a:solidFill>
            <a:prstDash val="solid"/>
          </a:ln>
        </p:spPr>
      </p:sp>
      <p:sp>
        <p:nvSpPr>
          <p:cNvPr id="30" name="Shape 27"/>
          <p:cNvSpPr/>
          <p:nvPr/>
        </p:nvSpPr>
        <p:spPr>
          <a:xfrm>
            <a:off x="9966960" y="4160520"/>
            <a:ext cx="822960" cy="548640"/>
          </a:xfrm>
          <a:prstGeom prst="rect">
            <a:avLst/>
          </a:prstGeom>
          <a:solidFill>
            <a:srgbClr val="3D1636"/>
          </a:solidFill>
          <a:ln w="12700">
            <a:solidFill>
              <a:srgbClr val="3D1636"/>
            </a:solidFill>
            <a:prstDash val="solid"/>
          </a:ln>
        </p:spPr>
      </p:sp>
      <p:sp>
        <p:nvSpPr>
          <p:cNvPr id="31" name="Shape 28"/>
          <p:cNvSpPr/>
          <p:nvPr/>
        </p:nvSpPr>
        <p:spPr>
          <a:xfrm>
            <a:off x="10241280" y="4297680"/>
            <a:ext cx="274320" cy="411480"/>
          </a:xfrm>
          <a:prstGeom prst="rect">
            <a:avLst/>
          </a:prstGeom>
          <a:solidFill>
            <a:srgbClr val="F58AD2"/>
          </a:solidFill>
          <a:ln w="12700">
            <a:solidFill>
              <a:srgbClr val="F58AD2"/>
            </a:solidFill>
            <a:prstDash val="solid"/>
          </a:ln>
        </p:spPr>
      </p:sp>
      <p:sp>
        <p:nvSpPr>
          <p:cNvPr id="32" name="Text 29"/>
          <p:cNvSpPr txBox="1"/>
          <p:nvPr/>
        </p:nvSpPr>
        <p:spPr>
          <a:xfrm>
            <a:off x="9144000" y="4846320"/>
            <a:ext cx="2377440" cy="457200"/>
          </a:xfrm>
          <a:prstGeom prst="rect">
            <a:avLst/>
          </a:prstGeom>
          <a:noFill/>
          <a:ln/>
        </p:spPr>
        <p:txBody>
          <a:bodyPr wrap="square" lIns="0" tIns="0" rIns="0" bIns="0" rtlCol="0" anchor="t"/>
          <a:lstStyle/>
          <a:p>
            <a:pPr algn="ctr" indent="0" marL="0">
              <a:buNone/>
            </a:pPr>
            <a:r>
              <a:rPr lang="en-US" sz="1600" b="1" dirty="0">
                <a:solidFill>
                  <a:srgbClr val="2B1027"/>
                </a:solidFill>
                <a:latin typeface="Poppins" pitchFamily="34" charset="0"/>
                <a:ea typeface="Poppins" pitchFamily="34" charset="-122"/>
                <a:cs typeface="Poppins" pitchFamily="34" charset="-120"/>
              </a:rPr>
              <a:t>Lernen zu Hause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Unterstützen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Ein kostenloses </a:t>
            </a:r>
            <a:pPr indent="0" marL="0">
              <a:lnSpc>
                <a:spcPct val="105000"/>
              </a:lnSpc>
              <a:buNone/>
            </a:pPr>
            <a:r>
              <a:rPr lang="en-US" sz="4000" dirty="0">
                <a:solidFill>
                  <a:srgbClr val="7A1F6B"/>
                </a:solidFill>
                <a:highlight>
                  <a:srgbClr val="F58AD2"/>
                </a:highlight>
                <a:latin typeface="Poppins" pitchFamily="34" charset="0"/>
                <a:ea typeface="Poppins" pitchFamily="34" charset="-122"/>
                <a:cs typeface="Poppins" pitchFamily="34" charset="-120"/>
              </a:rPr>
              <a:t>Abo</a:t>
            </a:r>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 unterstützt das Angebot.</a:t>
            </a:r>
            <a:endParaRPr lang="en-US" sz="40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Hier auf YouTube.</a:t>
            </a:r>
            <a:endParaRPr lang="en-US" sz="1800" dirty="0"/>
          </a:p>
        </p:txBody>
      </p:sp>
      <p:sp>
        <p:nvSpPr>
          <p:cNvPr id="6" name="Shape 3"/>
          <p:cNvSpPr/>
          <p:nvPr/>
        </p:nvSpPr>
        <p:spPr>
          <a:xfrm>
            <a:off x="6675120" y="1828800"/>
            <a:ext cx="4754880" cy="1280160"/>
          </a:xfrm>
          <a:prstGeom prst="roundRect">
            <a:avLst>
              <a:gd name="adj" fmla="val 50000"/>
            </a:avLst>
          </a:prstGeom>
          <a:solidFill>
            <a:srgbClr val="3D1636"/>
          </a:solidFill>
          <a:ln w="12700">
            <a:solidFill>
              <a:srgbClr val="3D1636"/>
            </a:solidFill>
            <a:prstDash val="solid"/>
          </a:ln>
        </p:spPr>
      </p:sp>
      <p:sp>
        <p:nvSpPr>
          <p:cNvPr id="7" name="Shape 4"/>
          <p:cNvSpPr/>
          <p:nvPr/>
        </p:nvSpPr>
        <p:spPr>
          <a:xfrm>
            <a:off x="7040880" y="2103120"/>
            <a:ext cx="731520" cy="731520"/>
          </a:xfrm>
          <a:prstGeom prst="ellipse">
            <a:avLst/>
          </a:prstGeom>
          <a:solidFill>
            <a:srgbClr val="F58AD2"/>
          </a:solidFill>
          <a:ln w="12700">
            <a:solidFill>
              <a:srgbClr val="F58AD2"/>
            </a:solidFill>
            <a:prstDash val="solid"/>
          </a:ln>
        </p:spPr>
      </p:sp>
      <p:sp>
        <p:nvSpPr>
          <p:cNvPr id="8" name="Shape 5"/>
          <p:cNvSpPr/>
          <p:nvPr/>
        </p:nvSpPr>
        <p:spPr>
          <a:xfrm rot="10800000">
            <a:off x="7178040" y="2240280"/>
            <a:ext cx="457200" cy="411480"/>
          </a:xfrm>
          <a:prstGeom prst="triangle">
            <a:avLst/>
          </a:prstGeom>
          <a:solidFill>
            <a:srgbClr val="3D1636"/>
          </a:solidFill>
          <a:ln w="12700">
            <a:solidFill>
              <a:srgbClr val="3D1636"/>
            </a:solidFill>
            <a:prstDash val="solid"/>
          </a:ln>
        </p:spPr>
      </p:sp>
      <p:sp>
        <p:nvSpPr>
          <p:cNvPr id="9" name="Text 6"/>
          <p:cNvSpPr txBox="1"/>
          <p:nvPr/>
        </p:nvSpPr>
        <p:spPr>
          <a:xfrm>
            <a:off x="8229600" y="1828800"/>
            <a:ext cx="2926080" cy="1280160"/>
          </a:xfrm>
          <a:prstGeom prst="rect">
            <a:avLst/>
          </a:prstGeom>
          <a:noFill/>
          <a:ln/>
        </p:spPr>
        <p:txBody>
          <a:bodyPr wrap="square" lIns="0" tIns="0" rIns="0" bIns="0" rtlCol="0" anchor="ctr"/>
          <a:lstStyle/>
          <a:p>
            <a:pPr indent="0" marL="0">
              <a:buNone/>
            </a:pPr>
            <a:r>
              <a:rPr lang="en-US" sz="4000" b="1" dirty="0">
                <a:solidFill>
                  <a:srgbClr val="F58AD2"/>
                </a:solidFill>
                <a:latin typeface="Poppins" pitchFamily="34" charset="0"/>
                <a:ea typeface="Poppins" pitchFamily="34" charset="-122"/>
                <a:cs typeface="Poppins" pitchFamily="34" charset="-120"/>
              </a:rPr>
              <a:t>Abo</a:t>
            </a:r>
            <a:endParaRPr lang="en-US" sz="4000" dirty="0"/>
          </a:p>
        </p:txBody>
      </p:sp>
      <p:sp>
        <p:nvSpPr>
          <p:cNvPr id="10" name="Shape 7"/>
          <p:cNvSpPr/>
          <p:nvPr/>
        </p:nvSpPr>
        <p:spPr>
          <a:xfrm>
            <a:off x="7589520" y="3566160"/>
            <a:ext cx="2926080" cy="640080"/>
          </a:xfrm>
          <a:prstGeom prst="roundRect">
            <a:avLst>
              <a:gd name="adj" fmla="val 11429"/>
            </a:avLst>
          </a:prstGeom>
          <a:solidFill>
            <a:srgbClr val="F58AD2"/>
          </a:solidFill>
          <a:ln w="12700">
            <a:solidFill>
              <a:srgbClr val="F58AD2"/>
            </a:solidFill>
            <a:prstDash val="solid"/>
          </a:ln>
        </p:spPr>
      </p:sp>
      <p:sp>
        <p:nvSpPr>
          <p:cNvPr id="11" name="Text 8"/>
          <p:cNvSpPr txBox="1"/>
          <p:nvPr/>
        </p:nvSpPr>
        <p:spPr>
          <a:xfrm>
            <a:off x="7589520" y="3566160"/>
            <a:ext cx="2926080" cy="640080"/>
          </a:xfrm>
          <a:prstGeom prst="rect">
            <a:avLst/>
          </a:prstGeom>
          <a:noFill/>
          <a:ln/>
        </p:spPr>
        <p:txBody>
          <a:bodyPr wrap="square" lIns="0" tIns="0" rIns="0" bIns="0" rtlCol="0" anchor="ctr"/>
          <a:lstStyle/>
          <a:p>
            <a:pPr algn="ctr" indent="0" marL="0">
              <a:buNone/>
            </a:pPr>
            <a:r>
              <a:rPr lang="en-US" sz="2000" b="1" dirty="0">
                <a:solidFill>
                  <a:srgbClr val="2B1027"/>
                </a:solidFill>
                <a:latin typeface="Poppins" pitchFamily="34" charset="0"/>
                <a:ea typeface="Poppins" pitchFamily="34" charset="-122"/>
                <a:cs typeface="Poppins" pitchFamily="34" charset="-120"/>
              </a:rPr>
              <a:t>kostenlos</a:t>
            </a:r>
            <a:endParaRPr lang="en-US" sz="2000" dirty="0"/>
          </a:p>
        </p:txBody>
      </p:sp>
      <p:sp>
        <p:nvSpPr>
          <p:cNvPr id="12" name="Shape 9"/>
          <p:cNvSpPr/>
          <p:nvPr/>
        </p:nvSpPr>
        <p:spPr>
          <a:xfrm>
            <a:off x="10789920" y="3520440"/>
            <a:ext cx="640080" cy="594360"/>
          </a:xfrm>
          <a:prstGeom prst="heart">
            <a:avLst/>
          </a:prstGeom>
          <a:solidFill>
            <a:srgbClr val="FF7A45"/>
          </a:solidFill>
          <a:ln w="25400">
            <a:solidFill>
              <a:srgbClr val="3D1636"/>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Das Tool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Das ultimative kostenlose </a:t>
            </a:r>
            <a:pPr indent="0" marL="0">
              <a:lnSpc>
                <a:spcPct val="105000"/>
              </a:lnSpc>
              <a:buNone/>
            </a:pPr>
            <a:r>
              <a:rPr lang="en-US" sz="4000" dirty="0">
                <a:solidFill>
                  <a:srgbClr val="7A1F6B"/>
                </a:solidFill>
                <a:highlight>
                  <a:srgbClr val="F58AD2"/>
                </a:highlight>
                <a:latin typeface="Poppins" pitchFamily="34" charset="0"/>
                <a:ea typeface="Poppins" pitchFamily="34" charset="-122"/>
                <a:cs typeface="Poppins" pitchFamily="34" charset="-120"/>
              </a:rPr>
              <a:t>Vokabeltool</a:t>
            </a:r>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 für den Unterricht.</a:t>
            </a:r>
            <a:endParaRPr lang="en-US" sz="4000" dirty="0"/>
          </a:p>
        </p:txBody>
      </p:sp>
      <p:sp>
        <p:nvSpPr>
          <p:cNvPr id="5" name="Shape 2"/>
          <p:cNvSpPr/>
          <p:nvPr/>
        </p:nvSpPr>
        <p:spPr>
          <a:xfrm>
            <a:off x="6675120" y="1188720"/>
            <a:ext cx="2834640" cy="2103120"/>
          </a:xfrm>
          <a:prstGeom prst="roundRect">
            <a:avLst>
              <a:gd name="adj" fmla="val 6522"/>
            </a:avLst>
          </a:prstGeom>
          <a:solidFill>
            <a:srgbClr val="FBF1F8"/>
          </a:solidFill>
          <a:ln w="15875">
            <a:solidFill>
              <a:srgbClr val="D3A0C6"/>
            </a:solidFill>
            <a:prstDash val="solid"/>
          </a:ln>
        </p:spPr>
      </p:sp>
      <p:sp>
        <p:nvSpPr>
          <p:cNvPr id="6" name="Text 3"/>
          <p:cNvSpPr txBox="1"/>
          <p:nvPr/>
        </p:nvSpPr>
        <p:spPr>
          <a:xfrm>
            <a:off x="6675120" y="1188720"/>
            <a:ext cx="2834640" cy="2103120"/>
          </a:xfrm>
          <a:prstGeom prst="rect">
            <a:avLst/>
          </a:prstGeom>
          <a:noFill/>
          <a:ln/>
        </p:spPr>
        <p:txBody>
          <a:bodyPr wrap="square" lIns="0" tIns="0" rIns="0" bIns="0" rtlCol="0" anchor="ctr"/>
          <a:lstStyle/>
          <a:p>
            <a:pPr algn="ctr" indent="0" marL="0">
              <a:buNone/>
            </a:pPr>
            <a:r>
              <a:rPr lang="en-US" sz="3600" b="1" dirty="0">
                <a:solidFill>
                  <a:srgbClr val="2B1027"/>
                </a:solidFill>
                <a:latin typeface="Poppins" pitchFamily="34" charset="0"/>
                <a:ea typeface="Poppins" pitchFamily="34" charset="-122"/>
                <a:cs typeface="Poppins" pitchFamily="34" charset="-120"/>
              </a:rPr>
              <a:t>Haus</a:t>
            </a:r>
            <a:endParaRPr lang="en-US" sz="3600" dirty="0"/>
          </a:p>
        </p:txBody>
      </p:sp>
      <p:sp>
        <p:nvSpPr>
          <p:cNvPr id="7" name="Shape 4"/>
          <p:cNvSpPr/>
          <p:nvPr/>
        </p:nvSpPr>
        <p:spPr>
          <a:xfrm>
            <a:off x="8778240" y="2651760"/>
            <a:ext cx="2743200" cy="2103120"/>
          </a:xfrm>
          <a:prstGeom prst="roundRect">
            <a:avLst>
              <a:gd name="adj" fmla="val 6522"/>
            </a:avLst>
          </a:prstGeom>
          <a:solidFill>
            <a:srgbClr val="F58AD2"/>
          </a:solidFill>
          <a:ln w="25400">
            <a:solidFill>
              <a:srgbClr val="3D1636"/>
            </a:solidFill>
            <a:prstDash val="solid"/>
          </a:ln>
        </p:spPr>
      </p:sp>
      <p:sp>
        <p:nvSpPr>
          <p:cNvPr id="8" name="Text 5"/>
          <p:cNvSpPr txBox="1"/>
          <p:nvPr/>
        </p:nvSpPr>
        <p:spPr>
          <a:xfrm>
            <a:off x="8778240" y="2651760"/>
            <a:ext cx="2743200" cy="2103120"/>
          </a:xfrm>
          <a:prstGeom prst="rect">
            <a:avLst/>
          </a:prstGeom>
          <a:noFill/>
          <a:ln/>
        </p:spPr>
        <p:txBody>
          <a:bodyPr wrap="square" lIns="0" tIns="0" rIns="0" bIns="0" rtlCol="0" anchor="ctr"/>
          <a:lstStyle/>
          <a:p>
            <a:pPr algn="ctr" indent="0" marL="0">
              <a:buNone/>
            </a:pPr>
            <a:r>
              <a:rPr lang="en-US" sz="3600" b="1" dirty="0">
                <a:solidFill>
                  <a:srgbClr val="2B1027"/>
                </a:solidFill>
                <a:latin typeface="Poppins" pitchFamily="34" charset="0"/>
                <a:ea typeface="Poppins" pitchFamily="34" charset="-122"/>
                <a:cs typeface="Poppins" pitchFamily="34" charset="-120"/>
              </a:rPr>
              <a:t>house</a:t>
            </a:r>
            <a:endParaRPr lang="en-US" sz="3600" dirty="0"/>
          </a:p>
        </p:txBody>
      </p:sp>
      <p:sp>
        <p:nvSpPr>
          <p:cNvPr id="9" name="Shape 6"/>
          <p:cNvSpPr/>
          <p:nvPr/>
        </p:nvSpPr>
        <p:spPr>
          <a:xfrm>
            <a:off x="9601200" y="1828800"/>
            <a:ext cx="640080" cy="457200"/>
          </a:xfrm>
          <a:prstGeom prst="rightArrow">
            <a:avLst/>
          </a:prstGeom>
          <a:solidFill>
            <a:srgbClr val="7A1F6B"/>
          </a:solidFill>
          <a:ln w="12700">
            <a:solidFill>
              <a:srgbClr val="7A1F6B"/>
            </a:solidFill>
            <a:prstDash val="solid"/>
          </a:ln>
        </p:spPr>
      </p:sp>
      <p:sp>
        <p:nvSpPr>
          <p:cNvPr id="10" name="Shape 7"/>
          <p:cNvSpPr/>
          <p:nvPr/>
        </p:nvSpPr>
        <p:spPr>
          <a:xfrm>
            <a:off x="6675120" y="5029200"/>
            <a:ext cx="4846320" cy="640080"/>
          </a:xfrm>
          <a:prstGeom prst="roundRect">
            <a:avLst>
              <a:gd name="adj" fmla="val 11429"/>
            </a:avLst>
          </a:prstGeom>
          <a:solidFill>
            <a:srgbClr val="3D1636"/>
          </a:solidFill>
          <a:ln w="12700">
            <a:solidFill>
              <a:srgbClr val="3D1636"/>
            </a:solidFill>
            <a:prstDash val="solid"/>
          </a:ln>
        </p:spPr>
      </p:sp>
      <p:sp>
        <p:nvSpPr>
          <p:cNvPr id="11" name="Text 8"/>
          <p:cNvSpPr txBox="1"/>
          <p:nvPr/>
        </p:nvSpPr>
        <p:spPr>
          <a:xfrm>
            <a:off x="6675120" y="5029200"/>
            <a:ext cx="4846320" cy="640080"/>
          </a:xfrm>
          <a:prstGeom prst="rect">
            <a:avLst/>
          </a:prstGeom>
          <a:noFill/>
          <a:ln/>
        </p:spPr>
        <p:txBody>
          <a:bodyPr wrap="square" lIns="0" tIns="0" rIns="0" bIns="0" rtlCol="0" anchor="ctr"/>
          <a:lstStyle/>
          <a:p>
            <a:pPr algn="ctr" indent="0" marL="0">
              <a:buNone/>
            </a:pPr>
            <a:r>
              <a:rPr lang="en-US" sz="1800" b="1" dirty="0">
                <a:solidFill>
                  <a:srgbClr val="F58AD2"/>
                </a:solidFill>
                <a:latin typeface="Poppins" pitchFamily="34" charset="0"/>
                <a:ea typeface="Poppins" pitchFamily="34" charset="-122"/>
                <a:cs typeface="Poppins" pitchFamily="34" charset="-120"/>
              </a:rPr>
              <a:t>Vokabeln lernen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Zwei Möglichkeiten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7A1F6B"/>
                </a:solidFill>
                <a:highlight>
                  <a:srgbClr val="F58AD2"/>
                </a:highlight>
                <a:latin typeface="Poppins" pitchFamily="34" charset="0"/>
                <a:ea typeface="Poppins" pitchFamily="34" charset="-122"/>
                <a:cs typeface="Poppins" pitchFamily="34" charset="-120"/>
              </a:rPr>
              <a:t>Sets anbieten</a:t>
            </a:r>
            <a:pPr indent="0" marL="0">
              <a:lnSpc>
                <a:spcPct val="105000"/>
              </a:lnSpc>
              <a:buNone/>
            </a:pPr>
            <a:r>
              <a:rPr lang="en-US" sz="3600" dirty="0">
                <a:solidFill>
                  <a:srgbClr val="2B1027"/>
                </a:solidFill>
                <a:latin typeface="Poppins" pitchFamily="34" charset="0"/>
                <a:ea typeface="Poppins" pitchFamily="34" charset="-122"/>
                <a:cs typeface="Poppins" pitchFamily="34" charset="-120"/>
              </a:rPr>
              <a:t> oder </a:t>
            </a:r>
            <a:pPr indent="0" marL="0">
              <a:lnSpc>
                <a:spcPct val="105000"/>
              </a:lnSpc>
              <a:buNone/>
            </a:pPr>
            <a:r>
              <a:rPr lang="en-US" sz="3600" dirty="0">
                <a:solidFill>
                  <a:srgbClr val="7A1F6B"/>
                </a:solidFill>
                <a:highlight>
                  <a:srgbClr val="F58AD2"/>
                </a:highlight>
                <a:latin typeface="Poppins" pitchFamily="34" charset="0"/>
                <a:ea typeface="Poppins" pitchFamily="34" charset="-122"/>
                <a:cs typeface="Poppins" pitchFamily="34" charset="-120"/>
              </a:rPr>
              <a:t>Eintragen als Hausaufgabe.</a:t>
            </a:r>
            <a:endParaRPr lang="en-US" sz="36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Die Bestätigung kommt direkt per E-Mail.</a:t>
            </a:r>
            <a:endParaRPr lang="en-US" sz="1800" dirty="0"/>
          </a:p>
        </p:txBody>
      </p:sp>
      <p:sp>
        <p:nvSpPr>
          <p:cNvPr id="6" name="Shape 3"/>
          <p:cNvSpPr/>
          <p:nvPr/>
        </p:nvSpPr>
        <p:spPr>
          <a:xfrm>
            <a:off x="6583680" y="914400"/>
            <a:ext cx="4937760" cy="2468880"/>
          </a:xfrm>
          <a:prstGeom prst="roundRect">
            <a:avLst>
              <a:gd name="adj" fmla="val 5556"/>
            </a:avLst>
          </a:prstGeom>
          <a:solidFill>
            <a:srgbClr val="FBF1F8"/>
          </a:solidFill>
          <a:ln w="15875">
            <a:solidFill>
              <a:srgbClr val="D3A0C6"/>
            </a:solidFill>
            <a:prstDash val="solid"/>
          </a:ln>
        </p:spPr>
      </p:sp>
      <p:sp>
        <p:nvSpPr>
          <p:cNvPr id="7" name="Text 4"/>
          <p:cNvSpPr txBox="1"/>
          <p:nvPr/>
        </p:nvSpPr>
        <p:spPr>
          <a:xfrm>
            <a:off x="6812280" y="1005840"/>
            <a:ext cx="4480560" cy="457200"/>
          </a:xfrm>
          <a:prstGeom prst="rect">
            <a:avLst/>
          </a:prstGeom>
          <a:noFill/>
          <a:ln/>
        </p:spPr>
        <p:txBody>
          <a:bodyPr wrap="square" lIns="0" tIns="0" rIns="0" bIns="0" rtlCol="0" anchor="t"/>
          <a:lstStyle/>
          <a:p>
            <a:pPr indent="0" marL="0">
              <a:buNone/>
            </a:pPr>
            <a:r>
              <a:rPr lang="en-US" sz="1600" b="1" dirty="0">
                <a:solidFill>
                  <a:srgbClr val="2B1027"/>
                </a:solidFill>
                <a:latin typeface="Poppins" pitchFamily="34" charset="0"/>
                <a:ea typeface="Poppins" pitchFamily="34" charset="-122"/>
                <a:cs typeface="Poppins" pitchFamily="34" charset="-120"/>
              </a:rPr>
              <a:t>Vokabelsets anbieten</a:t>
            </a:r>
            <a:endParaRPr lang="en-US" sz="1600" dirty="0"/>
          </a:p>
        </p:txBody>
      </p:sp>
      <p:sp>
        <p:nvSpPr>
          <p:cNvPr id="8" name="Shape 5"/>
          <p:cNvSpPr/>
          <p:nvPr/>
        </p:nvSpPr>
        <p:spPr>
          <a:xfrm>
            <a:off x="7086600" y="1691640"/>
            <a:ext cx="365760" cy="365760"/>
          </a:xfrm>
          <a:prstGeom prst="ellipse">
            <a:avLst/>
          </a:prstGeom>
          <a:solidFill>
            <a:srgbClr val="7A1F6B"/>
          </a:solidFill>
          <a:ln w="12700">
            <a:solidFill>
              <a:srgbClr val="7A1F6B"/>
            </a:solidFill>
            <a:prstDash val="solid"/>
          </a:ln>
        </p:spPr>
      </p:sp>
      <p:sp>
        <p:nvSpPr>
          <p:cNvPr id="9" name="Shape 6"/>
          <p:cNvSpPr/>
          <p:nvPr/>
        </p:nvSpPr>
        <p:spPr>
          <a:xfrm>
            <a:off x="6903720" y="2115922"/>
            <a:ext cx="731520" cy="453542"/>
          </a:xfrm>
          <a:prstGeom prst="roundRect">
            <a:avLst>
              <a:gd name="adj" fmla="val 45161"/>
            </a:avLst>
          </a:prstGeom>
          <a:solidFill>
            <a:srgbClr val="7A1F6B"/>
          </a:solidFill>
          <a:ln w="12700">
            <a:solidFill>
              <a:srgbClr val="7A1F6B"/>
            </a:solidFill>
            <a:prstDash val="solid"/>
          </a:ln>
        </p:spPr>
      </p:sp>
      <p:sp>
        <p:nvSpPr>
          <p:cNvPr id="10" name="Shape 7"/>
          <p:cNvSpPr/>
          <p:nvPr/>
        </p:nvSpPr>
        <p:spPr>
          <a:xfrm>
            <a:off x="7909560" y="2011680"/>
            <a:ext cx="457200" cy="365760"/>
          </a:xfrm>
          <a:prstGeom prst="rightArrow">
            <a:avLst/>
          </a:prstGeom>
          <a:solidFill>
            <a:srgbClr val="7A1F6B"/>
          </a:solidFill>
          <a:ln w="12700">
            <a:solidFill>
              <a:srgbClr val="7A1F6B"/>
            </a:solidFill>
            <a:prstDash val="solid"/>
          </a:ln>
        </p:spPr>
      </p:sp>
      <p:sp>
        <p:nvSpPr>
          <p:cNvPr id="11" name="Shape 8"/>
          <p:cNvSpPr/>
          <p:nvPr/>
        </p:nvSpPr>
        <p:spPr>
          <a:xfrm>
            <a:off x="8503920" y="1691640"/>
            <a:ext cx="1005840" cy="731520"/>
          </a:xfrm>
          <a:prstGeom prst="roundRect">
            <a:avLst>
              <a:gd name="adj" fmla="val 12500"/>
            </a:avLst>
          </a:prstGeom>
          <a:solidFill>
            <a:srgbClr val="F3DDEC"/>
          </a:solidFill>
          <a:ln w="19050">
            <a:solidFill>
              <a:srgbClr val="3D1636"/>
            </a:solidFill>
            <a:prstDash val="solid"/>
          </a:ln>
        </p:spPr>
      </p:sp>
      <p:sp>
        <p:nvSpPr>
          <p:cNvPr id="12" name="Shape 9"/>
          <p:cNvSpPr/>
          <p:nvPr/>
        </p:nvSpPr>
        <p:spPr>
          <a:xfrm>
            <a:off x="8641080" y="1828800"/>
            <a:ext cx="1005840" cy="731520"/>
          </a:xfrm>
          <a:prstGeom prst="roundRect">
            <a:avLst>
              <a:gd name="adj" fmla="val 12500"/>
            </a:avLst>
          </a:prstGeom>
          <a:solidFill>
            <a:srgbClr val="F58AD2"/>
          </a:solidFill>
          <a:ln w="19050">
            <a:solidFill>
              <a:srgbClr val="3D1636"/>
            </a:solidFill>
            <a:prstDash val="solid"/>
          </a:ln>
        </p:spPr>
      </p:sp>
      <p:sp>
        <p:nvSpPr>
          <p:cNvPr id="13" name="Shape 10"/>
          <p:cNvSpPr/>
          <p:nvPr/>
        </p:nvSpPr>
        <p:spPr>
          <a:xfrm>
            <a:off x="9784080" y="2011680"/>
            <a:ext cx="457200" cy="365760"/>
          </a:xfrm>
          <a:prstGeom prst="rightArrow">
            <a:avLst/>
          </a:prstGeom>
          <a:solidFill>
            <a:srgbClr val="7A1F6B"/>
          </a:solidFill>
          <a:ln w="12700">
            <a:solidFill>
              <a:srgbClr val="7A1F6B"/>
            </a:solidFill>
            <a:prstDash val="solid"/>
          </a:ln>
        </p:spPr>
      </p:sp>
      <p:sp>
        <p:nvSpPr>
          <p:cNvPr id="14" name="Shape 11"/>
          <p:cNvSpPr/>
          <p:nvPr/>
        </p:nvSpPr>
        <p:spPr>
          <a:xfrm>
            <a:off x="10241280" y="1691640"/>
            <a:ext cx="182880" cy="182880"/>
          </a:xfrm>
          <a:prstGeom prst="ellipse">
            <a:avLst/>
          </a:prstGeom>
          <a:solidFill>
            <a:srgbClr val="3D1636"/>
          </a:solidFill>
          <a:ln w="12700">
            <a:solidFill>
              <a:srgbClr val="3D1636"/>
            </a:solidFill>
            <a:prstDash val="solid"/>
          </a:ln>
        </p:spPr>
      </p:sp>
      <p:sp>
        <p:nvSpPr>
          <p:cNvPr id="15" name="Shape 12"/>
          <p:cNvSpPr/>
          <p:nvPr/>
        </p:nvSpPr>
        <p:spPr>
          <a:xfrm>
            <a:off x="10149840" y="1903781"/>
            <a:ext cx="365760" cy="226771"/>
          </a:xfrm>
          <a:prstGeom prst="roundRect">
            <a:avLst>
              <a:gd name="adj" fmla="val 45161"/>
            </a:avLst>
          </a:prstGeom>
          <a:solidFill>
            <a:srgbClr val="3D1636"/>
          </a:solidFill>
          <a:ln w="12700">
            <a:solidFill>
              <a:srgbClr val="3D1636"/>
            </a:solidFill>
            <a:prstDash val="solid"/>
          </a:ln>
        </p:spPr>
      </p:sp>
      <p:sp>
        <p:nvSpPr>
          <p:cNvPr id="16" name="Shape 13"/>
          <p:cNvSpPr/>
          <p:nvPr/>
        </p:nvSpPr>
        <p:spPr>
          <a:xfrm>
            <a:off x="10607040" y="1691640"/>
            <a:ext cx="182880" cy="182880"/>
          </a:xfrm>
          <a:prstGeom prst="ellipse">
            <a:avLst/>
          </a:prstGeom>
          <a:solidFill>
            <a:srgbClr val="3D1636"/>
          </a:solidFill>
          <a:ln w="12700">
            <a:solidFill>
              <a:srgbClr val="3D1636"/>
            </a:solidFill>
            <a:prstDash val="solid"/>
          </a:ln>
        </p:spPr>
      </p:sp>
      <p:sp>
        <p:nvSpPr>
          <p:cNvPr id="17" name="Shape 14"/>
          <p:cNvSpPr/>
          <p:nvPr/>
        </p:nvSpPr>
        <p:spPr>
          <a:xfrm>
            <a:off x="10515600" y="1903781"/>
            <a:ext cx="365760" cy="226771"/>
          </a:xfrm>
          <a:prstGeom prst="roundRect">
            <a:avLst>
              <a:gd name="adj" fmla="val 45161"/>
            </a:avLst>
          </a:prstGeom>
          <a:solidFill>
            <a:srgbClr val="3D1636"/>
          </a:solidFill>
          <a:ln w="12700">
            <a:solidFill>
              <a:srgbClr val="3D1636"/>
            </a:solidFill>
            <a:prstDash val="solid"/>
          </a:ln>
        </p:spPr>
      </p:sp>
      <p:sp>
        <p:nvSpPr>
          <p:cNvPr id="18" name="Shape 15"/>
          <p:cNvSpPr/>
          <p:nvPr/>
        </p:nvSpPr>
        <p:spPr>
          <a:xfrm>
            <a:off x="10972800" y="1691640"/>
            <a:ext cx="182880" cy="182880"/>
          </a:xfrm>
          <a:prstGeom prst="ellipse">
            <a:avLst/>
          </a:prstGeom>
          <a:solidFill>
            <a:srgbClr val="3D1636"/>
          </a:solidFill>
          <a:ln w="12700">
            <a:solidFill>
              <a:srgbClr val="3D1636"/>
            </a:solidFill>
            <a:prstDash val="solid"/>
          </a:ln>
        </p:spPr>
      </p:sp>
      <p:sp>
        <p:nvSpPr>
          <p:cNvPr id="19" name="Shape 16"/>
          <p:cNvSpPr/>
          <p:nvPr/>
        </p:nvSpPr>
        <p:spPr>
          <a:xfrm>
            <a:off x="10881360" y="1903781"/>
            <a:ext cx="365760" cy="226771"/>
          </a:xfrm>
          <a:prstGeom prst="roundRect">
            <a:avLst>
              <a:gd name="adj" fmla="val 45161"/>
            </a:avLst>
          </a:prstGeom>
          <a:solidFill>
            <a:srgbClr val="3D1636"/>
          </a:solidFill>
          <a:ln w="12700">
            <a:solidFill>
              <a:srgbClr val="3D1636"/>
            </a:solidFill>
            <a:prstDash val="solid"/>
          </a:ln>
        </p:spPr>
      </p:sp>
      <p:sp>
        <p:nvSpPr>
          <p:cNvPr id="20" name="Text 17"/>
          <p:cNvSpPr txBox="1"/>
          <p:nvPr/>
        </p:nvSpPr>
        <p:spPr>
          <a:xfrm>
            <a:off x="6812280" y="2880360"/>
            <a:ext cx="4480560" cy="365760"/>
          </a:xfrm>
          <a:prstGeom prst="rect">
            <a:avLst/>
          </a:prstGeom>
          <a:noFill/>
          <a:ln/>
        </p:spPr>
        <p:txBody>
          <a:bodyPr wrap="square" lIns="0" tIns="0" rIns="0" bIns="0" rtlCol="0" anchor="t"/>
          <a:lstStyle/>
          <a:p>
            <a:pPr indent="0" marL="0">
              <a:buNone/>
            </a:pPr>
            <a:r>
              <a:rPr lang="en-US" sz="1300" dirty="0">
                <a:solidFill>
                  <a:srgbClr val="6B4A64"/>
                </a:solidFill>
                <a:latin typeface="Poppins" pitchFamily="34" charset="0"/>
                <a:ea typeface="Poppins" pitchFamily="34" charset="-122"/>
                <a:cs typeface="Poppins" pitchFamily="34" charset="-120"/>
              </a:rPr>
              <a:t>Schüler:innen</a:t>
            </a:r>
            <a:endParaRPr lang="en-US" sz="1300" dirty="0"/>
          </a:p>
        </p:txBody>
      </p:sp>
      <p:sp>
        <p:nvSpPr>
          <p:cNvPr id="21" name="Shape 18"/>
          <p:cNvSpPr/>
          <p:nvPr/>
        </p:nvSpPr>
        <p:spPr>
          <a:xfrm>
            <a:off x="6583680" y="3657600"/>
            <a:ext cx="4937760" cy="2468880"/>
          </a:xfrm>
          <a:prstGeom prst="roundRect">
            <a:avLst>
              <a:gd name="adj" fmla="val 5556"/>
            </a:avLst>
          </a:prstGeom>
          <a:solidFill>
            <a:srgbClr val="FBF1F8"/>
          </a:solidFill>
          <a:ln w="15875">
            <a:solidFill>
              <a:srgbClr val="D3A0C6"/>
            </a:solidFill>
            <a:prstDash val="solid"/>
          </a:ln>
        </p:spPr>
      </p:sp>
      <p:sp>
        <p:nvSpPr>
          <p:cNvPr id="22" name="Text 19"/>
          <p:cNvSpPr txBox="1"/>
          <p:nvPr/>
        </p:nvSpPr>
        <p:spPr>
          <a:xfrm>
            <a:off x="6812280" y="3749040"/>
            <a:ext cx="4480560" cy="457200"/>
          </a:xfrm>
          <a:prstGeom prst="rect">
            <a:avLst/>
          </a:prstGeom>
          <a:noFill/>
          <a:ln/>
        </p:spPr>
        <p:txBody>
          <a:bodyPr wrap="square" lIns="0" tIns="0" rIns="0" bIns="0" rtlCol="0" anchor="t"/>
          <a:lstStyle/>
          <a:p>
            <a:pPr indent="0" marL="0">
              <a:buNone/>
            </a:pPr>
            <a:r>
              <a:rPr lang="en-US" sz="1600" b="1" dirty="0">
                <a:solidFill>
                  <a:srgbClr val="2B1027"/>
                </a:solidFill>
                <a:latin typeface="Poppins" pitchFamily="34" charset="0"/>
                <a:ea typeface="Poppins" pitchFamily="34" charset="-122"/>
                <a:cs typeface="Poppins" pitchFamily="34" charset="-120"/>
              </a:rPr>
              <a:t>Eintragen als Hausaufgabe</a:t>
            </a:r>
            <a:endParaRPr lang="en-US" sz="1600" dirty="0"/>
          </a:p>
        </p:txBody>
      </p:sp>
      <p:sp>
        <p:nvSpPr>
          <p:cNvPr id="23" name="Shape 20"/>
          <p:cNvSpPr/>
          <p:nvPr/>
        </p:nvSpPr>
        <p:spPr>
          <a:xfrm>
            <a:off x="7086600" y="4434840"/>
            <a:ext cx="365760" cy="365760"/>
          </a:xfrm>
          <a:prstGeom prst="ellipse">
            <a:avLst/>
          </a:prstGeom>
          <a:solidFill>
            <a:srgbClr val="3D1636"/>
          </a:solidFill>
          <a:ln w="12700">
            <a:solidFill>
              <a:srgbClr val="3D1636"/>
            </a:solidFill>
            <a:prstDash val="solid"/>
          </a:ln>
        </p:spPr>
      </p:sp>
      <p:sp>
        <p:nvSpPr>
          <p:cNvPr id="24" name="Shape 21"/>
          <p:cNvSpPr/>
          <p:nvPr/>
        </p:nvSpPr>
        <p:spPr>
          <a:xfrm>
            <a:off x="6903720" y="4859122"/>
            <a:ext cx="731520" cy="453542"/>
          </a:xfrm>
          <a:prstGeom prst="roundRect">
            <a:avLst>
              <a:gd name="adj" fmla="val 45161"/>
            </a:avLst>
          </a:prstGeom>
          <a:solidFill>
            <a:srgbClr val="3D1636"/>
          </a:solidFill>
          <a:ln w="12700">
            <a:solidFill>
              <a:srgbClr val="3D1636"/>
            </a:solidFill>
            <a:prstDash val="solid"/>
          </a:ln>
        </p:spPr>
      </p:sp>
      <p:sp>
        <p:nvSpPr>
          <p:cNvPr id="25" name="Shape 22"/>
          <p:cNvSpPr/>
          <p:nvPr/>
        </p:nvSpPr>
        <p:spPr>
          <a:xfrm>
            <a:off x="7909560" y="4754880"/>
            <a:ext cx="457200" cy="365760"/>
          </a:xfrm>
          <a:prstGeom prst="rightArrow">
            <a:avLst/>
          </a:prstGeom>
          <a:solidFill>
            <a:srgbClr val="7A1F6B"/>
          </a:solidFill>
          <a:ln w="12700">
            <a:solidFill>
              <a:srgbClr val="7A1F6B"/>
            </a:solidFill>
            <a:prstDash val="solid"/>
          </a:ln>
        </p:spPr>
      </p:sp>
      <p:sp>
        <p:nvSpPr>
          <p:cNvPr id="26" name="Shape 23"/>
          <p:cNvSpPr/>
          <p:nvPr/>
        </p:nvSpPr>
        <p:spPr>
          <a:xfrm>
            <a:off x="8503920" y="4434840"/>
            <a:ext cx="1188720" cy="777240"/>
          </a:xfrm>
          <a:prstGeom prst="roundRect">
            <a:avLst>
              <a:gd name="adj" fmla="val 11765"/>
            </a:avLst>
          </a:prstGeom>
          <a:solidFill>
            <a:srgbClr val="F3DDEC"/>
          </a:solidFill>
          <a:ln w="19050">
            <a:solidFill>
              <a:srgbClr val="3D1636"/>
            </a:solidFill>
            <a:prstDash val="solid"/>
          </a:ln>
        </p:spPr>
      </p:sp>
      <p:sp>
        <p:nvSpPr>
          <p:cNvPr id="27" name="Shape 24"/>
          <p:cNvSpPr/>
          <p:nvPr/>
        </p:nvSpPr>
        <p:spPr>
          <a:xfrm>
            <a:off x="9784080" y="4754880"/>
            <a:ext cx="457200" cy="365760"/>
          </a:xfrm>
          <a:prstGeom prst="rightArrow">
            <a:avLst/>
          </a:prstGeom>
          <a:solidFill>
            <a:srgbClr val="7A1F6B"/>
          </a:solidFill>
          <a:ln w="12700">
            <a:solidFill>
              <a:srgbClr val="7A1F6B"/>
            </a:solidFill>
            <a:prstDash val="solid"/>
          </a:ln>
        </p:spPr>
      </p:sp>
      <p:sp>
        <p:nvSpPr>
          <p:cNvPr id="28" name="Shape 25"/>
          <p:cNvSpPr/>
          <p:nvPr/>
        </p:nvSpPr>
        <p:spPr>
          <a:xfrm>
            <a:off x="10378440" y="4526280"/>
            <a:ext cx="914400" cy="640080"/>
          </a:xfrm>
          <a:prstGeom prst="rect">
            <a:avLst/>
          </a:prstGeom>
          <a:solidFill>
            <a:srgbClr val="F58AD2"/>
          </a:solidFill>
          <a:ln w="31750">
            <a:solidFill>
              <a:srgbClr val="3D1636"/>
            </a:solidFill>
            <a:prstDash val="solid"/>
          </a:ln>
        </p:spPr>
      </p:sp>
      <p:sp>
        <p:nvSpPr>
          <p:cNvPr id="29" name="Shape 26"/>
          <p:cNvSpPr/>
          <p:nvPr/>
        </p:nvSpPr>
        <p:spPr>
          <a:xfrm rot="10800000">
            <a:off x="10396728" y="4553712"/>
            <a:ext cx="877824" cy="352044"/>
          </a:xfrm>
          <a:prstGeom prst="triangle">
            <a:avLst/>
          </a:prstGeom>
          <a:solidFill>
            <a:srgbClr val="F58AD2"/>
          </a:solidFill>
          <a:ln w="31750">
            <a:solidFill>
              <a:srgbClr val="3D1636"/>
            </a:solidFill>
            <a:prstDash val="solid"/>
          </a:ln>
        </p:spPr>
      </p:sp>
      <p:sp>
        <p:nvSpPr>
          <p:cNvPr id="30" name="Text 27"/>
          <p:cNvSpPr txBox="1"/>
          <p:nvPr/>
        </p:nvSpPr>
        <p:spPr>
          <a:xfrm>
            <a:off x="6812280" y="5577840"/>
            <a:ext cx="4480560" cy="365760"/>
          </a:xfrm>
          <a:prstGeom prst="rect">
            <a:avLst/>
          </a:prstGeom>
          <a:noFill/>
          <a:ln/>
        </p:spPr>
        <p:txBody>
          <a:bodyPr wrap="square" lIns="0" tIns="0" rIns="0" bIns="0" rtlCol="0" anchor="t"/>
          <a:lstStyle/>
          <a:p>
            <a:pPr indent="0" marL="0">
              <a:buNone/>
            </a:pPr>
            <a:r>
              <a:rPr lang="en-US" sz="1300" dirty="0">
                <a:solidFill>
                  <a:srgbClr val="6B4A64"/>
                </a:solidFill>
                <a:latin typeface="Poppins" pitchFamily="34" charset="0"/>
                <a:ea typeface="Poppins" pitchFamily="34" charset="-122"/>
                <a:cs typeface="Poppins" pitchFamily="34" charset="-120"/>
              </a:rPr>
              <a:t>Bestätigung per E-Mail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Lernfortschritt</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Der Fortschritt kommt </a:t>
            </a:r>
            <a:pPr indent="0" marL="0">
              <a:lnSpc>
                <a:spcPct val="105000"/>
              </a:lnSpc>
              <a:buNone/>
            </a:pPr>
            <a:r>
              <a:rPr lang="en-US" sz="4000" dirty="0">
                <a:solidFill>
                  <a:srgbClr val="7A1F6B"/>
                </a:solidFill>
                <a:highlight>
                  <a:srgbClr val="F58AD2"/>
                </a:highlight>
                <a:latin typeface="Poppins" pitchFamily="34" charset="0"/>
                <a:ea typeface="Poppins" pitchFamily="34" charset="-122"/>
                <a:cs typeface="Poppins" pitchFamily="34" charset="-120"/>
              </a:rPr>
              <a:t>per E-Mail</a:t>
            </a:r>
            <a:pPr indent="0" marL="0">
              <a:lnSpc>
                <a:spcPct val="105000"/>
              </a:lnSpc>
              <a:buNone/>
            </a:pPr>
            <a:r>
              <a:rPr lang="en-US" sz="4000" dirty="0">
                <a:solidFill>
                  <a:srgbClr val="2B1027"/>
                </a:solidFill>
                <a:latin typeface="Poppins" pitchFamily="34" charset="0"/>
                <a:ea typeface="Poppins" pitchFamily="34" charset="-122"/>
                <a:cs typeface="Poppins" pitchFamily="34" charset="-120"/>
              </a:rPr>
              <a:t> zu euch.</a:t>
            </a:r>
            <a:endParaRPr lang="en-US" sz="40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Jederzeit, bequem und übersichtlich.</a:t>
            </a:r>
            <a:endParaRPr lang="en-US" sz="1800" dirty="0"/>
          </a:p>
        </p:txBody>
      </p:sp>
      <p:sp>
        <p:nvSpPr>
          <p:cNvPr id="6" name="Shape 3"/>
          <p:cNvSpPr/>
          <p:nvPr/>
        </p:nvSpPr>
        <p:spPr>
          <a:xfrm>
            <a:off x="6583680" y="914400"/>
            <a:ext cx="4937760" cy="2743200"/>
          </a:xfrm>
          <a:prstGeom prst="roundRect">
            <a:avLst>
              <a:gd name="adj" fmla="val 5000"/>
            </a:avLst>
          </a:prstGeom>
          <a:solidFill>
            <a:srgbClr val="FBF1F8"/>
          </a:solidFill>
          <a:ln w="15875">
            <a:solidFill>
              <a:srgbClr val="D3A0C6"/>
            </a:solidFill>
            <a:prstDash val="solid"/>
          </a:ln>
        </p:spPr>
      </p:sp>
      <p:sp>
        <p:nvSpPr>
          <p:cNvPr id="7" name="Text 4"/>
          <p:cNvSpPr txBox="1"/>
          <p:nvPr/>
        </p:nvSpPr>
        <p:spPr>
          <a:xfrm>
            <a:off x="6812280" y="1005840"/>
            <a:ext cx="4480560" cy="457200"/>
          </a:xfrm>
          <a:prstGeom prst="rect">
            <a:avLst/>
          </a:prstGeom>
          <a:noFill/>
          <a:ln/>
        </p:spPr>
        <p:txBody>
          <a:bodyPr wrap="square" lIns="0" tIns="0" rIns="0" bIns="0" rtlCol="0" anchor="t"/>
          <a:lstStyle/>
          <a:p>
            <a:pPr indent="0" marL="0">
              <a:buNone/>
            </a:pPr>
            <a:r>
              <a:rPr lang="en-US" sz="1500" b="1" dirty="0">
                <a:solidFill>
                  <a:srgbClr val="6B4A64"/>
                </a:solidFill>
                <a:latin typeface="Poppins" pitchFamily="34" charset="0"/>
                <a:ea typeface="Poppins" pitchFamily="34" charset="-122"/>
                <a:cs typeface="Poppins" pitchFamily="34" charset="-120"/>
              </a:rPr>
              <a:t>Fortschritt (Beispiel)</a:t>
            </a:r>
            <a:endParaRPr lang="en-US" sz="1500" dirty="0"/>
          </a:p>
        </p:txBody>
      </p:sp>
      <p:sp>
        <p:nvSpPr>
          <p:cNvPr id="8" name="Text 5"/>
          <p:cNvSpPr txBox="1"/>
          <p:nvPr/>
        </p:nvSpPr>
        <p:spPr>
          <a:xfrm>
            <a:off x="6812280" y="1645920"/>
            <a:ext cx="914400" cy="457200"/>
          </a:xfrm>
          <a:prstGeom prst="rect">
            <a:avLst/>
          </a:prstGeom>
          <a:noFill/>
          <a:ln/>
        </p:spPr>
        <p:txBody>
          <a:bodyPr wrap="square" lIns="0" tIns="0" rIns="0" bIns="0" rtlCol="0" anchor="t"/>
          <a:lstStyle/>
          <a:p>
            <a:pPr indent="0" marL="0">
              <a:buNone/>
            </a:pPr>
            <a:r>
              <a:rPr lang="en-US" sz="1400" b="1" dirty="0">
                <a:solidFill>
                  <a:srgbClr val="2B1027"/>
                </a:solidFill>
                <a:latin typeface="Poppins" pitchFamily="34" charset="0"/>
                <a:ea typeface="Poppins" pitchFamily="34" charset="-122"/>
                <a:cs typeface="Poppins" pitchFamily="34" charset="-120"/>
              </a:rPr>
              <a:t>Set 1</a:t>
            </a:r>
            <a:endParaRPr lang="en-US" sz="1400" dirty="0"/>
          </a:p>
        </p:txBody>
      </p:sp>
      <p:sp>
        <p:nvSpPr>
          <p:cNvPr id="9" name="Shape 6"/>
          <p:cNvSpPr/>
          <p:nvPr/>
        </p:nvSpPr>
        <p:spPr>
          <a:xfrm>
            <a:off x="7772400" y="1737360"/>
            <a:ext cx="3474720" cy="274320"/>
          </a:xfrm>
          <a:prstGeom prst="roundRect">
            <a:avLst>
              <a:gd name="adj" fmla="val 50000"/>
            </a:avLst>
          </a:prstGeom>
          <a:solidFill>
            <a:srgbClr val="F3DDEC"/>
          </a:solidFill>
          <a:ln w="12700">
            <a:solidFill>
              <a:srgbClr val="F3DDEC"/>
            </a:solidFill>
            <a:prstDash val="solid"/>
          </a:ln>
        </p:spPr>
      </p:sp>
      <p:sp>
        <p:nvSpPr>
          <p:cNvPr id="10" name="Shape 7"/>
          <p:cNvSpPr/>
          <p:nvPr/>
        </p:nvSpPr>
        <p:spPr>
          <a:xfrm>
            <a:off x="7772400" y="1737360"/>
            <a:ext cx="3127248" cy="274320"/>
          </a:xfrm>
          <a:prstGeom prst="roundRect">
            <a:avLst>
              <a:gd name="adj" fmla="val 50000"/>
            </a:avLst>
          </a:prstGeom>
          <a:solidFill>
            <a:srgbClr val="7A1F6B"/>
          </a:solidFill>
          <a:ln w="12700">
            <a:solidFill>
              <a:srgbClr val="7A1F6B"/>
            </a:solidFill>
            <a:prstDash val="solid"/>
          </a:ln>
        </p:spPr>
      </p:sp>
      <p:sp>
        <p:nvSpPr>
          <p:cNvPr id="11" name="Text 8"/>
          <p:cNvSpPr txBox="1"/>
          <p:nvPr/>
        </p:nvSpPr>
        <p:spPr>
          <a:xfrm>
            <a:off x="6812280" y="2286000"/>
            <a:ext cx="914400" cy="457200"/>
          </a:xfrm>
          <a:prstGeom prst="rect">
            <a:avLst/>
          </a:prstGeom>
          <a:noFill/>
          <a:ln/>
        </p:spPr>
        <p:txBody>
          <a:bodyPr wrap="square" lIns="0" tIns="0" rIns="0" bIns="0" rtlCol="0" anchor="t"/>
          <a:lstStyle/>
          <a:p>
            <a:pPr indent="0" marL="0">
              <a:buNone/>
            </a:pPr>
            <a:r>
              <a:rPr lang="en-US" sz="1400" b="1" dirty="0">
                <a:solidFill>
                  <a:srgbClr val="2B1027"/>
                </a:solidFill>
                <a:latin typeface="Poppins" pitchFamily="34" charset="0"/>
                <a:ea typeface="Poppins" pitchFamily="34" charset="-122"/>
                <a:cs typeface="Poppins" pitchFamily="34" charset="-120"/>
              </a:rPr>
              <a:t>Set 2</a:t>
            </a:r>
            <a:endParaRPr lang="en-US" sz="1400" dirty="0"/>
          </a:p>
        </p:txBody>
      </p:sp>
      <p:sp>
        <p:nvSpPr>
          <p:cNvPr id="12" name="Shape 9"/>
          <p:cNvSpPr/>
          <p:nvPr/>
        </p:nvSpPr>
        <p:spPr>
          <a:xfrm>
            <a:off x="7772400" y="2377440"/>
            <a:ext cx="3474720" cy="274320"/>
          </a:xfrm>
          <a:prstGeom prst="roundRect">
            <a:avLst>
              <a:gd name="adj" fmla="val 50000"/>
            </a:avLst>
          </a:prstGeom>
          <a:solidFill>
            <a:srgbClr val="F3DDEC"/>
          </a:solidFill>
          <a:ln w="12700">
            <a:solidFill>
              <a:srgbClr val="F3DDEC"/>
            </a:solidFill>
            <a:prstDash val="solid"/>
          </a:ln>
        </p:spPr>
      </p:sp>
      <p:sp>
        <p:nvSpPr>
          <p:cNvPr id="13" name="Shape 10"/>
          <p:cNvSpPr/>
          <p:nvPr/>
        </p:nvSpPr>
        <p:spPr>
          <a:xfrm>
            <a:off x="7772400" y="2377440"/>
            <a:ext cx="2084832" cy="274320"/>
          </a:xfrm>
          <a:prstGeom prst="roundRect">
            <a:avLst>
              <a:gd name="adj" fmla="val 50000"/>
            </a:avLst>
          </a:prstGeom>
          <a:solidFill>
            <a:srgbClr val="F58AD2"/>
          </a:solidFill>
          <a:ln w="12700">
            <a:solidFill>
              <a:srgbClr val="3D1636"/>
            </a:solidFill>
            <a:prstDash val="solid"/>
          </a:ln>
        </p:spPr>
      </p:sp>
      <p:sp>
        <p:nvSpPr>
          <p:cNvPr id="14" name="Text 11"/>
          <p:cNvSpPr txBox="1"/>
          <p:nvPr/>
        </p:nvSpPr>
        <p:spPr>
          <a:xfrm>
            <a:off x="6812280" y="2926080"/>
            <a:ext cx="914400" cy="457200"/>
          </a:xfrm>
          <a:prstGeom prst="rect">
            <a:avLst/>
          </a:prstGeom>
          <a:noFill/>
          <a:ln/>
        </p:spPr>
        <p:txBody>
          <a:bodyPr wrap="square" lIns="0" tIns="0" rIns="0" bIns="0" rtlCol="0" anchor="t"/>
          <a:lstStyle/>
          <a:p>
            <a:pPr indent="0" marL="0">
              <a:buNone/>
            </a:pPr>
            <a:r>
              <a:rPr lang="en-US" sz="1400" b="1" dirty="0">
                <a:solidFill>
                  <a:srgbClr val="2B1027"/>
                </a:solidFill>
                <a:latin typeface="Poppins" pitchFamily="34" charset="0"/>
                <a:ea typeface="Poppins" pitchFamily="34" charset="-122"/>
                <a:cs typeface="Poppins" pitchFamily="34" charset="-120"/>
              </a:rPr>
              <a:t>Set 3</a:t>
            </a:r>
            <a:endParaRPr lang="en-US" sz="1400" dirty="0"/>
          </a:p>
        </p:txBody>
      </p:sp>
      <p:sp>
        <p:nvSpPr>
          <p:cNvPr id="15" name="Shape 12"/>
          <p:cNvSpPr/>
          <p:nvPr/>
        </p:nvSpPr>
        <p:spPr>
          <a:xfrm>
            <a:off x="7772400" y="3017520"/>
            <a:ext cx="3474720" cy="274320"/>
          </a:xfrm>
          <a:prstGeom prst="roundRect">
            <a:avLst>
              <a:gd name="adj" fmla="val 50000"/>
            </a:avLst>
          </a:prstGeom>
          <a:solidFill>
            <a:srgbClr val="F3DDEC"/>
          </a:solidFill>
          <a:ln w="12700">
            <a:solidFill>
              <a:srgbClr val="F3DDEC"/>
            </a:solidFill>
            <a:prstDash val="solid"/>
          </a:ln>
        </p:spPr>
      </p:sp>
      <p:sp>
        <p:nvSpPr>
          <p:cNvPr id="16" name="Shape 13"/>
          <p:cNvSpPr/>
          <p:nvPr/>
        </p:nvSpPr>
        <p:spPr>
          <a:xfrm>
            <a:off x="7772400" y="3017520"/>
            <a:ext cx="1216152" cy="274320"/>
          </a:xfrm>
          <a:prstGeom prst="roundRect">
            <a:avLst>
              <a:gd name="adj" fmla="val 50000"/>
            </a:avLst>
          </a:prstGeom>
          <a:solidFill>
            <a:srgbClr val="F58AD2"/>
          </a:solidFill>
          <a:ln w="12700">
            <a:solidFill>
              <a:srgbClr val="3D1636"/>
            </a:solidFill>
            <a:prstDash val="solid"/>
          </a:ln>
        </p:spPr>
      </p:sp>
      <p:sp>
        <p:nvSpPr>
          <p:cNvPr id="17" name="Shape 14"/>
          <p:cNvSpPr/>
          <p:nvPr/>
        </p:nvSpPr>
        <p:spPr>
          <a:xfrm>
            <a:off x="7018020" y="4206240"/>
            <a:ext cx="411480" cy="411480"/>
          </a:xfrm>
          <a:prstGeom prst="ellipse">
            <a:avLst/>
          </a:prstGeom>
          <a:solidFill>
            <a:srgbClr val="3D1636"/>
          </a:solidFill>
          <a:ln w="12700">
            <a:solidFill>
              <a:srgbClr val="3D1636"/>
            </a:solidFill>
            <a:prstDash val="solid"/>
          </a:ln>
        </p:spPr>
      </p:sp>
      <p:sp>
        <p:nvSpPr>
          <p:cNvPr id="18" name="Shape 15"/>
          <p:cNvSpPr/>
          <p:nvPr/>
        </p:nvSpPr>
        <p:spPr>
          <a:xfrm>
            <a:off x="6812280" y="4683557"/>
            <a:ext cx="822960" cy="510235"/>
          </a:xfrm>
          <a:prstGeom prst="roundRect">
            <a:avLst>
              <a:gd name="adj" fmla="val 45161"/>
            </a:avLst>
          </a:prstGeom>
          <a:solidFill>
            <a:srgbClr val="3D1636"/>
          </a:solidFill>
          <a:ln w="12700">
            <a:solidFill>
              <a:srgbClr val="3D1636"/>
            </a:solidFill>
            <a:prstDash val="solid"/>
          </a:ln>
        </p:spPr>
      </p:sp>
      <p:sp>
        <p:nvSpPr>
          <p:cNvPr id="19" name="Shape 16"/>
          <p:cNvSpPr/>
          <p:nvPr/>
        </p:nvSpPr>
        <p:spPr>
          <a:xfrm>
            <a:off x="7955280" y="4663440"/>
            <a:ext cx="640080" cy="457200"/>
          </a:xfrm>
          <a:prstGeom prst="rightArrow">
            <a:avLst/>
          </a:prstGeom>
          <a:solidFill>
            <a:srgbClr val="7A1F6B"/>
          </a:solidFill>
          <a:ln w="12700">
            <a:solidFill>
              <a:srgbClr val="7A1F6B"/>
            </a:solidFill>
            <a:prstDash val="solid"/>
          </a:ln>
        </p:spPr>
      </p:sp>
      <p:sp>
        <p:nvSpPr>
          <p:cNvPr id="20" name="Shape 17"/>
          <p:cNvSpPr/>
          <p:nvPr/>
        </p:nvSpPr>
        <p:spPr>
          <a:xfrm>
            <a:off x="8778240" y="4480560"/>
            <a:ext cx="1005840" cy="731520"/>
          </a:xfrm>
          <a:prstGeom prst="rect">
            <a:avLst/>
          </a:prstGeom>
          <a:solidFill>
            <a:srgbClr val="F58AD2"/>
          </a:solidFill>
          <a:ln w="31750">
            <a:solidFill>
              <a:srgbClr val="3D1636"/>
            </a:solidFill>
            <a:prstDash val="solid"/>
          </a:ln>
        </p:spPr>
      </p:sp>
      <p:sp>
        <p:nvSpPr>
          <p:cNvPr id="21" name="Shape 18"/>
          <p:cNvSpPr/>
          <p:nvPr/>
        </p:nvSpPr>
        <p:spPr>
          <a:xfrm rot="10800000">
            <a:off x="8796528" y="4507992"/>
            <a:ext cx="969264" cy="402336"/>
          </a:xfrm>
          <a:prstGeom prst="triangle">
            <a:avLst/>
          </a:prstGeom>
          <a:solidFill>
            <a:srgbClr val="F58AD2"/>
          </a:solidFill>
          <a:ln w="31750">
            <a:solidFill>
              <a:srgbClr val="3D1636"/>
            </a:solidFill>
            <a:prstDash val="solid"/>
          </a:ln>
        </p:spPr>
      </p:sp>
      <p:sp>
        <p:nvSpPr>
          <p:cNvPr id="22" name="Shape 19"/>
          <p:cNvSpPr/>
          <p:nvPr/>
        </p:nvSpPr>
        <p:spPr>
          <a:xfrm>
            <a:off x="9921240" y="4663440"/>
            <a:ext cx="640080" cy="457200"/>
          </a:xfrm>
          <a:prstGeom prst="rightArrow">
            <a:avLst/>
          </a:prstGeom>
          <a:solidFill>
            <a:srgbClr val="7A1F6B"/>
          </a:solidFill>
          <a:ln w="12700">
            <a:solidFill>
              <a:srgbClr val="7A1F6B"/>
            </a:solidFill>
            <a:prstDash val="solid"/>
          </a:ln>
        </p:spPr>
      </p:sp>
      <p:sp>
        <p:nvSpPr>
          <p:cNvPr id="23" name="Shape 20"/>
          <p:cNvSpPr/>
          <p:nvPr/>
        </p:nvSpPr>
        <p:spPr>
          <a:xfrm>
            <a:off x="10858500" y="4206240"/>
            <a:ext cx="411480" cy="411480"/>
          </a:xfrm>
          <a:prstGeom prst="ellipse">
            <a:avLst/>
          </a:prstGeom>
          <a:solidFill>
            <a:srgbClr val="7A1F6B"/>
          </a:solidFill>
          <a:ln w="12700">
            <a:solidFill>
              <a:srgbClr val="7A1F6B"/>
            </a:solidFill>
            <a:prstDash val="solid"/>
          </a:ln>
        </p:spPr>
      </p:sp>
      <p:sp>
        <p:nvSpPr>
          <p:cNvPr id="24" name="Shape 21"/>
          <p:cNvSpPr/>
          <p:nvPr/>
        </p:nvSpPr>
        <p:spPr>
          <a:xfrm>
            <a:off x="10652760" y="4683557"/>
            <a:ext cx="822960" cy="510235"/>
          </a:xfrm>
          <a:prstGeom prst="roundRect">
            <a:avLst>
              <a:gd name="adj" fmla="val 45161"/>
            </a:avLst>
          </a:prstGeom>
          <a:solidFill>
            <a:srgbClr val="7A1F6B"/>
          </a:solidFill>
          <a:ln w="12700">
            <a:solidFill>
              <a:srgbClr val="7A1F6B"/>
            </a:solidFill>
            <a:prstDash val="solid"/>
          </a:ln>
        </p:spPr>
      </p:sp>
      <p:sp>
        <p:nvSpPr>
          <p:cNvPr id="25" name="Text 22"/>
          <p:cNvSpPr txBox="1"/>
          <p:nvPr/>
        </p:nvSpPr>
        <p:spPr>
          <a:xfrm>
            <a:off x="6583680" y="5669280"/>
            <a:ext cx="1828800" cy="365760"/>
          </a:xfrm>
          <a:prstGeom prst="rect">
            <a:avLst/>
          </a:prstGeom>
          <a:noFill/>
          <a:ln/>
        </p:spPr>
        <p:txBody>
          <a:bodyPr wrap="square" lIns="0" tIns="0" rIns="0" bIns="0" rtlCol="0" anchor="t"/>
          <a:lstStyle/>
          <a:p>
            <a:pPr indent="0" marL="0">
              <a:buNone/>
            </a:pPr>
            <a:r>
              <a:rPr lang="en-US" sz="1300" dirty="0">
                <a:solidFill>
                  <a:srgbClr val="6B4A64"/>
                </a:solidFill>
                <a:latin typeface="Poppins" pitchFamily="34" charset="0"/>
                <a:ea typeface="Poppins" pitchFamily="34" charset="-122"/>
                <a:cs typeface="Poppins" pitchFamily="34" charset="-120"/>
              </a:rPr>
              <a:t>Schüler:in</a:t>
            </a:r>
            <a:endParaRPr lang="en-US" sz="1300" dirty="0"/>
          </a:p>
        </p:txBody>
      </p:sp>
      <p:sp>
        <p:nvSpPr>
          <p:cNvPr id="26" name="Text 23"/>
          <p:cNvSpPr txBox="1"/>
          <p:nvPr/>
        </p:nvSpPr>
        <p:spPr>
          <a:xfrm>
            <a:off x="10424160" y="5669280"/>
            <a:ext cx="1371600" cy="365760"/>
          </a:xfrm>
          <a:prstGeom prst="rect">
            <a:avLst/>
          </a:prstGeom>
          <a:noFill/>
          <a:ln/>
        </p:spPr>
        <p:txBody>
          <a:bodyPr wrap="square" lIns="0" tIns="0" rIns="0" bIns="0" rtlCol="0" anchor="t"/>
          <a:lstStyle/>
          <a:p>
            <a:pPr indent="0" marL="0">
              <a:buNone/>
            </a:pPr>
            <a:r>
              <a:rPr lang="en-US" sz="1300" dirty="0">
                <a:solidFill>
                  <a:srgbClr val="6B4A64"/>
                </a:solidFill>
                <a:latin typeface="Poppins" pitchFamily="34" charset="0"/>
                <a:ea typeface="Poppins" pitchFamily="34" charset="-122"/>
                <a:cs typeface="Poppins" pitchFamily="34" charset="-120"/>
              </a:rPr>
              <a:t>Lehrkraft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Neu: LiveModus</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2B1027"/>
                </a:solidFill>
                <a:latin typeface="Poppins" pitchFamily="34" charset="0"/>
                <a:ea typeface="Poppins" pitchFamily="34" charset="-122"/>
                <a:cs typeface="Poppins" pitchFamily="34" charset="-120"/>
              </a:rPr>
              <a:t>Interaktiv </a:t>
            </a:r>
            <a:pPr indent="0" marL="0">
              <a:lnSpc>
                <a:spcPct val="105000"/>
              </a:lnSpc>
              <a:buNone/>
            </a:pPr>
            <a:r>
              <a:rPr lang="en-US" sz="3600" dirty="0">
                <a:solidFill>
                  <a:srgbClr val="7A1F6B"/>
                </a:solidFill>
                <a:highlight>
                  <a:srgbClr val="F58AD2"/>
                </a:highlight>
                <a:latin typeface="Poppins" pitchFamily="34" charset="0"/>
                <a:ea typeface="Poppins" pitchFamily="34" charset="-122"/>
                <a:cs typeface="Poppins" pitchFamily="34" charset="-120"/>
              </a:rPr>
              <a:t>und Vokabeltest live</a:t>
            </a:r>
            <a:pPr indent="0" marL="0">
              <a:lnSpc>
                <a:spcPct val="105000"/>
              </a:lnSpc>
              <a:buNone/>
            </a:pPr>
            <a:r>
              <a:rPr lang="en-US" sz="3600" dirty="0">
                <a:solidFill>
                  <a:srgbClr val="2B1027"/>
                </a:solidFill>
                <a:latin typeface="Poppins" pitchFamily="34" charset="0"/>
                <a:ea typeface="Poppins" pitchFamily="34" charset="-122"/>
                <a:cs typeface="Poppins" pitchFamily="34" charset="-120"/>
              </a:rPr>
              <a:t> auf dem Handy.</a:t>
            </a:r>
            <a:endParaRPr lang="en-US" sz="36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Der LiveModus ist gerade in der Beta-Version.</a:t>
            </a:r>
            <a:endParaRPr lang="en-US" sz="1800" dirty="0"/>
          </a:p>
        </p:txBody>
      </p:sp>
      <p:sp>
        <p:nvSpPr>
          <p:cNvPr id="6" name="Shape 3"/>
          <p:cNvSpPr/>
          <p:nvPr/>
        </p:nvSpPr>
        <p:spPr>
          <a:xfrm>
            <a:off x="6583680" y="1280160"/>
            <a:ext cx="3291840" cy="2286000"/>
          </a:xfrm>
          <a:prstGeom prst="roundRect">
            <a:avLst>
              <a:gd name="adj" fmla="val 6000"/>
            </a:avLst>
          </a:prstGeom>
          <a:solidFill>
            <a:srgbClr val="3D1636"/>
          </a:solidFill>
          <a:ln w="12700">
            <a:solidFill>
              <a:srgbClr val="3D1636"/>
            </a:solidFill>
            <a:prstDash val="solid"/>
          </a:ln>
        </p:spPr>
      </p:sp>
      <p:sp>
        <p:nvSpPr>
          <p:cNvPr id="7" name="Shape 4"/>
          <p:cNvSpPr/>
          <p:nvPr/>
        </p:nvSpPr>
        <p:spPr>
          <a:xfrm>
            <a:off x="6949440" y="2560320"/>
            <a:ext cx="731520" cy="731520"/>
          </a:xfrm>
          <a:prstGeom prst="rect">
            <a:avLst/>
          </a:prstGeom>
          <a:solidFill>
            <a:srgbClr val="F3DDEC"/>
          </a:solidFill>
          <a:ln w="12700">
            <a:solidFill>
              <a:srgbClr val="F58AD2"/>
            </a:solidFill>
            <a:prstDash val="solid"/>
          </a:ln>
        </p:spPr>
      </p:sp>
      <p:sp>
        <p:nvSpPr>
          <p:cNvPr id="8" name="Shape 5"/>
          <p:cNvSpPr/>
          <p:nvPr/>
        </p:nvSpPr>
        <p:spPr>
          <a:xfrm>
            <a:off x="7863840" y="2011680"/>
            <a:ext cx="731520" cy="1280160"/>
          </a:xfrm>
          <a:prstGeom prst="rect">
            <a:avLst/>
          </a:prstGeom>
          <a:solidFill>
            <a:srgbClr val="F58AD2"/>
          </a:solidFill>
          <a:ln w="12700">
            <a:solidFill>
              <a:srgbClr val="F58AD2"/>
            </a:solidFill>
            <a:prstDash val="solid"/>
          </a:ln>
        </p:spPr>
      </p:sp>
      <p:sp>
        <p:nvSpPr>
          <p:cNvPr id="9" name="Shape 6"/>
          <p:cNvSpPr/>
          <p:nvPr/>
        </p:nvSpPr>
        <p:spPr>
          <a:xfrm>
            <a:off x="8778240" y="2286000"/>
            <a:ext cx="731520" cy="1005840"/>
          </a:xfrm>
          <a:prstGeom prst="rect">
            <a:avLst/>
          </a:prstGeom>
          <a:solidFill>
            <a:srgbClr val="F3DDEC"/>
          </a:solidFill>
          <a:ln w="12700">
            <a:solidFill>
              <a:srgbClr val="F58AD2"/>
            </a:solidFill>
            <a:prstDash val="solid"/>
          </a:ln>
        </p:spPr>
      </p:sp>
      <p:sp>
        <p:nvSpPr>
          <p:cNvPr id="10" name="Shape 7"/>
          <p:cNvSpPr/>
          <p:nvPr/>
        </p:nvSpPr>
        <p:spPr>
          <a:xfrm>
            <a:off x="6766560" y="1417320"/>
            <a:ext cx="1005840" cy="411480"/>
          </a:xfrm>
          <a:prstGeom prst="roundRect">
            <a:avLst>
              <a:gd name="adj" fmla="val 17778"/>
            </a:avLst>
          </a:prstGeom>
          <a:solidFill>
            <a:srgbClr val="F58AD2"/>
          </a:solidFill>
          <a:ln w="12700">
            <a:solidFill>
              <a:srgbClr val="F58AD2"/>
            </a:solidFill>
            <a:prstDash val="solid"/>
          </a:ln>
        </p:spPr>
      </p:sp>
      <p:sp>
        <p:nvSpPr>
          <p:cNvPr id="11" name="Text 8"/>
          <p:cNvSpPr txBox="1"/>
          <p:nvPr/>
        </p:nvSpPr>
        <p:spPr>
          <a:xfrm>
            <a:off x="6766560" y="1417320"/>
            <a:ext cx="1005840" cy="411480"/>
          </a:xfrm>
          <a:prstGeom prst="rect">
            <a:avLst/>
          </a:prstGeom>
          <a:noFill/>
          <a:ln/>
        </p:spPr>
        <p:txBody>
          <a:bodyPr wrap="square" lIns="0" tIns="0" rIns="0" bIns="0" rtlCol="0" anchor="ctr"/>
          <a:lstStyle/>
          <a:p>
            <a:pPr algn="ctr" indent="0" marL="0">
              <a:buNone/>
            </a:pPr>
            <a:r>
              <a:rPr lang="en-US" sz="1400" b="1" dirty="0">
                <a:solidFill>
                  <a:srgbClr val="2B1027"/>
                </a:solidFill>
                <a:latin typeface="Poppins" pitchFamily="34" charset="0"/>
                <a:ea typeface="Poppins" pitchFamily="34" charset="-122"/>
                <a:cs typeface="Poppins" pitchFamily="34" charset="-120"/>
              </a:rPr>
              <a:t>LIVE</a:t>
            </a:r>
            <a:endParaRPr lang="en-US" sz="1400" dirty="0"/>
          </a:p>
        </p:txBody>
      </p:sp>
      <p:sp>
        <p:nvSpPr>
          <p:cNvPr id="12" name="Text 9"/>
          <p:cNvSpPr txBox="1"/>
          <p:nvPr/>
        </p:nvSpPr>
        <p:spPr>
          <a:xfrm>
            <a:off x="6583680" y="3703320"/>
            <a:ext cx="3291840" cy="640080"/>
          </a:xfrm>
          <a:prstGeom prst="rect">
            <a:avLst/>
          </a:prstGeom>
          <a:noFill/>
          <a:ln/>
        </p:spPr>
        <p:txBody>
          <a:bodyPr wrap="square" lIns="0" tIns="0" rIns="0" bIns="0" rtlCol="0" anchor="t"/>
          <a:lstStyle/>
          <a:p>
            <a:pPr algn="ctr" indent="0" marL="0">
              <a:buNone/>
            </a:pPr>
            <a:r>
              <a:rPr lang="en-US" sz="1500" b="1" dirty="0">
                <a:solidFill>
                  <a:srgbClr val="2B1027"/>
                </a:solidFill>
                <a:latin typeface="Poppins" pitchFamily="34" charset="0"/>
                <a:ea typeface="Poppins" pitchFamily="34" charset="-122"/>
                <a:cs typeface="Poppins" pitchFamily="34" charset="-120"/>
              </a:rPr>
              <a:t>interaktiv und motivierend</a:t>
            </a:r>
            <a:endParaRPr lang="en-US" sz="1500" dirty="0"/>
          </a:p>
        </p:txBody>
      </p:sp>
      <p:sp>
        <p:nvSpPr>
          <p:cNvPr id="13" name="Shape 10"/>
          <p:cNvSpPr/>
          <p:nvPr/>
        </p:nvSpPr>
        <p:spPr>
          <a:xfrm>
            <a:off x="10241280" y="914400"/>
            <a:ext cx="1371600" cy="2834640"/>
          </a:xfrm>
          <a:prstGeom prst="roundRect">
            <a:avLst>
              <a:gd name="adj" fmla="val 20000"/>
            </a:avLst>
          </a:prstGeom>
          <a:solidFill>
            <a:srgbClr val="3D1636"/>
          </a:solidFill>
          <a:ln w="12700">
            <a:solidFill>
              <a:srgbClr val="3D1636"/>
            </a:solidFill>
            <a:prstDash val="solid"/>
          </a:ln>
        </p:spPr>
      </p:sp>
      <p:sp>
        <p:nvSpPr>
          <p:cNvPr id="14" name="Shape 11"/>
          <p:cNvSpPr/>
          <p:nvPr/>
        </p:nvSpPr>
        <p:spPr>
          <a:xfrm>
            <a:off x="10332720" y="1005840"/>
            <a:ext cx="1188720" cy="2651760"/>
          </a:xfrm>
          <a:prstGeom prst="roundRect">
            <a:avLst>
              <a:gd name="adj" fmla="val 16923"/>
            </a:avLst>
          </a:prstGeom>
          <a:solidFill>
            <a:srgbClr val="FBF1F8"/>
          </a:solidFill>
          <a:ln w="12700">
            <a:solidFill>
              <a:srgbClr val="FBF1F8"/>
            </a:solidFill>
            <a:prstDash val="solid"/>
          </a:ln>
        </p:spPr>
      </p:sp>
      <p:sp>
        <p:nvSpPr>
          <p:cNvPr id="15" name="Shape 12"/>
          <p:cNvSpPr/>
          <p:nvPr/>
        </p:nvSpPr>
        <p:spPr>
          <a:xfrm>
            <a:off x="10424160" y="1234440"/>
            <a:ext cx="1005840" cy="640080"/>
          </a:xfrm>
          <a:prstGeom prst="roundRect">
            <a:avLst>
              <a:gd name="adj" fmla="val 17143"/>
            </a:avLst>
          </a:prstGeom>
          <a:solidFill>
            <a:srgbClr val="F58AD2"/>
          </a:solidFill>
          <a:ln w="12700">
            <a:solidFill>
              <a:srgbClr val="F58AD2"/>
            </a:solidFill>
            <a:prstDash val="solid"/>
          </a:ln>
        </p:spPr>
      </p:sp>
      <p:sp>
        <p:nvSpPr>
          <p:cNvPr id="16" name="Text 13"/>
          <p:cNvSpPr txBox="1"/>
          <p:nvPr/>
        </p:nvSpPr>
        <p:spPr>
          <a:xfrm>
            <a:off x="10424160" y="1234440"/>
            <a:ext cx="1005840" cy="640080"/>
          </a:xfrm>
          <a:prstGeom prst="rect">
            <a:avLst/>
          </a:prstGeom>
          <a:noFill/>
          <a:ln/>
        </p:spPr>
        <p:txBody>
          <a:bodyPr wrap="square" lIns="0" tIns="0" rIns="0" bIns="0" rtlCol="0" anchor="ctr"/>
          <a:lstStyle/>
          <a:p>
            <a:pPr algn="ctr" indent="0" marL="0">
              <a:buNone/>
            </a:pPr>
            <a:r>
              <a:rPr lang="en-US" sz="1300" b="1" dirty="0">
                <a:solidFill>
                  <a:srgbClr val="2B1027"/>
                </a:solidFill>
                <a:latin typeface="Poppins" pitchFamily="34" charset="0"/>
                <a:ea typeface="Poppins" pitchFamily="34" charset="-122"/>
                <a:cs typeface="Poppins" pitchFamily="34" charset="-120"/>
              </a:rPr>
              <a:t>Haus?</a:t>
            </a:r>
            <a:endParaRPr lang="en-US" sz="1300" dirty="0"/>
          </a:p>
        </p:txBody>
      </p:sp>
      <p:sp>
        <p:nvSpPr>
          <p:cNvPr id="17" name="Shape 14"/>
          <p:cNvSpPr/>
          <p:nvPr/>
        </p:nvSpPr>
        <p:spPr>
          <a:xfrm>
            <a:off x="10424160" y="2011680"/>
            <a:ext cx="1005840" cy="502920"/>
          </a:xfrm>
          <a:prstGeom prst="roundRect">
            <a:avLst>
              <a:gd name="adj" fmla="val 21818"/>
            </a:avLst>
          </a:prstGeom>
          <a:solidFill>
            <a:srgbClr val="F3DDEC"/>
          </a:solidFill>
          <a:ln w="12700">
            <a:solidFill>
              <a:srgbClr val="F3DDEC"/>
            </a:solidFill>
            <a:prstDash val="solid"/>
          </a:ln>
        </p:spPr>
      </p:sp>
      <p:sp>
        <p:nvSpPr>
          <p:cNvPr id="18" name="Text 15"/>
          <p:cNvSpPr txBox="1"/>
          <p:nvPr/>
        </p:nvSpPr>
        <p:spPr>
          <a:xfrm>
            <a:off x="10424160" y="2011680"/>
            <a:ext cx="1005840" cy="502920"/>
          </a:xfrm>
          <a:prstGeom prst="rect">
            <a:avLst/>
          </a:prstGeom>
          <a:noFill/>
          <a:ln/>
        </p:spPr>
        <p:txBody>
          <a:bodyPr wrap="square" lIns="0" tIns="0" rIns="0" bIns="0" rtlCol="0" anchor="ctr"/>
          <a:lstStyle/>
          <a:p>
            <a:pPr algn="ctr" indent="0" marL="0">
              <a:buNone/>
            </a:pPr>
            <a:r>
              <a:rPr lang="en-US" sz="1300" b="1" dirty="0">
                <a:solidFill>
                  <a:srgbClr val="2B1027"/>
                </a:solidFill>
                <a:latin typeface="Poppins" pitchFamily="34" charset="0"/>
                <a:ea typeface="Poppins" pitchFamily="34" charset="-122"/>
                <a:cs typeface="Poppins" pitchFamily="34" charset="-120"/>
              </a:rPr>
              <a:t>house</a:t>
            </a:r>
            <a:endParaRPr lang="en-US" sz="1300" dirty="0"/>
          </a:p>
        </p:txBody>
      </p:sp>
      <p:sp>
        <p:nvSpPr>
          <p:cNvPr id="19" name="Shape 16"/>
          <p:cNvSpPr/>
          <p:nvPr/>
        </p:nvSpPr>
        <p:spPr>
          <a:xfrm>
            <a:off x="10424160" y="2606040"/>
            <a:ext cx="1005840" cy="502920"/>
          </a:xfrm>
          <a:prstGeom prst="roundRect">
            <a:avLst>
              <a:gd name="adj" fmla="val 21818"/>
            </a:avLst>
          </a:prstGeom>
          <a:solidFill>
            <a:srgbClr val="F3DDEC"/>
          </a:solidFill>
          <a:ln w="12700">
            <a:solidFill>
              <a:srgbClr val="F3DDEC"/>
            </a:solidFill>
            <a:prstDash val="solid"/>
          </a:ln>
        </p:spPr>
      </p:sp>
      <p:sp>
        <p:nvSpPr>
          <p:cNvPr id="20" name="Text 17"/>
          <p:cNvSpPr txBox="1"/>
          <p:nvPr/>
        </p:nvSpPr>
        <p:spPr>
          <a:xfrm>
            <a:off x="10424160" y="2606040"/>
            <a:ext cx="1005840" cy="502920"/>
          </a:xfrm>
          <a:prstGeom prst="rect">
            <a:avLst/>
          </a:prstGeom>
          <a:noFill/>
          <a:ln/>
        </p:spPr>
        <p:txBody>
          <a:bodyPr wrap="square" lIns="0" tIns="0" rIns="0" bIns="0" rtlCol="0" anchor="ctr"/>
          <a:lstStyle/>
          <a:p>
            <a:pPr algn="ctr" indent="0" marL="0">
              <a:buNone/>
            </a:pPr>
            <a:r>
              <a:rPr lang="en-US" sz="1300" b="1" dirty="0">
                <a:solidFill>
                  <a:srgbClr val="2B1027"/>
                </a:solidFill>
                <a:latin typeface="Poppins" pitchFamily="34" charset="0"/>
                <a:ea typeface="Poppins" pitchFamily="34" charset="-122"/>
                <a:cs typeface="Poppins" pitchFamily="34" charset="-120"/>
              </a:rPr>
              <a:t>home</a:t>
            </a:r>
            <a:endParaRPr lang="en-US" sz="1300" dirty="0"/>
          </a:p>
        </p:txBody>
      </p:sp>
      <p:sp>
        <p:nvSpPr>
          <p:cNvPr id="21" name="Text 18"/>
          <p:cNvSpPr txBox="1"/>
          <p:nvPr/>
        </p:nvSpPr>
        <p:spPr>
          <a:xfrm>
            <a:off x="10058400" y="3840480"/>
            <a:ext cx="1737360" cy="457200"/>
          </a:xfrm>
          <a:prstGeom prst="rect">
            <a:avLst/>
          </a:prstGeom>
          <a:noFill/>
          <a:ln/>
        </p:spPr>
        <p:txBody>
          <a:bodyPr wrap="square" lIns="0" tIns="0" rIns="0" bIns="0" rtlCol="0" anchor="t"/>
          <a:lstStyle/>
          <a:p>
            <a:pPr algn="ctr" indent="0" marL="0">
              <a:buNone/>
            </a:pPr>
            <a:r>
              <a:rPr lang="en-US" sz="1500" b="1" dirty="0">
                <a:solidFill>
                  <a:srgbClr val="2B1027"/>
                </a:solidFill>
                <a:latin typeface="Poppins" pitchFamily="34" charset="0"/>
                <a:ea typeface="Poppins" pitchFamily="34" charset="-122"/>
                <a:cs typeface="Poppins" pitchFamily="34" charset="-120"/>
              </a:rPr>
              <a:t>Test live</a:t>
            </a:r>
            <a:endParaRPr lang="en-US" sz="1500" dirty="0"/>
          </a:p>
        </p:txBody>
      </p:sp>
      <p:sp>
        <p:nvSpPr>
          <p:cNvPr id="22" name="Shape 19"/>
          <p:cNvSpPr/>
          <p:nvPr/>
        </p:nvSpPr>
        <p:spPr>
          <a:xfrm>
            <a:off x="8503920" y="4846320"/>
            <a:ext cx="2377440" cy="640080"/>
          </a:xfrm>
          <a:prstGeom prst="roundRect">
            <a:avLst>
              <a:gd name="adj" fmla="val 11429"/>
            </a:avLst>
          </a:prstGeom>
          <a:solidFill>
            <a:srgbClr val="FF7A45"/>
          </a:solidFill>
          <a:ln w="12700">
            <a:solidFill>
              <a:srgbClr val="FF7A45"/>
            </a:solidFill>
            <a:prstDash val="solid"/>
          </a:ln>
        </p:spPr>
      </p:sp>
      <p:sp>
        <p:nvSpPr>
          <p:cNvPr id="23" name="Text 20"/>
          <p:cNvSpPr txBox="1"/>
          <p:nvPr/>
        </p:nvSpPr>
        <p:spPr>
          <a:xfrm>
            <a:off x="8503920" y="4846320"/>
            <a:ext cx="2377440" cy="640080"/>
          </a:xfrm>
          <a:prstGeom prst="rect">
            <a:avLst/>
          </a:prstGeom>
          <a:noFill/>
          <a:ln/>
        </p:spPr>
        <p:txBody>
          <a:bodyPr wrap="square" lIns="0" tIns="0" rIns="0" bIns="0" rtlCol="0" anchor="ctr"/>
          <a:lstStyle/>
          <a:p>
            <a:pPr algn="ctr" indent="0" marL="0">
              <a:buNone/>
            </a:pPr>
            <a:r>
              <a:rPr lang="en-US" sz="2000" b="1" dirty="0">
                <a:solidFill>
                  <a:srgbClr val="2B1027"/>
                </a:solidFill>
                <a:latin typeface="Poppins" pitchFamily="34" charset="0"/>
                <a:ea typeface="Poppins" pitchFamily="34" charset="-122"/>
                <a:cs typeface="Poppins" pitchFamily="34" charset="-120"/>
              </a:rPr>
              <a:t>Beta</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Es geht weiter</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2B1027"/>
                </a:solidFill>
                <a:latin typeface="Poppins" pitchFamily="34" charset="0"/>
                <a:ea typeface="Poppins" pitchFamily="34" charset="-122"/>
                <a:cs typeface="Poppins" pitchFamily="34" charset="-120"/>
              </a:rPr>
              <a:t>Laufend weiterentwickelt – </a:t>
            </a:r>
            <a:pPr indent="0" marL="0">
              <a:lnSpc>
                <a:spcPct val="105000"/>
              </a:lnSpc>
              <a:buNone/>
            </a:pPr>
            <a:r>
              <a:rPr lang="en-US" sz="3800" dirty="0">
                <a:solidFill>
                  <a:srgbClr val="7A1F6B"/>
                </a:solidFill>
                <a:highlight>
                  <a:srgbClr val="F58AD2"/>
                </a:highlight>
                <a:latin typeface="Poppins" pitchFamily="34" charset="0"/>
                <a:ea typeface="Poppins" pitchFamily="34" charset="-122"/>
                <a:cs typeface="Poppins" pitchFamily="34" charset="-120"/>
              </a:rPr>
              <a:t>deine Wünsche</a:t>
            </a:r>
            <a:pPr indent="0" marL="0">
              <a:lnSpc>
                <a:spcPct val="105000"/>
              </a:lnSpc>
              <a:buNone/>
            </a:pPr>
            <a:r>
              <a:rPr lang="en-US" sz="3800" dirty="0">
                <a:solidFill>
                  <a:srgbClr val="2B1027"/>
                </a:solidFill>
                <a:latin typeface="Poppins" pitchFamily="34" charset="0"/>
                <a:ea typeface="Poppins" pitchFamily="34" charset="-122"/>
                <a:cs typeface="Poppins" pitchFamily="34" charset="-120"/>
              </a:rPr>
              <a:t> zählen.</a:t>
            </a:r>
            <a:endParaRPr lang="en-US" sz="38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Das alles bietet das Tool schon jetzt.</a:t>
            </a:r>
            <a:endParaRPr lang="en-US" sz="1800" dirty="0"/>
          </a:p>
        </p:txBody>
      </p:sp>
      <p:sp>
        <p:nvSpPr>
          <p:cNvPr id="6" name="Shape 3"/>
          <p:cNvSpPr/>
          <p:nvPr/>
        </p:nvSpPr>
        <p:spPr>
          <a:xfrm>
            <a:off x="6583680" y="4480560"/>
            <a:ext cx="1554480" cy="822960"/>
          </a:xfrm>
          <a:prstGeom prst="rect">
            <a:avLst/>
          </a:prstGeom>
          <a:solidFill>
            <a:srgbClr val="F3DDEC"/>
          </a:solidFill>
          <a:ln w="25400">
            <a:solidFill>
              <a:srgbClr val="3D1636"/>
            </a:solidFill>
            <a:prstDash val="solid"/>
          </a:ln>
        </p:spPr>
      </p:sp>
      <p:sp>
        <p:nvSpPr>
          <p:cNvPr id="7" name="Shape 4"/>
          <p:cNvSpPr/>
          <p:nvPr/>
        </p:nvSpPr>
        <p:spPr>
          <a:xfrm>
            <a:off x="8229600" y="3657600"/>
            <a:ext cx="1554480" cy="1645920"/>
          </a:xfrm>
          <a:prstGeom prst="rect">
            <a:avLst/>
          </a:prstGeom>
          <a:solidFill>
            <a:srgbClr val="F3DDEC"/>
          </a:solidFill>
          <a:ln w="25400">
            <a:solidFill>
              <a:srgbClr val="3D1636"/>
            </a:solidFill>
            <a:prstDash val="solid"/>
          </a:ln>
        </p:spPr>
      </p:sp>
      <p:sp>
        <p:nvSpPr>
          <p:cNvPr id="8" name="Shape 5"/>
          <p:cNvSpPr/>
          <p:nvPr/>
        </p:nvSpPr>
        <p:spPr>
          <a:xfrm>
            <a:off x="9875520" y="2834640"/>
            <a:ext cx="1554480" cy="2468880"/>
          </a:xfrm>
          <a:prstGeom prst="rect">
            <a:avLst/>
          </a:prstGeom>
          <a:solidFill>
            <a:srgbClr val="F58AD2"/>
          </a:solidFill>
          <a:ln w="25400">
            <a:solidFill>
              <a:srgbClr val="3D1636"/>
            </a:solidFill>
            <a:prstDash val="solid"/>
          </a:ln>
        </p:spPr>
      </p:sp>
      <p:sp>
        <p:nvSpPr>
          <p:cNvPr id="9" name="Text 6"/>
          <p:cNvSpPr txBox="1"/>
          <p:nvPr/>
        </p:nvSpPr>
        <p:spPr>
          <a:xfrm>
            <a:off x="6583680" y="4572000"/>
            <a:ext cx="1554480" cy="73152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jetzt schon</a:t>
            </a:r>
            <a:endParaRPr lang="en-US" sz="1300" dirty="0"/>
          </a:p>
        </p:txBody>
      </p:sp>
      <p:sp>
        <p:nvSpPr>
          <p:cNvPr id="10" name="Text 7"/>
          <p:cNvSpPr txBox="1"/>
          <p:nvPr/>
        </p:nvSpPr>
        <p:spPr>
          <a:xfrm>
            <a:off x="8229600" y="3749040"/>
            <a:ext cx="1554480" cy="73152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weiter-entwickelt</a:t>
            </a:r>
            <a:endParaRPr lang="en-US" sz="1300" dirty="0"/>
          </a:p>
        </p:txBody>
      </p:sp>
      <p:sp>
        <p:nvSpPr>
          <p:cNvPr id="11" name="Text 8"/>
          <p:cNvSpPr txBox="1"/>
          <p:nvPr/>
        </p:nvSpPr>
        <p:spPr>
          <a:xfrm>
            <a:off x="9875520" y="2926080"/>
            <a:ext cx="1554480" cy="731520"/>
          </a:xfrm>
          <a:prstGeom prst="rect">
            <a:avLst/>
          </a:prstGeom>
          <a:noFill/>
          <a:ln/>
        </p:spPr>
        <p:txBody>
          <a:bodyPr wrap="square" lIns="0" tIns="0" rIns="0" bIns="0" rtlCol="0" anchor="t"/>
          <a:lstStyle/>
          <a:p>
            <a:pPr algn="ctr" indent="0" marL="0">
              <a:buNone/>
            </a:pPr>
            <a:r>
              <a:rPr lang="en-US" sz="1300" b="1" dirty="0">
                <a:solidFill>
                  <a:srgbClr val="2B1027"/>
                </a:solidFill>
                <a:latin typeface="Poppins" pitchFamily="34" charset="0"/>
                <a:ea typeface="Poppins" pitchFamily="34" charset="-122"/>
                <a:cs typeface="Poppins" pitchFamily="34" charset="-120"/>
              </a:rPr>
              <a:t>deine Wünsche</a:t>
            </a:r>
            <a:endParaRPr lang="en-US" sz="1300" dirty="0"/>
          </a:p>
        </p:txBody>
      </p:sp>
      <p:sp>
        <p:nvSpPr>
          <p:cNvPr id="12" name="Shape 9"/>
          <p:cNvSpPr/>
          <p:nvPr/>
        </p:nvSpPr>
        <p:spPr>
          <a:xfrm>
            <a:off x="9144000" y="914400"/>
            <a:ext cx="2377440" cy="914400"/>
          </a:xfrm>
          <a:prstGeom prst="wedgeRoundRectCallout">
            <a:avLst>
              <a:gd name="adj" fmla="val 20000"/>
            </a:avLst>
          </a:prstGeom>
          <a:solidFill>
            <a:srgbClr val="3D1636"/>
          </a:solidFill>
          <a:ln w="12700">
            <a:solidFill>
              <a:srgbClr val="3D1636"/>
            </a:solidFill>
            <a:prstDash val="solid"/>
          </a:ln>
        </p:spPr>
      </p:sp>
      <p:sp>
        <p:nvSpPr>
          <p:cNvPr id="13" name="Text 10"/>
          <p:cNvSpPr txBox="1"/>
          <p:nvPr/>
        </p:nvSpPr>
        <p:spPr>
          <a:xfrm>
            <a:off x="9144000" y="914400"/>
            <a:ext cx="2377440" cy="914400"/>
          </a:xfrm>
          <a:prstGeom prst="rect">
            <a:avLst/>
          </a:prstGeom>
          <a:noFill/>
          <a:ln/>
        </p:spPr>
        <p:txBody>
          <a:bodyPr wrap="square" lIns="0" tIns="0" rIns="0" bIns="0" rtlCol="0" anchor="ctr"/>
          <a:lstStyle/>
          <a:p>
            <a:pPr algn="ctr" indent="0" marL="0">
              <a:buNone/>
            </a:pPr>
            <a:r>
              <a:rPr lang="en-US" sz="1500" b="1" dirty="0">
                <a:solidFill>
                  <a:srgbClr val="F58AD2"/>
                </a:solidFill>
                <a:latin typeface="Poppins" pitchFamily="34" charset="0"/>
                <a:ea typeface="Poppins" pitchFamily="34" charset="-122"/>
                <a:cs typeface="Poppins" pitchFamily="34" charset="-120"/>
              </a:rPr>
              <a:t>Mein Wunsch …</a:t>
            </a:r>
            <a:endParaRPr lang="en-US" sz="1500" dirty="0"/>
          </a:p>
        </p:txBody>
      </p:sp>
      <p:sp>
        <p:nvSpPr>
          <p:cNvPr id="14" name="Shape 11"/>
          <p:cNvSpPr/>
          <p:nvPr/>
        </p:nvSpPr>
        <p:spPr>
          <a:xfrm>
            <a:off x="10332720" y="2194560"/>
            <a:ext cx="548640" cy="548640"/>
          </a:xfrm>
          <a:prstGeom prst="star5">
            <a:avLst/>
          </a:prstGeom>
          <a:solidFill>
            <a:srgbClr val="F58AD2"/>
          </a:solidFill>
          <a:ln w="25400">
            <a:solidFill>
              <a:srgbClr val="3D1636"/>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Feedback</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2B1027"/>
                </a:solidFill>
                <a:latin typeface="Poppins" pitchFamily="34" charset="0"/>
                <a:ea typeface="Poppins" pitchFamily="34" charset="-122"/>
                <a:cs typeface="Poppins" pitchFamily="34" charset="-120"/>
              </a:rPr>
              <a:t>Wünsche per </a:t>
            </a:r>
            <a:pPr indent="0" marL="0">
              <a:lnSpc>
                <a:spcPct val="105000"/>
              </a:lnSpc>
              <a:buNone/>
            </a:pPr>
            <a:r>
              <a:rPr lang="en-US" sz="4600" dirty="0">
                <a:solidFill>
                  <a:srgbClr val="7A1F6B"/>
                </a:solidFill>
                <a:highlight>
                  <a:srgbClr val="F58AD2"/>
                </a:highlight>
                <a:latin typeface="Poppins" pitchFamily="34" charset="0"/>
                <a:ea typeface="Poppins" pitchFamily="34" charset="-122"/>
                <a:cs typeface="Poppins" pitchFamily="34" charset="-120"/>
              </a:rPr>
              <a:t>E-Mail</a:t>
            </a:r>
            <a:pPr indent="0" marL="0">
              <a:lnSpc>
                <a:spcPct val="105000"/>
              </a:lnSpc>
              <a:buNone/>
            </a:pPr>
            <a:r>
              <a:rPr lang="en-US" sz="4600" dirty="0">
                <a:solidFill>
                  <a:srgbClr val="2B1027"/>
                </a:solidFill>
                <a:latin typeface="Poppins" pitchFamily="34" charset="0"/>
                <a:ea typeface="Poppins" pitchFamily="34" charset="-122"/>
                <a:cs typeface="Poppins" pitchFamily="34" charset="-120"/>
              </a:rPr>
              <a:t> senden.</a:t>
            </a:r>
            <a:endParaRPr lang="en-US" sz="4600" dirty="0"/>
          </a:p>
        </p:txBody>
      </p:sp>
      <p:sp>
        <p:nvSpPr>
          <p:cNvPr id="5" name="Shape 2"/>
          <p:cNvSpPr/>
          <p:nvPr/>
        </p:nvSpPr>
        <p:spPr>
          <a:xfrm>
            <a:off x="7315200" y="1280160"/>
            <a:ext cx="3474720" cy="2286000"/>
          </a:xfrm>
          <a:prstGeom prst="rect">
            <a:avLst/>
          </a:prstGeom>
          <a:solidFill>
            <a:srgbClr val="FBF1F8"/>
          </a:solidFill>
          <a:ln w="31750">
            <a:solidFill>
              <a:srgbClr val="3D1636"/>
            </a:solidFill>
            <a:prstDash val="solid"/>
          </a:ln>
        </p:spPr>
      </p:sp>
      <p:sp>
        <p:nvSpPr>
          <p:cNvPr id="6" name="Shape 3"/>
          <p:cNvSpPr/>
          <p:nvPr/>
        </p:nvSpPr>
        <p:spPr>
          <a:xfrm rot="10800000">
            <a:off x="7333488" y="1307592"/>
            <a:ext cx="3438144" cy="1257300"/>
          </a:xfrm>
          <a:prstGeom prst="triangle">
            <a:avLst/>
          </a:prstGeom>
          <a:solidFill>
            <a:srgbClr val="FBF1F8"/>
          </a:solidFill>
          <a:ln w="31750">
            <a:solidFill>
              <a:srgbClr val="3D1636"/>
            </a:solidFill>
            <a:prstDash val="solid"/>
          </a:ln>
        </p:spPr>
      </p:sp>
      <p:sp>
        <p:nvSpPr>
          <p:cNvPr id="7" name="Shape 4"/>
          <p:cNvSpPr/>
          <p:nvPr/>
        </p:nvSpPr>
        <p:spPr>
          <a:xfrm>
            <a:off x="6675120" y="4206240"/>
            <a:ext cx="4754880" cy="914400"/>
          </a:xfrm>
          <a:prstGeom prst="roundRect">
            <a:avLst>
              <a:gd name="adj" fmla="val 50000"/>
            </a:avLst>
          </a:prstGeom>
          <a:solidFill>
            <a:srgbClr val="3D1636"/>
          </a:solidFill>
          <a:ln w="12700">
            <a:solidFill>
              <a:srgbClr val="3D1636"/>
            </a:solidFill>
            <a:prstDash val="solid"/>
          </a:ln>
        </p:spPr>
      </p:sp>
      <p:sp>
        <p:nvSpPr>
          <p:cNvPr id="8" name="Text 5"/>
          <p:cNvSpPr txBox="1"/>
          <p:nvPr/>
        </p:nvSpPr>
        <p:spPr>
          <a:xfrm>
            <a:off x="6675120" y="4206240"/>
            <a:ext cx="4754880" cy="914400"/>
          </a:xfrm>
          <a:prstGeom prst="rect">
            <a:avLst/>
          </a:prstGeom>
          <a:noFill/>
          <a:ln/>
        </p:spPr>
        <p:txBody>
          <a:bodyPr wrap="square" lIns="0" tIns="0" rIns="0" bIns="0" rtlCol="0" anchor="ctr"/>
          <a:lstStyle/>
          <a:p>
            <a:pPr algn="ctr" indent="0" marL="0">
              <a:buNone/>
            </a:pPr>
            <a:r>
              <a:rPr lang="en-US" sz="2200" b="1" dirty="0">
                <a:solidFill>
                  <a:srgbClr val="F58AD2"/>
                </a:solidFill>
                <a:latin typeface="Poppins" pitchFamily="34" charset="0"/>
                <a:ea typeface="Poppins" pitchFamily="34" charset="-122"/>
                <a:cs typeface="Poppins" pitchFamily="34" charset="-120"/>
              </a:rPr>
              <a:t>support@lingobox.at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Unser Plan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2B1027"/>
                </a:solidFill>
                <a:latin typeface="Poppins" pitchFamily="34" charset="0"/>
                <a:ea typeface="Poppins" pitchFamily="34" charset="-122"/>
                <a:cs typeface="Poppins" pitchFamily="34" charset="-120"/>
              </a:rPr>
              <a:t>Keine stupide Aufzählung – </a:t>
            </a:r>
            <a:pPr indent="0" marL="0">
              <a:lnSpc>
                <a:spcPct val="105000"/>
              </a:lnSpc>
              <a:buNone/>
            </a:pPr>
            <a:r>
              <a:rPr lang="en-US" sz="3800" dirty="0">
                <a:solidFill>
                  <a:srgbClr val="7A1F6B"/>
                </a:solidFill>
                <a:highlight>
                  <a:srgbClr val="F58AD2"/>
                </a:highlight>
                <a:latin typeface="Poppins" pitchFamily="34" charset="0"/>
                <a:ea typeface="Poppins" pitchFamily="34" charset="-122"/>
                <a:cs typeface="Poppins" pitchFamily="34" charset="-120"/>
              </a:rPr>
              <a:t>genau zeigen,</a:t>
            </a:r>
            <a:pPr indent="0" marL="0">
              <a:lnSpc>
                <a:spcPct val="105000"/>
              </a:lnSpc>
              <a:buNone/>
            </a:pPr>
            <a:r>
              <a:rPr lang="en-US" sz="3800" dirty="0">
                <a:solidFill>
                  <a:srgbClr val="2B1027"/>
                </a:solidFill>
                <a:latin typeface="Poppins" pitchFamily="34" charset="0"/>
                <a:ea typeface="Poppins" pitchFamily="34" charset="-122"/>
                <a:cs typeface="Poppins" pitchFamily="34" charset="-120"/>
              </a:rPr>
              <a:t> wie es geht.</a:t>
            </a:r>
            <a:endParaRPr lang="en-US" sz="38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Das ist eigentlich ganz einfach.</a:t>
            </a:r>
            <a:endParaRPr lang="en-US" sz="1800" dirty="0"/>
          </a:p>
        </p:txBody>
      </p:sp>
      <p:sp>
        <p:nvSpPr>
          <p:cNvPr id="6" name="Shape 3"/>
          <p:cNvSpPr/>
          <p:nvPr/>
        </p:nvSpPr>
        <p:spPr>
          <a:xfrm>
            <a:off x="6583680" y="1005840"/>
            <a:ext cx="2286000" cy="3291840"/>
          </a:xfrm>
          <a:prstGeom prst="roundRect">
            <a:avLst>
              <a:gd name="adj" fmla="val 6000"/>
            </a:avLst>
          </a:prstGeom>
          <a:solidFill>
            <a:srgbClr val="FBF1F8"/>
          </a:solidFill>
          <a:ln w="15875">
            <a:solidFill>
              <a:srgbClr val="D3A0C6"/>
            </a:solidFill>
            <a:prstDash val="solid"/>
          </a:ln>
        </p:spPr>
      </p:sp>
      <p:sp>
        <p:nvSpPr>
          <p:cNvPr id="7" name="Shape 4"/>
          <p:cNvSpPr/>
          <p:nvPr/>
        </p:nvSpPr>
        <p:spPr>
          <a:xfrm>
            <a:off x="6812280" y="1554480"/>
            <a:ext cx="1828800" cy="201168"/>
          </a:xfrm>
          <a:prstGeom prst="roundRect">
            <a:avLst>
              <a:gd name="adj" fmla="val 27273"/>
            </a:avLst>
          </a:prstGeom>
          <a:solidFill>
            <a:srgbClr val="F3DDEC"/>
          </a:solidFill>
          <a:ln w="12700">
            <a:solidFill>
              <a:srgbClr val="F3DDEC"/>
            </a:solidFill>
            <a:prstDash val="solid"/>
          </a:ln>
        </p:spPr>
      </p:sp>
      <p:sp>
        <p:nvSpPr>
          <p:cNvPr id="8" name="Shape 5"/>
          <p:cNvSpPr/>
          <p:nvPr/>
        </p:nvSpPr>
        <p:spPr>
          <a:xfrm>
            <a:off x="6812280" y="2011680"/>
            <a:ext cx="1645920" cy="201168"/>
          </a:xfrm>
          <a:prstGeom prst="roundRect">
            <a:avLst>
              <a:gd name="adj" fmla="val 27273"/>
            </a:avLst>
          </a:prstGeom>
          <a:solidFill>
            <a:srgbClr val="F3DDEC"/>
          </a:solidFill>
          <a:ln w="12700">
            <a:solidFill>
              <a:srgbClr val="F3DDEC"/>
            </a:solidFill>
            <a:prstDash val="solid"/>
          </a:ln>
        </p:spPr>
      </p:sp>
      <p:sp>
        <p:nvSpPr>
          <p:cNvPr id="9" name="Shape 6"/>
          <p:cNvSpPr/>
          <p:nvPr/>
        </p:nvSpPr>
        <p:spPr>
          <a:xfrm>
            <a:off x="6812280" y="2468880"/>
            <a:ext cx="1463040" cy="201168"/>
          </a:xfrm>
          <a:prstGeom prst="roundRect">
            <a:avLst>
              <a:gd name="adj" fmla="val 27273"/>
            </a:avLst>
          </a:prstGeom>
          <a:solidFill>
            <a:srgbClr val="F3DDEC"/>
          </a:solidFill>
          <a:ln w="12700">
            <a:solidFill>
              <a:srgbClr val="F3DDEC"/>
            </a:solidFill>
            <a:prstDash val="solid"/>
          </a:ln>
        </p:spPr>
      </p:sp>
      <p:sp>
        <p:nvSpPr>
          <p:cNvPr id="10" name="Shape 7"/>
          <p:cNvSpPr/>
          <p:nvPr/>
        </p:nvSpPr>
        <p:spPr>
          <a:xfrm>
            <a:off x="6812280" y="2926080"/>
            <a:ext cx="1280160" cy="201168"/>
          </a:xfrm>
          <a:prstGeom prst="roundRect">
            <a:avLst>
              <a:gd name="adj" fmla="val 27273"/>
            </a:avLst>
          </a:prstGeom>
          <a:solidFill>
            <a:srgbClr val="F3DDEC"/>
          </a:solidFill>
          <a:ln w="12700">
            <a:solidFill>
              <a:srgbClr val="F3DDEC"/>
            </a:solidFill>
            <a:prstDash val="solid"/>
          </a:ln>
        </p:spPr>
      </p:sp>
      <p:sp>
        <p:nvSpPr>
          <p:cNvPr id="11" name="Shape 8"/>
          <p:cNvSpPr/>
          <p:nvPr/>
        </p:nvSpPr>
        <p:spPr>
          <a:xfrm>
            <a:off x="7452360" y="3383280"/>
            <a:ext cx="731520" cy="731520"/>
          </a:xfrm>
          <a:prstGeom prst="mathMultiply">
            <a:avLst/>
          </a:prstGeom>
          <a:solidFill>
            <a:srgbClr val="FF7A45"/>
          </a:solidFill>
          <a:ln w="12700">
            <a:solidFill>
              <a:srgbClr val="FF7A45"/>
            </a:solidFill>
            <a:prstDash val="solid"/>
          </a:ln>
        </p:spPr>
      </p:sp>
      <p:sp>
        <p:nvSpPr>
          <p:cNvPr id="12" name="Text 9"/>
          <p:cNvSpPr txBox="1"/>
          <p:nvPr/>
        </p:nvSpPr>
        <p:spPr>
          <a:xfrm>
            <a:off x="6583680" y="1097280"/>
            <a:ext cx="2286000" cy="365760"/>
          </a:xfrm>
          <a:prstGeom prst="rect">
            <a:avLst/>
          </a:prstGeom>
          <a:noFill/>
          <a:ln/>
        </p:spPr>
        <p:txBody>
          <a:bodyPr wrap="square" lIns="0" tIns="0" rIns="0" bIns="0" rtlCol="0" anchor="t"/>
          <a:lstStyle/>
          <a:p>
            <a:pPr algn="ctr" indent="0" marL="0">
              <a:buNone/>
            </a:pPr>
            <a:r>
              <a:rPr lang="en-US" sz="1500" b="1" dirty="0">
                <a:solidFill>
                  <a:srgbClr val="2B1027"/>
                </a:solidFill>
                <a:latin typeface="Poppins" pitchFamily="34" charset="0"/>
                <a:ea typeface="Poppins" pitchFamily="34" charset="-122"/>
                <a:cs typeface="Poppins" pitchFamily="34" charset="-120"/>
              </a:rPr>
              <a:t>Aufzählung</a:t>
            </a:r>
            <a:endParaRPr lang="en-US" sz="1500" dirty="0"/>
          </a:p>
        </p:txBody>
      </p:sp>
      <p:sp>
        <p:nvSpPr>
          <p:cNvPr id="13" name="Shape 10"/>
          <p:cNvSpPr/>
          <p:nvPr/>
        </p:nvSpPr>
        <p:spPr>
          <a:xfrm>
            <a:off x="9235440" y="1005840"/>
            <a:ext cx="2286000" cy="3291840"/>
          </a:xfrm>
          <a:prstGeom prst="roundRect">
            <a:avLst>
              <a:gd name="adj" fmla="val 6000"/>
            </a:avLst>
          </a:prstGeom>
          <a:solidFill>
            <a:srgbClr val="FBF1F8"/>
          </a:solidFill>
          <a:ln w="15875">
            <a:solidFill>
              <a:srgbClr val="D3A0C6"/>
            </a:solidFill>
            <a:prstDash val="solid"/>
          </a:ln>
        </p:spPr>
      </p:sp>
      <p:sp>
        <p:nvSpPr>
          <p:cNvPr id="14" name="Shape 11"/>
          <p:cNvSpPr/>
          <p:nvPr/>
        </p:nvSpPr>
        <p:spPr>
          <a:xfrm>
            <a:off x="9464040" y="1645920"/>
            <a:ext cx="1828800" cy="1188720"/>
          </a:xfrm>
          <a:prstGeom prst="roundRect">
            <a:avLst>
              <a:gd name="adj" fmla="val 7692"/>
            </a:avLst>
          </a:prstGeom>
          <a:solidFill>
            <a:srgbClr val="3D1636"/>
          </a:solidFill>
          <a:ln w="12700">
            <a:solidFill>
              <a:srgbClr val="3D1636"/>
            </a:solidFill>
            <a:prstDash val="solid"/>
          </a:ln>
        </p:spPr>
      </p:sp>
      <p:sp>
        <p:nvSpPr>
          <p:cNvPr id="15" name="Shape 12"/>
          <p:cNvSpPr/>
          <p:nvPr/>
        </p:nvSpPr>
        <p:spPr>
          <a:xfrm rot="5400000">
            <a:off x="10104120" y="1965960"/>
            <a:ext cx="548640" cy="548640"/>
          </a:xfrm>
          <a:prstGeom prst="triangle">
            <a:avLst/>
          </a:prstGeom>
          <a:solidFill>
            <a:srgbClr val="F58AD2"/>
          </a:solidFill>
          <a:ln w="12700">
            <a:solidFill>
              <a:srgbClr val="F58AD2"/>
            </a:solidFill>
            <a:prstDash val="solid"/>
          </a:ln>
        </p:spPr>
      </p:sp>
      <p:sp>
        <p:nvSpPr>
          <p:cNvPr id="16" name="Shape 13"/>
          <p:cNvSpPr/>
          <p:nvPr/>
        </p:nvSpPr>
        <p:spPr>
          <a:xfrm rot="2700000">
            <a:off x="10141610" y="3469234"/>
            <a:ext cx="217627" cy="73152"/>
          </a:xfrm>
          <a:prstGeom prst="roundRect">
            <a:avLst>
              <a:gd name="adj" fmla="val 37500"/>
            </a:avLst>
          </a:prstGeom>
          <a:solidFill>
            <a:srgbClr val="3D1636"/>
          </a:solidFill>
          <a:ln w="12700">
            <a:solidFill>
              <a:srgbClr val="3D1636"/>
            </a:solidFill>
            <a:prstDash val="solid"/>
          </a:ln>
        </p:spPr>
      </p:sp>
      <p:sp>
        <p:nvSpPr>
          <p:cNvPr id="17" name="Shape 14"/>
          <p:cNvSpPr/>
          <p:nvPr/>
        </p:nvSpPr>
        <p:spPr>
          <a:xfrm rot="18900000">
            <a:off x="10231222" y="3379622"/>
            <a:ext cx="448056" cy="73152"/>
          </a:xfrm>
          <a:prstGeom prst="roundRect">
            <a:avLst>
              <a:gd name="adj" fmla="val 37500"/>
            </a:avLst>
          </a:prstGeom>
          <a:solidFill>
            <a:srgbClr val="3D1636"/>
          </a:solidFill>
          <a:ln w="12700">
            <a:solidFill>
              <a:srgbClr val="3D1636"/>
            </a:solidFill>
            <a:prstDash val="solid"/>
          </a:ln>
        </p:spPr>
      </p:sp>
      <p:sp>
        <p:nvSpPr>
          <p:cNvPr id="18" name="Text 15"/>
          <p:cNvSpPr txBox="1"/>
          <p:nvPr/>
        </p:nvSpPr>
        <p:spPr>
          <a:xfrm>
            <a:off x="9235440" y="1097280"/>
            <a:ext cx="2286000" cy="365760"/>
          </a:xfrm>
          <a:prstGeom prst="rect">
            <a:avLst/>
          </a:prstGeom>
          <a:noFill/>
          <a:ln/>
        </p:spPr>
        <p:txBody>
          <a:bodyPr wrap="square" lIns="0" tIns="0" rIns="0" bIns="0" rtlCol="0" anchor="t"/>
          <a:lstStyle/>
          <a:p>
            <a:pPr algn="ctr" indent="0" marL="0">
              <a:buNone/>
            </a:pPr>
            <a:r>
              <a:rPr lang="en-US" sz="1500" b="1" dirty="0">
                <a:solidFill>
                  <a:srgbClr val="2B1027"/>
                </a:solidFill>
                <a:latin typeface="Poppins" pitchFamily="34" charset="0"/>
                <a:ea typeface="Poppins" pitchFamily="34" charset="-122"/>
                <a:cs typeface="Poppins" pitchFamily="34" charset="-120"/>
              </a:rPr>
              <a:t>Zeigen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Das erwartet dich</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2B1027"/>
                </a:solidFill>
                <a:latin typeface="Poppins" pitchFamily="34" charset="0"/>
                <a:ea typeface="Poppins" pitchFamily="34" charset="-122"/>
                <a:cs typeface="Poppins" pitchFamily="34" charset="-120"/>
              </a:rPr>
              <a:t>Zuerst: </a:t>
            </a:r>
            <a:pPr indent="0" marL="0">
              <a:lnSpc>
                <a:spcPct val="105000"/>
              </a:lnSpc>
              <a:buNone/>
            </a:pPr>
            <a:r>
              <a:rPr lang="en-US" sz="4400" dirty="0">
                <a:solidFill>
                  <a:srgbClr val="7A1F6B"/>
                </a:solidFill>
                <a:highlight>
                  <a:srgbClr val="F58AD2"/>
                </a:highlight>
                <a:latin typeface="Poppins" pitchFamily="34" charset="0"/>
                <a:ea typeface="Poppins" pitchFamily="34" charset="-122"/>
                <a:cs typeface="Poppins" pitchFamily="34" charset="-120"/>
              </a:rPr>
              <a:t>Konto</a:t>
            </a:r>
            <a:pPr indent="0" marL="0">
              <a:lnSpc>
                <a:spcPct val="105000"/>
              </a:lnSpc>
              <a:buNone/>
            </a:pPr>
            <a:r>
              <a:rPr lang="en-US" sz="4400" dirty="0">
                <a:solidFill>
                  <a:srgbClr val="2B1027"/>
                </a:solidFill>
                <a:latin typeface="Poppins" pitchFamily="34" charset="0"/>
                <a:ea typeface="Poppins" pitchFamily="34" charset="-122"/>
                <a:cs typeface="Poppins" pitchFamily="34" charset="-120"/>
              </a:rPr>
              <a:t> und </a:t>
            </a:r>
            <a:pPr indent="0" marL="0">
              <a:lnSpc>
                <a:spcPct val="105000"/>
              </a:lnSpc>
              <a:buNone/>
            </a:pPr>
            <a:r>
              <a:rPr lang="en-US" sz="4400" dirty="0">
                <a:solidFill>
                  <a:srgbClr val="7A1F6B"/>
                </a:solidFill>
                <a:highlight>
                  <a:srgbClr val="F58AD2"/>
                </a:highlight>
                <a:latin typeface="Poppins" pitchFamily="34" charset="0"/>
                <a:ea typeface="Poppins" pitchFamily="34" charset="-122"/>
                <a:cs typeface="Poppins" pitchFamily="34" charset="-120"/>
              </a:rPr>
              <a:t>Sets.</a:t>
            </a:r>
            <a:endParaRPr lang="en-US" sz="44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Ein Konto erstellen, dann Sets anlegen oder importieren.</a:t>
            </a:r>
            <a:endParaRPr lang="en-US" sz="1800" dirty="0"/>
          </a:p>
        </p:txBody>
      </p:sp>
      <p:sp>
        <p:nvSpPr>
          <p:cNvPr id="6" name="Shape 3"/>
          <p:cNvSpPr/>
          <p:nvPr/>
        </p:nvSpPr>
        <p:spPr>
          <a:xfrm>
            <a:off x="6583680" y="914400"/>
            <a:ext cx="4937760" cy="868680"/>
          </a:xfrm>
          <a:prstGeom prst="roundRect">
            <a:avLst>
              <a:gd name="adj" fmla="val 15789"/>
            </a:avLst>
          </a:prstGeom>
          <a:solidFill>
            <a:srgbClr val="FBF1F8"/>
          </a:solidFill>
          <a:ln w="15875">
            <a:solidFill>
              <a:srgbClr val="D3A0C6"/>
            </a:solidFill>
            <a:prstDash val="solid"/>
          </a:ln>
        </p:spPr>
      </p:sp>
      <p:sp>
        <p:nvSpPr>
          <p:cNvPr id="7" name="Shape 4"/>
          <p:cNvSpPr/>
          <p:nvPr/>
        </p:nvSpPr>
        <p:spPr>
          <a:xfrm>
            <a:off x="6583680" y="914400"/>
            <a:ext cx="4937760" cy="868680"/>
          </a:xfrm>
          <a:prstGeom prst="roundRect">
            <a:avLst>
              <a:gd name="adj" fmla="val 15789"/>
            </a:avLst>
          </a:prstGeom>
          <a:solidFill>
            <a:srgbClr val="F58AD2"/>
          </a:solidFill>
          <a:ln w="31750">
            <a:solidFill>
              <a:srgbClr val="3D1636"/>
            </a:solidFill>
            <a:prstDash val="solid"/>
          </a:ln>
        </p:spPr>
      </p:sp>
      <p:sp>
        <p:nvSpPr>
          <p:cNvPr id="8" name="Shape 5"/>
          <p:cNvSpPr/>
          <p:nvPr/>
        </p:nvSpPr>
        <p:spPr>
          <a:xfrm>
            <a:off x="6766560" y="1097280"/>
            <a:ext cx="502920" cy="502920"/>
          </a:xfrm>
          <a:prstGeom prst="ellipse">
            <a:avLst/>
          </a:prstGeom>
          <a:solidFill>
            <a:srgbClr val="3D1636"/>
          </a:solidFill>
          <a:ln w="12700">
            <a:solidFill>
              <a:srgbClr val="3D1636"/>
            </a:solidFill>
            <a:prstDash val="solid"/>
          </a:ln>
        </p:spPr>
      </p:sp>
      <p:sp>
        <p:nvSpPr>
          <p:cNvPr id="9" name="Text 6"/>
          <p:cNvSpPr txBox="1"/>
          <p:nvPr/>
        </p:nvSpPr>
        <p:spPr>
          <a:xfrm>
            <a:off x="6766560" y="1097280"/>
            <a:ext cx="502920" cy="502920"/>
          </a:xfrm>
          <a:prstGeom prst="rect">
            <a:avLst/>
          </a:prstGeom>
          <a:noFill/>
          <a:ln/>
        </p:spPr>
        <p:txBody>
          <a:bodyPr wrap="square" lIns="0" tIns="0" rIns="0" bIns="0" rtlCol="0" anchor="ctr"/>
          <a:lstStyle/>
          <a:p>
            <a:pPr algn="ctr" indent="0" marL="0">
              <a:buNone/>
            </a:pPr>
            <a:r>
              <a:rPr lang="en-US" sz="1600" b="1" dirty="0">
                <a:solidFill>
                  <a:srgbClr val="F58AD2"/>
                </a:solidFill>
                <a:latin typeface="Poppins" pitchFamily="34" charset="0"/>
                <a:ea typeface="Poppins" pitchFamily="34" charset="-122"/>
                <a:cs typeface="Poppins" pitchFamily="34" charset="-120"/>
              </a:rPr>
              <a:t>1</a:t>
            </a:r>
            <a:endParaRPr lang="en-US" sz="1600" dirty="0"/>
          </a:p>
        </p:txBody>
      </p:sp>
      <p:sp>
        <p:nvSpPr>
          <p:cNvPr id="10" name="Text 7"/>
          <p:cNvSpPr txBox="1"/>
          <p:nvPr/>
        </p:nvSpPr>
        <p:spPr>
          <a:xfrm>
            <a:off x="7498080" y="914400"/>
            <a:ext cx="3931920" cy="868680"/>
          </a:xfrm>
          <a:prstGeom prst="rect">
            <a:avLst/>
          </a:prstGeom>
          <a:noFill/>
          <a:ln/>
        </p:spPr>
        <p:txBody>
          <a:bodyPr wrap="square" lIns="0" tIns="0" rIns="0" bIns="0" rtlCol="0" anchor="ctr"/>
          <a:lstStyle/>
          <a:p>
            <a:pPr indent="0" marL="0">
              <a:buNone/>
            </a:pPr>
            <a:r>
              <a:rPr lang="en-US" sz="1600" b="1" dirty="0">
                <a:solidFill>
                  <a:srgbClr val="2B1027"/>
                </a:solidFill>
                <a:latin typeface="Poppins" pitchFamily="34" charset="0"/>
                <a:ea typeface="Poppins" pitchFamily="34" charset="-122"/>
                <a:cs typeface="Poppins" pitchFamily="34" charset="-120"/>
              </a:rPr>
              <a:t>Konto erstellen</a:t>
            </a:r>
            <a:endParaRPr lang="en-US" sz="1600" dirty="0"/>
          </a:p>
        </p:txBody>
      </p:sp>
      <p:sp>
        <p:nvSpPr>
          <p:cNvPr id="11" name="Shape 8"/>
          <p:cNvSpPr/>
          <p:nvPr/>
        </p:nvSpPr>
        <p:spPr>
          <a:xfrm>
            <a:off x="6583680" y="1965960"/>
            <a:ext cx="4937760" cy="868680"/>
          </a:xfrm>
          <a:prstGeom prst="roundRect">
            <a:avLst>
              <a:gd name="adj" fmla="val 15789"/>
            </a:avLst>
          </a:prstGeom>
          <a:solidFill>
            <a:srgbClr val="FBF1F8"/>
          </a:solidFill>
          <a:ln w="15875">
            <a:solidFill>
              <a:srgbClr val="D3A0C6"/>
            </a:solidFill>
            <a:prstDash val="solid"/>
          </a:ln>
        </p:spPr>
      </p:sp>
      <p:sp>
        <p:nvSpPr>
          <p:cNvPr id="12" name="Shape 9"/>
          <p:cNvSpPr/>
          <p:nvPr/>
        </p:nvSpPr>
        <p:spPr>
          <a:xfrm>
            <a:off x="6583680" y="1965960"/>
            <a:ext cx="4937760" cy="868680"/>
          </a:xfrm>
          <a:prstGeom prst="roundRect">
            <a:avLst>
              <a:gd name="adj" fmla="val 15789"/>
            </a:avLst>
          </a:prstGeom>
          <a:solidFill>
            <a:srgbClr val="F58AD2"/>
          </a:solidFill>
          <a:ln w="31750">
            <a:solidFill>
              <a:srgbClr val="3D1636"/>
            </a:solidFill>
            <a:prstDash val="solid"/>
          </a:ln>
        </p:spPr>
      </p:sp>
      <p:sp>
        <p:nvSpPr>
          <p:cNvPr id="13" name="Shape 10"/>
          <p:cNvSpPr/>
          <p:nvPr/>
        </p:nvSpPr>
        <p:spPr>
          <a:xfrm>
            <a:off x="6766560" y="2148840"/>
            <a:ext cx="502920" cy="502920"/>
          </a:xfrm>
          <a:prstGeom prst="ellipse">
            <a:avLst/>
          </a:prstGeom>
          <a:solidFill>
            <a:srgbClr val="3D1636"/>
          </a:solidFill>
          <a:ln w="12700">
            <a:solidFill>
              <a:srgbClr val="3D1636"/>
            </a:solidFill>
            <a:prstDash val="solid"/>
          </a:ln>
        </p:spPr>
      </p:sp>
      <p:sp>
        <p:nvSpPr>
          <p:cNvPr id="14" name="Text 11"/>
          <p:cNvSpPr txBox="1"/>
          <p:nvPr/>
        </p:nvSpPr>
        <p:spPr>
          <a:xfrm>
            <a:off x="6766560" y="2148840"/>
            <a:ext cx="502920" cy="502920"/>
          </a:xfrm>
          <a:prstGeom prst="rect">
            <a:avLst/>
          </a:prstGeom>
          <a:noFill/>
          <a:ln/>
        </p:spPr>
        <p:txBody>
          <a:bodyPr wrap="square" lIns="0" tIns="0" rIns="0" bIns="0" rtlCol="0" anchor="ctr"/>
          <a:lstStyle/>
          <a:p>
            <a:pPr algn="ctr" indent="0" marL="0">
              <a:buNone/>
            </a:pPr>
            <a:r>
              <a:rPr lang="en-US" sz="1600" b="1" dirty="0">
                <a:solidFill>
                  <a:srgbClr val="F58AD2"/>
                </a:solidFill>
                <a:latin typeface="Poppins" pitchFamily="34" charset="0"/>
                <a:ea typeface="Poppins" pitchFamily="34" charset="-122"/>
                <a:cs typeface="Poppins" pitchFamily="34" charset="-120"/>
              </a:rPr>
              <a:t>2</a:t>
            </a:r>
            <a:endParaRPr lang="en-US" sz="1600" dirty="0"/>
          </a:p>
        </p:txBody>
      </p:sp>
      <p:sp>
        <p:nvSpPr>
          <p:cNvPr id="15" name="Text 12"/>
          <p:cNvSpPr txBox="1"/>
          <p:nvPr/>
        </p:nvSpPr>
        <p:spPr>
          <a:xfrm>
            <a:off x="7498080" y="1965960"/>
            <a:ext cx="3931920" cy="868680"/>
          </a:xfrm>
          <a:prstGeom prst="rect">
            <a:avLst/>
          </a:prstGeom>
          <a:noFill/>
          <a:ln/>
        </p:spPr>
        <p:txBody>
          <a:bodyPr wrap="square" lIns="0" tIns="0" rIns="0" bIns="0" rtlCol="0" anchor="ctr"/>
          <a:lstStyle/>
          <a:p>
            <a:pPr indent="0" marL="0">
              <a:buNone/>
            </a:pPr>
            <a:r>
              <a:rPr lang="en-US" sz="1600" b="1" dirty="0">
                <a:solidFill>
                  <a:srgbClr val="2B1027"/>
                </a:solidFill>
                <a:latin typeface="Poppins" pitchFamily="34" charset="0"/>
                <a:ea typeface="Poppins" pitchFamily="34" charset="-122"/>
                <a:cs typeface="Poppins" pitchFamily="34" charset="-120"/>
              </a:rPr>
              <a:t>Sets anlegen oder importieren</a:t>
            </a:r>
            <a:endParaRPr lang="en-US" sz="1600" dirty="0"/>
          </a:p>
        </p:txBody>
      </p:sp>
      <p:sp>
        <p:nvSpPr>
          <p:cNvPr id="16" name="Shape 13"/>
          <p:cNvSpPr/>
          <p:nvPr/>
        </p:nvSpPr>
        <p:spPr>
          <a:xfrm>
            <a:off x="6583680" y="3017520"/>
            <a:ext cx="4937760" cy="868680"/>
          </a:xfrm>
          <a:prstGeom prst="roundRect">
            <a:avLst>
              <a:gd name="adj" fmla="val 15789"/>
            </a:avLst>
          </a:prstGeom>
          <a:solidFill>
            <a:srgbClr val="FBF1F8"/>
          </a:solidFill>
          <a:ln w="15875">
            <a:solidFill>
              <a:srgbClr val="D3A0C6"/>
            </a:solidFill>
            <a:prstDash val="solid"/>
          </a:ln>
        </p:spPr>
      </p:sp>
      <p:sp>
        <p:nvSpPr>
          <p:cNvPr id="17" name="Shape 14"/>
          <p:cNvSpPr/>
          <p:nvPr/>
        </p:nvSpPr>
        <p:spPr>
          <a:xfrm>
            <a:off x="6766560" y="3200400"/>
            <a:ext cx="502920" cy="502920"/>
          </a:xfrm>
          <a:prstGeom prst="ellipse">
            <a:avLst/>
          </a:prstGeom>
          <a:solidFill>
            <a:srgbClr val="F3DDEC"/>
          </a:solidFill>
          <a:ln w="12700">
            <a:solidFill>
              <a:srgbClr val="F3DDEC"/>
            </a:solidFill>
            <a:prstDash val="solid"/>
          </a:ln>
        </p:spPr>
      </p:sp>
      <p:sp>
        <p:nvSpPr>
          <p:cNvPr id="18" name="Text 15"/>
          <p:cNvSpPr txBox="1"/>
          <p:nvPr/>
        </p:nvSpPr>
        <p:spPr>
          <a:xfrm>
            <a:off x="6766560" y="320040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3</a:t>
            </a:r>
            <a:endParaRPr lang="en-US" sz="1600" dirty="0"/>
          </a:p>
        </p:txBody>
      </p:sp>
      <p:sp>
        <p:nvSpPr>
          <p:cNvPr id="19" name="Text 16"/>
          <p:cNvSpPr txBox="1"/>
          <p:nvPr/>
        </p:nvSpPr>
        <p:spPr>
          <a:xfrm>
            <a:off x="7498080" y="301752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Üben und Fortschritt verwalten</a:t>
            </a:r>
            <a:endParaRPr lang="en-US" sz="1600" dirty="0"/>
          </a:p>
        </p:txBody>
      </p:sp>
      <p:sp>
        <p:nvSpPr>
          <p:cNvPr id="20" name="Shape 17"/>
          <p:cNvSpPr/>
          <p:nvPr/>
        </p:nvSpPr>
        <p:spPr>
          <a:xfrm>
            <a:off x="6583680" y="4069080"/>
            <a:ext cx="4937760" cy="868680"/>
          </a:xfrm>
          <a:prstGeom prst="roundRect">
            <a:avLst>
              <a:gd name="adj" fmla="val 15789"/>
            </a:avLst>
          </a:prstGeom>
          <a:solidFill>
            <a:srgbClr val="FBF1F8"/>
          </a:solidFill>
          <a:ln w="15875">
            <a:solidFill>
              <a:srgbClr val="D3A0C6"/>
            </a:solidFill>
            <a:prstDash val="solid"/>
          </a:ln>
        </p:spPr>
      </p:sp>
      <p:sp>
        <p:nvSpPr>
          <p:cNvPr id="21" name="Shape 18"/>
          <p:cNvSpPr/>
          <p:nvPr/>
        </p:nvSpPr>
        <p:spPr>
          <a:xfrm>
            <a:off x="6766560" y="4251960"/>
            <a:ext cx="502920" cy="502920"/>
          </a:xfrm>
          <a:prstGeom prst="ellipse">
            <a:avLst/>
          </a:prstGeom>
          <a:solidFill>
            <a:srgbClr val="F3DDEC"/>
          </a:solidFill>
          <a:ln w="12700">
            <a:solidFill>
              <a:srgbClr val="F3DDEC"/>
            </a:solidFill>
            <a:prstDash val="solid"/>
          </a:ln>
        </p:spPr>
      </p:sp>
      <p:sp>
        <p:nvSpPr>
          <p:cNvPr id="22" name="Text 19"/>
          <p:cNvSpPr txBox="1"/>
          <p:nvPr/>
        </p:nvSpPr>
        <p:spPr>
          <a:xfrm>
            <a:off x="6766560" y="425196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4</a:t>
            </a:r>
            <a:endParaRPr lang="en-US" sz="1600" dirty="0"/>
          </a:p>
        </p:txBody>
      </p:sp>
      <p:sp>
        <p:nvSpPr>
          <p:cNvPr id="23" name="Text 20"/>
          <p:cNvSpPr txBox="1"/>
          <p:nvPr/>
        </p:nvSpPr>
        <p:spPr>
          <a:xfrm>
            <a:off x="7498080" y="406908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HÜ-Modus: Hausaufgaben und Lernfortschritt</a:t>
            </a:r>
            <a:endParaRPr lang="en-US" sz="1600" dirty="0"/>
          </a:p>
        </p:txBody>
      </p:sp>
      <p:sp>
        <p:nvSpPr>
          <p:cNvPr id="24" name="Shape 21"/>
          <p:cNvSpPr/>
          <p:nvPr/>
        </p:nvSpPr>
        <p:spPr>
          <a:xfrm>
            <a:off x="6583680" y="5120640"/>
            <a:ext cx="4937760" cy="868680"/>
          </a:xfrm>
          <a:prstGeom prst="roundRect">
            <a:avLst>
              <a:gd name="adj" fmla="val 15789"/>
            </a:avLst>
          </a:prstGeom>
          <a:solidFill>
            <a:srgbClr val="FBF1F8"/>
          </a:solidFill>
          <a:ln w="15875">
            <a:solidFill>
              <a:srgbClr val="D3A0C6"/>
            </a:solidFill>
            <a:prstDash val="solid"/>
          </a:ln>
        </p:spPr>
      </p:sp>
      <p:sp>
        <p:nvSpPr>
          <p:cNvPr id="25" name="Shape 22"/>
          <p:cNvSpPr/>
          <p:nvPr/>
        </p:nvSpPr>
        <p:spPr>
          <a:xfrm>
            <a:off x="6766560" y="5303520"/>
            <a:ext cx="502920" cy="502920"/>
          </a:xfrm>
          <a:prstGeom prst="ellipse">
            <a:avLst/>
          </a:prstGeom>
          <a:solidFill>
            <a:srgbClr val="F3DDEC"/>
          </a:solidFill>
          <a:ln w="12700">
            <a:solidFill>
              <a:srgbClr val="F3DDEC"/>
            </a:solidFill>
            <a:prstDash val="solid"/>
          </a:ln>
        </p:spPr>
      </p:sp>
      <p:sp>
        <p:nvSpPr>
          <p:cNvPr id="26" name="Text 23"/>
          <p:cNvSpPr txBox="1"/>
          <p:nvPr/>
        </p:nvSpPr>
        <p:spPr>
          <a:xfrm>
            <a:off x="6766560" y="530352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5</a:t>
            </a:r>
            <a:endParaRPr lang="en-US" sz="1600" dirty="0"/>
          </a:p>
        </p:txBody>
      </p:sp>
      <p:sp>
        <p:nvSpPr>
          <p:cNvPr id="27" name="Text 24"/>
          <p:cNvSpPr txBox="1"/>
          <p:nvPr/>
        </p:nvSpPr>
        <p:spPr>
          <a:xfrm>
            <a:off x="7498080" y="512064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LiveModus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Das erwartet dich</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2B1027"/>
                </a:solidFill>
                <a:latin typeface="Poppins" pitchFamily="34" charset="0"/>
                <a:ea typeface="Poppins" pitchFamily="34" charset="-122"/>
                <a:cs typeface="Poppins" pitchFamily="34" charset="-120"/>
              </a:rPr>
              <a:t>Dann: </a:t>
            </a:r>
            <a:pPr indent="0" marL="0">
              <a:lnSpc>
                <a:spcPct val="105000"/>
              </a:lnSpc>
              <a:buNone/>
            </a:pPr>
            <a:r>
              <a:rPr lang="en-US" sz="4400" dirty="0">
                <a:solidFill>
                  <a:srgbClr val="7A1F6B"/>
                </a:solidFill>
                <a:highlight>
                  <a:srgbClr val="F58AD2"/>
                </a:highlight>
                <a:latin typeface="Poppins" pitchFamily="34" charset="0"/>
                <a:ea typeface="Poppins" pitchFamily="34" charset="-122"/>
                <a:cs typeface="Poppins" pitchFamily="34" charset="-120"/>
              </a:rPr>
              <a:t>Üben</a:t>
            </a:r>
            <a:pPr indent="0" marL="0">
              <a:lnSpc>
                <a:spcPct val="105000"/>
              </a:lnSpc>
              <a:buNone/>
            </a:pPr>
            <a:r>
              <a:rPr lang="en-US" sz="4400" dirty="0">
                <a:solidFill>
                  <a:srgbClr val="2B1027"/>
                </a:solidFill>
                <a:latin typeface="Poppins" pitchFamily="34" charset="0"/>
                <a:ea typeface="Poppins" pitchFamily="34" charset="-122"/>
                <a:cs typeface="Poppins" pitchFamily="34" charset="-120"/>
              </a:rPr>
              <a:t> und </a:t>
            </a:r>
            <a:pPr indent="0" marL="0">
              <a:lnSpc>
                <a:spcPct val="105000"/>
              </a:lnSpc>
              <a:buNone/>
            </a:pPr>
            <a:r>
              <a:rPr lang="en-US" sz="4400" dirty="0">
                <a:solidFill>
                  <a:srgbClr val="7A1F6B"/>
                </a:solidFill>
                <a:highlight>
                  <a:srgbClr val="F58AD2"/>
                </a:highlight>
                <a:latin typeface="Poppins" pitchFamily="34" charset="0"/>
                <a:ea typeface="Poppins" pitchFamily="34" charset="-122"/>
                <a:cs typeface="Poppins" pitchFamily="34" charset="-120"/>
              </a:rPr>
              <a:t>Fortschritt.</a:t>
            </a:r>
            <a:endParaRPr lang="en-US" sz="44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Mit den Sets üben und den Fortschritt verwalten.</a:t>
            </a:r>
            <a:endParaRPr lang="en-US" sz="1800" dirty="0"/>
          </a:p>
        </p:txBody>
      </p:sp>
      <p:sp>
        <p:nvSpPr>
          <p:cNvPr id="6" name="Shape 3"/>
          <p:cNvSpPr/>
          <p:nvPr/>
        </p:nvSpPr>
        <p:spPr>
          <a:xfrm>
            <a:off x="6583680" y="914400"/>
            <a:ext cx="4937760" cy="868680"/>
          </a:xfrm>
          <a:prstGeom prst="roundRect">
            <a:avLst>
              <a:gd name="adj" fmla="val 15789"/>
            </a:avLst>
          </a:prstGeom>
          <a:solidFill>
            <a:srgbClr val="FBF1F8"/>
          </a:solidFill>
          <a:ln w="15875">
            <a:solidFill>
              <a:srgbClr val="D3A0C6"/>
            </a:solidFill>
            <a:prstDash val="solid"/>
          </a:ln>
        </p:spPr>
      </p:sp>
      <p:sp>
        <p:nvSpPr>
          <p:cNvPr id="7" name="Shape 4"/>
          <p:cNvSpPr/>
          <p:nvPr/>
        </p:nvSpPr>
        <p:spPr>
          <a:xfrm>
            <a:off x="6766560" y="1097280"/>
            <a:ext cx="502920" cy="502920"/>
          </a:xfrm>
          <a:prstGeom prst="ellipse">
            <a:avLst/>
          </a:prstGeom>
          <a:solidFill>
            <a:srgbClr val="F3DDEC"/>
          </a:solidFill>
          <a:ln w="12700">
            <a:solidFill>
              <a:srgbClr val="F3DDEC"/>
            </a:solidFill>
            <a:prstDash val="solid"/>
          </a:ln>
        </p:spPr>
      </p:sp>
      <p:sp>
        <p:nvSpPr>
          <p:cNvPr id="8" name="Text 5"/>
          <p:cNvSpPr txBox="1"/>
          <p:nvPr/>
        </p:nvSpPr>
        <p:spPr>
          <a:xfrm>
            <a:off x="6766560" y="109728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1</a:t>
            </a:r>
            <a:endParaRPr lang="en-US" sz="1600" dirty="0"/>
          </a:p>
        </p:txBody>
      </p:sp>
      <p:sp>
        <p:nvSpPr>
          <p:cNvPr id="9" name="Text 6"/>
          <p:cNvSpPr txBox="1"/>
          <p:nvPr/>
        </p:nvSpPr>
        <p:spPr>
          <a:xfrm>
            <a:off x="7498080" y="91440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Konto erstellen</a:t>
            </a:r>
            <a:endParaRPr lang="en-US" sz="1600" dirty="0"/>
          </a:p>
        </p:txBody>
      </p:sp>
      <p:sp>
        <p:nvSpPr>
          <p:cNvPr id="10" name="Shape 7"/>
          <p:cNvSpPr/>
          <p:nvPr/>
        </p:nvSpPr>
        <p:spPr>
          <a:xfrm>
            <a:off x="6583680" y="1965960"/>
            <a:ext cx="4937760" cy="868680"/>
          </a:xfrm>
          <a:prstGeom prst="roundRect">
            <a:avLst>
              <a:gd name="adj" fmla="val 15789"/>
            </a:avLst>
          </a:prstGeom>
          <a:solidFill>
            <a:srgbClr val="FBF1F8"/>
          </a:solidFill>
          <a:ln w="15875">
            <a:solidFill>
              <a:srgbClr val="D3A0C6"/>
            </a:solidFill>
            <a:prstDash val="solid"/>
          </a:ln>
        </p:spPr>
      </p:sp>
      <p:sp>
        <p:nvSpPr>
          <p:cNvPr id="11" name="Shape 8"/>
          <p:cNvSpPr/>
          <p:nvPr/>
        </p:nvSpPr>
        <p:spPr>
          <a:xfrm>
            <a:off x="6766560" y="2148840"/>
            <a:ext cx="502920" cy="502920"/>
          </a:xfrm>
          <a:prstGeom prst="ellipse">
            <a:avLst/>
          </a:prstGeom>
          <a:solidFill>
            <a:srgbClr val="F3DDEC"/>
          </a:solidFill>
          <a:ln w="12700">
            <a:solidFill>
              <a:srgbClr val="F3DDEC"/>
            </a:solidFill>
            <a:prstDash val="solid"/>
          </a:ln>
        </p:spPr>
      </p:sp>
      <p:sp>
        <p:nvSpPr>
          <p:cNvPr id="12" name="Text 9"/>
          <p:cNvSpPr txBox="1"/>
          <p:nvPr/>
        </p:nvSpPr>
        <p:spPr>
          <a:xfrm>
            <a:off x="6766560" y="214884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2</a:t>
            </a:r>
            <a:endParaRPr lang="en-US" sz="1600" dirty="0"/>
          </a:p>
        </p:txBody>
      </p:sp>
      <p:sp>
        <p:nvSpPr>
          <p:cNvPr id="13" name="Text 10"/>
          <p:cNvSpPr txBox="1"/>
          <p:nvPr/>
        </p:nvSpPr>
        <p:spPr>
          <a:xfrm>
            <a:off x="7498080" y="196596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Sets anlegen oder importieren</a:t>
            </a:r>
            <a:endParaRPr lang="en-US" sz="1600" dirty="0"/>
          </a:p>
        </p:txBody>
      </p:sp>
      <p:sp>
        <p:nvSpPr>
          <p:cNvPr id="14" name="Shape 11"/>
          <p:cNvSpPr/>
          <p:nvPr/>
        </p:nvSpPr>
        <p:spPr>
          <a:xfrm>
            <a:off x="6583680" y="3017520"/>
            <a:ext cx="4937760" cy="868680"/>
          </a:xfrm>
          <a:prstGeom prst="roundRect">
            <a:avLst>
              <a:gd name="adj" fmla="val 15789"/>
            </a:avLst>
          </a:prstGeom>
          <a:solidFill>
            <a:srgbClr val="FBF1F8"/>
          </a:solidFill>
          <a:ln w="15875">
            <a:solidFill>
              <a:srgbClr val="D3A0C6"/>
            </a:solidFill>
            <a:prstDash val="solid"/>
          </a:ln>
        </p:spPr>
      </p:sp>
      <p:sp>
        <p:nvSpPr>
          <p:cNvPr id="15" name="Shape 12"/>
          <p:cNvSpPr/>
          <p:nvPr/>
        </p:nvSpPr>
        <p:spPr>
          <a:xfrm>
            <a:off x="6583680" y="3017520"/>
            <a:ext cx="4937760" cy="868680"/>
          </a:xfrm>
          <a:prstGeom prst="roundRect">
            <a:avLst>
              <a:gd name="adj" fmla="val 15789"/>
            </a:avLst>
          </a:prstGeom>
          <a:solidFill>
            <a:srgbClr val="F58AD2"/>
          </a:solidFill>
          <a:ln w="31750">
            <a:solidFill>
              <a:srgbClr val="3D1636"/>
            </a:solidFill>
            <a:prstDash val="solid"/>
          </a:ln>
        </p:spPr>
      </p:sp>
      <p:sp>
        <p:nvSpPr>
          <p:cNvPr id="16" name="Shape 13"/>
          <p:cNvSpPr/>
          <p:nvPr/>
        </p:nvSpPr>
        <p:spPr>
          <a:xfrm>
            <a:off x="6766560" y="3200400"/>
            <a:ext cx="502920" cy="502920"/>
          </a:xfrm>
          <a:prstGeom prst="ellipse">
            <a:avLst/>
          </a:prstGeom>
          <a:solidFill>
            <a:srgbClr val="3D1636"/>
          </a:solidFill>
          <a:ln w="12700">
            <a:solidFill>
              <a:srgbClr val="3D1636"/>
            </a:solidFill>
            <a:prstDash val="solid"/>
          </a:ln>
        </p:spPr>
      </p:sp>
      <p:sp>
        <p:nvSpPr>
          <p:cNvPr id="17" name="Text 14"/>
          <p:cNvSpPr txBox="1"/>
          <p:nvPr/>
        </p:nvSpPr>
        <p:spPr>
          <a:xfrm>
            <a:off x="6766560" y="3200400"/>
            <a:ext cx="502920" cy="502920"/>
          </a:xfrm>
          <a:prstGeom prst="rect">
            <a:avLst/>
          </a:prstGeom>
          <a:noFill/>
          <a:ln/>
        </p:spPr>
        <p:txBody>
          <a:bodyPr wrap="square" lIns="0" tIns="0" rIns="0" bIns="0" rtlCol="0" anchor="ctr"/>
          <a:lstStyle/>
          <a:p>
            <a:pPr algn="ctr" indent="0" marL="0">
              <a:buNone/>
            </a:pPr>
            <a:r>
              <a:rPr lang="en-US" sz="1600" b="1" dirty="0">
                <a:solidFill>
                  <a:srgbClr val="F58AD2"/>
                </a:solidFill>
                <a:latin typeface="Poppins" pitchFamily="34" charset="0"/>
                <a:ea typeface="Poppins" pitchFamily="34" charset="-122"/>
                <a:cs typeface="Poppins" pitchFamily="34" charset="-120"/>
              </a:rPr>
              <a:t>3</a:t>
            </a:r>
            <a:endParaRPr lang="en-US" sz="1600" dirty="0"/>
          </a:p>
        </p:txBody>
      </p:sp>
      <p:sp>
        <p:nvSpPr>
          <p:cNvPr id="18" name="Text 15"/>
          <p:cNvSpPr txBox="1"/>
          <p:nvPr/>
        </p:nvSpPr>
        <p:spPr>
          <a:xfrm>
            <a:off x="7498080" y="3017520"/>
            <a:ext cx="3931920" cy="868680"/>
          </a:xfrm>
          <a:prstGeom prst="rect">
            <a:avLst/>
          </a:prstGeom>
          <a:noFill/>
          <a:ln/>
        </p:spPr>
        <p:txBody>
          <a:bodyPr wrap="square" lIns="0" tIns="0" rIns="0" bIns="0" rtlCol="0" anchor="ctr"/>
          <a:lstStyle/>
          <a:p>
            <a:pPr indent="0" marL="0">
              <a:buNone/>
            </a:pPr>
            <a:r>
              <a:rPr lang="en-US" sz="1600" b="1" dirty="0">
                <a:solidFill>
                  <a:srgbClr val="2B1027"/>
                </a:solidFill>
                <a:latin typeface="Poppins" pitchFamily="34" charset="0"/>
                <a:ea typeface="Poppins" pitchFamily="34" charset="-122"/>
                <a:cs typeface="Poppins" pitchFamily="34" charset="-120"/>
              </a:rPr>
              <a:t>Üben und Fortschritt verwalten</a:t>
            </a:r>
            <a:endParaRPr lang="en-US" sz="1600" dirty="0"/>
          </a:p>
        </p:txBody>
      </p:sp>
      <p:sp>
        <p:nvSpPr>
          <p:cNvPr id="19" name="Shape 16"/>
          <p:cNvSpPr/>
          <p:nvPr/>
        </p:nvSpPr>
        <p:spPr>
          <a:xfrm>
            <a:off x="6583680" y="4069080"/>
            <a:ext cx="4937760" cy="868680"/>
          </a:xfrm>
          <a:prstGeom prst="roundRect">
            <a:avLst>
              <a:gd name="adj" fmla="val 15789"/>
            </a:avLst>
          </a:prstGeom>
          <a:solidFill>
            <a:srgbClr val="FBF1F8"/>
          </a:solidFill>
          <a:ln w="15875">
            <a:solidFill>
              <a:srgbClr val="D3A0C6"/>
            </a:solidFill>
            <a:prstDash val="solid"/>
          </a:ln>
        </p:spPr>
      </p:sp>
      <p:sp>
        <p:nvSpPr>
          <p:cNvPr id="20" name="Shape 17"/>
          <p:cNvSpPr/>
          <p:nvPr/>
        </p:nvSpPr>
        <p:spPr>
          <a:xfrm>
            <a:off x="6766560" y="4251960"/>
            <a:ext cx="502920" cy="502920"/>
          </a:xfrm>
          <a:prstGeom prst="ellipse">
            <a:avLst/>
          </a:prstGeom>
          <a:solidFill>
            <a:srgbClr val="F3DDEC"/>
          </a:solidFill>
          <a:ln w="12700">
            <a:solidFill>
              <a:srgbClr val="F3DDEC"/>
            </a:solidFill>
            <a:prstDash val="solid"/>
          </a:ln>
        </p:spPr>
      </p:sp>
      <p:sp>
        <p:nvSpPr>
          <p:cNvPr id="21" name="Text 18"/>
          <p:cNvSpPr txBox="1"/>
          <p:nvPr/>
        </p:nvSpPr>
        <p:spPr>
          <a:xfrm>
            <a:off x="6766560" y="425196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4</a:t>
            </a:r>
            <a:endParaRPr lang="en-US" sz="1600" dirty="0"/>
          </a:p>
        </p:txBody>
      </p:sp>
      <p:sp>
        <p:nvSpPr>
          <p:cNvPr id="22" name="Text 19"/>
          <p:cNvSpPr txBox="1"/>
          <p:nvPr/>
        </p:nvSpPr>
        <p:spPr>
          <a:xfrm>
            <a:off x="7498080" y="406908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HÜ-Modus: Hausaufgaben und Lernfortschritt</a:t>
            </a:r>
            <a:endParaRPr lang="en-US" sz="1600" dirty="0"/>
          </a:p>
        </p:txBody>
      </p:sp>
      <p:sp>
        <p:nvSpPr>
          <p:cNvPr id="23" name="Shape 20"/>
          <p:cNvSpPr/>
          <p:nvPr/>
        </p:nvSpPr>
        <p:spPr>
          <a:xfrm>
            <a:off x="6583680" y="5120640"/>
            <a:ext cx="4937760" cy="868680"/>
          </a:xfrm>
          <a:prstGeom prst="roundRect">
            <a:avLst>
              <a:gd name="adj" fmla="val 15789"/>
            </a:avLst>
          </a:prstGeom>
          <a:solidFill>
            <a:srgbClr val="FBF1F8"/>
          </a:solidFill>
          <a:ln w="15875">
            <a:solidFill>
              <a:srgbClr val="D3A0C6"/>
            </a:solidFill>
            <a:prstDash val="solid"/>
          </a:ln>
        </p:spPr>
      </p:sp>
      <p:sp>
        <p:nvSpPr>
          <p:cNvPr id="24" name="Shape 21"/>
          <p:cNvSpPr/>
          <p:nvPr/>
        </p:nvSpPr>
        <p:spPr>
          <a:xfrm>
            <a:off x="6766560" y="5303520"/>
            <a:ext cx="502920" cy="502920"/>
          </a:xfrm>
          <a:prstGeom prst="ellipse">
            <a:avLst/>
          </a:prstGeom>
          <a:solidFill>
            <a:srgbClr val="F3DDEC"/>
          </a:solidFill>
          <a:ln w="12700">
            <a:solidFill>
              <a:srgbClr val="F3DDEC"/>
            </a:solidFill>
            <a:prstDash val="solid"/>
          </a:ln>
        </p:spPr>
      </p:sp>
      <p:sp>
        <p:nvSpPr>
          <p:cNvPr id="25" name="Text 22"/>
          <p:cNvSpPr txBox="1"/>
          <p:nvPr/>
        </p:nvSpPr>
        <p:spPr>
          <a:xfrm>
            <a:off x="6766560" y="530352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5</a:t>
            </a:r>
            <a:endParaRPr lang="en-US" sz="1600" dirty="0"/>
          </a:p>
        </p:txBody>
      </p:sp>
      <p:sp>
        <p:nvSpPr>
          <p:cNvPr id="26" name="Text 23"/>
          <p:cNvSpPr txBox="1"/>
          <p:nvPr/>
        </p:nvSpPr>
        <p:spPr>
          <a:xfrm>
            <a:off x="7498080" y="512064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LiveModus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Das erwartet dich</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2B1027"/>
                </a:solidFill>
                <a:latin typeface="Poppins" pitchFamily="34" charset="0"/>
                <a:ea typeface="Poppins" pitchFamily="34" charset="-122"/>
                <a:cs typeface="Poppins" pitchFamily="34" charset="-120"/>
              </a:rPr>
              <a:t>Danach: der </a:t>
            </a:r>
            <a:pPr indent="0" marL="0">
              <a:lnSpc>
                <a:spcPct val="105000"/>
              </a:lnSpc>
              <a:buNone/>
            </a:pPr>
            <a:r>
              <a:rPr lang="en-US" sz="4400" dirty="0">
                <a:solidFill>
                  <a:srgbClr val="7A1F6B"/>
                </a:solidFill>
                <a:highlight>
                  <a:srgbClr val="F58AD2"/>
                </a:highlight>
                <a:latin typeface="Poppins" pitchFamily="34" charset="0"/>
                <a:ea typeface="Poppins" pitchFamily="34" charset="-122"/>
                <a:cs typeface="Poppins" pitchFamily="34" charset="-120"/>
              </a:rPr>
              <a:t>HÜ-Modus.</a:t>
            </a:r>
            <a:endParaRPr lang="en-US" sz="44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Hausaufgaben geben und den Lernfortschritt der Schüler:innen im Auge behalten.</a:t>
            </a:r>
            <a:endParaRPr lang="en-US" sz="1800" dirty="0"/>
          </a:p>
        </p:txBody>
      </p:sp>
      <p:sp>
        <p:nvSpPr>
          <p:cNvPr id="6" name="Shape 3"/>
          <p:cNvSpPr/>
          <p:nvPr/>
        </p:nvSpPr>
        <p:spPr>
          <a:xfrm>
            <a:off x="6583680" y="914400"/>
            <a:ext cx="4937760" cy="868680"/>
          </a:xfrm>
          <a:prstGeom prst="roundRect">
            <a:avLst>
              <a:gd name="adj" fmla="val 15789"/>
            </a:avLst>
          </a:prstGeom>
          <a:solidFill>
            <a:srgbClr val="FBF1F8"/>
          </a:solidFill>
          <a:ln w="15875">
            <a:solidFill>
              <a:srgbClr val="D3A0C6"/>
            </a:solidFill>
            <a:prstDash val="solid"/>
          </a:ln>
        </p:spPr>
      </p:sp>
      <p:sp>
        <p:nvSpPr>
          <p:cNvPr id="7" name="Shape 4"/>
          <p:cNvSpPr/>
          <p:nvPr/>
        </p:nvSpPr>
        <p:spPr>
          <a:xfrm>
            <a:off x="6766560" y="1097280"/>
            <a:ext cx="502920" cy="502920"/>
          </a:xfrm>
          <a:prstGeom prst="ellipse">
            <a:avLst/>
          </a:prstGeom>
          <a:solidFill>
            <a:srgbClr val="F3DDEC"/>
          </a:solidFill>
          <a:ln w="12700">
            <a:solidFill>
              <a:srgbClr val="F3DDEC"/>
            </a:solidFill>
            <a:prstDash val="solid"/>
          </a:ln>
        </p:spPr>
      </p:sp>
      <p:sp>
        <p:nvSpPr>
          <p:cNvPr id="8" name="Text 5"/>
          <p:cNvSpPr txBox="1"/>
          <p:nvPr/>
        </p:nvSpPr>
        <p:spPr>
          <a:xfrm>
            <a:off x="6766560" y="109728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1</a:t>
            </a:r>
            <a:endParaRPr lang="en-US" sz="1600" dirty="0"/>
          </a:p>
        </p:txBody>
      </p:sp>
      <p:sp>
        <p:nvSpPr>
          <p:cNvPr id="9" name="Text 6"/>
          <p:cNvSpPr txBox="1"/>
          <p:nvPr/>
        </p:nvSpPr>
        <p:spPr>
          <a:xfrm>
            <a:off x="7498080" y="91440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Konto erstellen</a:t>
            </a:r>
            <a:endParaRPr lang="en-US" sz="1600" dirty="0"/>
          </a:p>
        </p:txBody>
      </p:sp>
      <p:sp>
        <p:nvSpPr>
          <p:cNvPr id="10" name="Shape 7"/>
          <p:cNvSpPr/>
          <p:nvPr/>
        </p:nvSpPr>
        <p:spPr>
          <a:xfrm>
            <a:off x="6583680" y="1965960"/>
            <a:ext cx="4937760" cy="868680"/>
          </a:xfrm>
          <a:prstGeom prst="roundRect">
            <a:avLst>
              <a:gd name="adj" fmla="val 15789"/>
            </a:avLst>
          </a:prstGeom>
          <a:solidFill>
            <a:srgbClr val="FBF1F8"/>
          </a:solidFill>
          <a:ln w="15875">
            <a:solidFill>
              <a:srgbClr val="D3A0C6"/>
            </a:solidFill>
            <a:prstDash val="solid"/>
          </a:ln>
        </p:spPr>
      </p:sp>
      <p:sp>
        <p:nvSpPr>
          <p:cNvPr id="11" name="Shape 8"/>
          <p:cNvSpPr/>
          <p:nvPr/>
        </p:nvSpPr>
        <p:spPr>
          <a:xfrm>
            <a:off x="6766560" y="2148840"/>
            <a:ext cx="502920" cy="502920"/>
          </a:xfrm>
          <a:prstGeom prst="ellipse">
            <a:avLst/>
          </a:prstGeom>
          <a:solidFill>
            <a:srgbClr val="F3DDEC"/>
          </a:solidFill>
          <a:ln w="12700">
            <a:solidFill>
              <a:srgbClr val="F3DDEC"/>
            </a:solidFill>
            <a:prstDash val="solid"/>
          </a:ln>
        </p:spPr>
      </p:sp>
      <p:sp>
        <p:nvSpPr>
          <p:cNvPr id="12" name="Text 9"/>
          <p:cNvSpPr txBox="1"/>
          <p:nvPr/>
        </p:nvSpPr>
        <p:spPr>
          <a:xfrm>
            <a:off x="6766560" y="214884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2</a:t>
            </a:r>
            <a:endParaRPr lang="en-US" sz="1600" dirty="0"/>
          </a:p>
        </p:txBody>
      </p:sp>
      <p:sp>
        <p:nvSpPr>
          <p:cNvPr id="13" name="Text 10"/>
          <p:cNvSpPr txBox="1"/>
          <p:nvPr/>
        </p:nvSpPr>
        <p:spPr>
          <a:xfrm>
            <a:off x="7498080" y="196596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Sets anlegen oder importieren</a:t>
            </a:r>
            <a:endParaRPr lang="en-US" sz="1600" dirty="0"/>
          </a:p>
        </p:txBody>
      </p:sp>
      <p:sp>
        <p:nvSpPr>
          <p:cNvPr id="14" name="Shape 11"/>
          <p:cNvSpPr/>
          <p:nvPr/>
        </p:nvSpPr>
        <p:spPr>
          <a:xfrm>
            <a:off x="6583680" y="3017520"/>
            <a:ext cx="4937760" cy="868680"/>
          </a:xfrm>
          <a:prstGeom prst="roundRect">
            <a:avLst>
              <a:gd name="adj" fmla="val 15789"/>
            </a:avLst>
          </a:prstGeom>
          <a:solidFill>
            <a:srgbClr val="FBF1F8"/>
          </a:solidFill>
          <a:ln w="15875">
            <a:solidFill>
              <a:srgbClr val="D3A0C6"/>
            </a:solidFill>
            <a:prstDash val="solid"/>
          </a:ln>
        </p:spPr>
      </p:sp>
      <p:sp>
        <p:nvSpPr>
          <p:cNvPr id="15" name="Shape 12"/>
          <p:cNvSpPr/>
          <p:nvPr/>
        </p:nvSpPr>
        <p:spPr>
          <a:xfrm>
            <a:off x="6766560" y="3200400"/>
            <a:ext cx="502920" cy="502920"/>
          </a:xfrm>
          <a:prstGeom prst="ellipse">
            <a:avLst/>
          </a:prstGeom>
          <a:solidFill>
            <a:srgbClr val="F3DDEC"/>
          </a:solidFill>
          <a:ln w="12700">
            <a:solidFill>
              <a:srgbClr val="F3DDEC"/>
            </a:solidFill>
            <a:prstDash val="solid"/>
          </a:ln>
        </p:spPr>
      </p:sp>
      <p:sp>
        <p:nvSpPr>
          <p:cNvPr id="16" name="Text 13"/>
          <p:cNvSpPr txBox="1"/>
          <p:nvPr/>
        </p:nvSpPr>
        <p:spPr>
          <a:xfrm>
            <a:off x="6766560" y="320040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3</a:t>
            </a:r>
            <a:endParaRPr lang="en-US" sz="1600" dirty="0"/>
          </a:p>
        </p:txBody>
      </p:sp>
      <p:sp>
        <p:nvSpPr>
          <p:cNvPr id="17" name="Text 14"/>
          <p:cNvSpPr txBox="1"/>
          <p:nvPr/>
        </p:nvSpPr>
        <p:spPr>
          <a:xfrm>
            <a:off x="7498080" y="301752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Üben und Fortschritt verwalten</a:t>
            </a:r>
            <a:endParaRPr lang="en-US" sz="1600" dirty="0"/>
          </a:p>
        </p:txBody>
      </p:sp>
      <p:sp>
        <p:nvSpPr>
          <p:cNvPr id="18" name="Shape 15"/>
          <p:cNvSpPr/>
          <p:nvPr/>
        </p:nvSpPr>
        <p:spPr>
          <a:xfrm>
            <a:off x="6583680" y="4069080"/>
            <a:ext cx="4937760" cy="868680"/>
          </a:xfrm>
          <a:prstGeom prst="roundRect">
            <a:avLst>
              <a:gd name="adj" fmla="val 15789"/>
            </a:avLst>
          </a:prstGeom>
          <a:solidFill>
            <a:srgbClr val="FBF1F8"/>
          </a:solidFill>
          <a:ln w="15875">
            <a:solidFill>
              <a:srgbClr val="D3A0C6"/>
            </a:solidFill>
            <a:prstDash val="solid"/>
          </a:ln>
        </p:spPr>
      </p:sp>
      <p:sp>
        <p:nvSpPr>
          <p:cNvPr id="19" name="Shape 16"/>
          <p:cNvSpPr/>
          <p:nvPr/>
        </p:nvSpPr>
        <p:spPr>
          <a:xfrm>
            <a:off x="6583680" y="4069080"/>
            <a:ext cx="4937760" cy="868680"/>
          </a:xfrm>
          <a:prstGeom prst="roundRect">
            <a:avLst>
              <a:gd name="adj" fmla="val 15789"/>
            </a:avLst>
          </a:prstGeom>
          <a:solidFill>
            <a:srgbClr val="F58AD2"/>
          </a:solidFill>
          <a:ln w="31750">
            <a:solidFill>
              <a:srgbClr val="3D1636"/>
            </a:solidFill>
            <a:prstDash val="solid"/>
          </a:ln>
        </p:spPr>
      </p:sp>
      <p:sp>
        <p:nvSpPr>
          <p:cNvPr id="20" name="Shape 17"/>
          <p:cNvSpPr/>
          <p:nvPr/>
        </p:nvSpPr>
        <p:spPr>
          <a:xfrm>
            <a:off x="6766560" y="4251960"/>
            <a:ext cx="502920" cy="502920"/>
          </a:xfrm>
          <a:prstGeom prst="ellipse">
            <a:avLst/>
          </a:prstGeom>
          <a:solidFill>
            <a:srgbClr val="3D1636"/>
          </a:solidFill>
          <a:ln w="12700">
            <a:solidFill>
              <a:srgbClr val="3D1636"/>
            </a:solidFill>
            <a:prstDash val="solid"/>
          </a:ln>
        </p:spPr>
      </p:sp>
      <p:sp>
        <p:nvSpPr>
          <p:cNvPr id="21" name="Text 18"/>
          <p:cNvSpPr txBox="1"/>
          <p:nvPr/>
        </p:nvSpPr>
        <p:spPr>
          <a:xfrm>
            <a:off x="6766560" y="4251960"/>
            <a:ext cx="502920" cy="502920"/>
          </a:xfrm>
          <a:prstGeom prst="rect">
            <a:avLst/>
          </a:prstGeom>
          <a:noFill/>
          <a:ln/>
        </p:spPr>
        <p:txBody>
          <a:bodyPr wrap="square" lIns="0" tIns="0" rIns="0" bIns="0" rtlCol="0" anchor="ctr"/>
          <a:lstStyle/>
          <a:p>
            <a:pPr algn="ctr" indent="0" marL="0">
              <a:buNone/>
            </a:pPr>
            <a:r>
              <a:rPr lang="en-US" sz="1600" b="1" dirty="0">
                <a:solidFill>
                  <a:srgbClr val="F58AD2"/>
                </a:solidFill>
                <a:latin typeface="Poppins" pitchFamily="34" charset="0"/>
                <a:ea typeface="Poppins" pitchFamily="34" charset="-122"/>
                <a:cs typeface="Poppins" pitchFamily="34" charset="-120"/>
              </a:rPr>
              <a:t>4</a:t>
            </a:r>
            <a:endParaRPr lang="en-US" sz="1600" dirty="0"/>
          </a:p>
        </p:txBody>
      </p:sp>
      <p:sp>
        <p:nvSpPr>
          <p:cNvPr id="22" name="Text 19"/>
          <p:cNvSpPr txBox="1"/>
          <p:nvPr/>
        </p:nvSpPr>
        <p:spPr>
          <a:xfrm>
            <a:off x="7498080" y="4069080"/>
            <a:ext cx="3931920" cy="868680"/>
          </a:xfrm>
          <a:prstGeom prst="rect">
            <a:avLst/>
          </a:prstGeom>
          <a:noFill/>
          <a:ln/>
        </p:spPr>
        <p:txBody>
          <a:bodyPr wrap="square" lIns="0" tIns="0" rIns="0" bIns="0" rtlCol="0" anchor="ctr"/>
          <a:lstStyle/>
          <a:p>
            <a:pPr indent="0" marL="0">
              <a:buNone/>
            </a:pPr>
            <a:r>
              <a:rPr lang="en-US" sz="1600" b="1" dirty="0">
                <a:solidFill>
                  <a:srgbClr val="2B1027"/>
                </a:solidFill>
                <a:latin typeface="Poppins" pitchFamily="34" charset="0"/>
                <a:ea typeface="Poppins" pitchFamily="34" charset="-122"/>
                <a:cs typeface="Poppins" pitchFamily="34" charset="-120"/>
              </a:rPr>
              <a:t>HÜ-Modus: Hausaufgaben und Lernfortschritt</a:t>
            </a:r>
            <a:endParaRPr lang="en-US" sz="1600" dirty="0"/>
          </a:p>
        </p:txBody>
      </p:sp>
      <p:sp>
        <p:nvSpPr>
          <p:cNvPr id="23" name="Shape 20"/>
          <p:cNvSpPr/>
          <p:nvPr/>
        </p:nvSpPr>
        <p:spPr>
          <a:xfrm>
            <a:off x="6583680" y="5120640"/>
            <a:ext cx="4937760" cy="868680"/>
          </a:xfrm>
          <a:prstGeom prst="roundRect">
            <a:avLst>
              <a:gd name="adj" fmla="val 15789"/>
            </a:avLst>
          </a:prstGeom>
          <a:solidFill>
            <a:srgbClr val="FBF1F8"/>
          </a:solidFill>
          <a:ln w="15875">
            <a:solidFill>
              <a:srgbClr val="D3A0C6"/>
            </a:solidFill>
            <a:prstDash val="solid"/>
          </a:ln>
        </p:spPr>
      </p:sp>
      <p:sp>
        <p:nvSpPr>
          <p:cNvPr id="24" name="Shape 21"/>
          <p:cNvSpPr/>
          <p:nvPr/>
        </p:nvSpPr>
        <p:spPr>
          <a:xfrm>
            <a:off x="6766560" y="5303520"/>
            <a:ext cx="502920" cy="502920"/>
          </a:xfrm>
          <a:prstGeom prst="ellipse">
            <a:avLst/>
          </a:prstGeom>
          <a:solidFill>
            <a:srgbClr val="F3DDEC"/>
          </a:solidFill>
          <a:ln w="12700">
            <a:solidFill>
              <a:srgbClr val="F3DDEC"/>
            </a:solidFill>
            <a:prstDash val="solid"/>
          </a:ln>
        </p:spPr>
      </p:sp>
      <p:sp>
        <p:nvSpPr>
          <p:cNvPr id="25" name="Text 22"/>
          <p:cNvSpPr txBox="1"/>
          <p:nvPr/>
        </p:nvSpPr>
        <p:spPr>
          <a:xfrm>
            <a:off x="6766560" y="530352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5</a:t>
            </a:r>
            <a:endParaRPr lang="en-US" sz="1600" dirty="0"/>
          </a:p>
        </p:txBody>
      </p:sp>
      <p:sp>
        <p:nvSpPr>
          <p:cNvPr id="26" name="Text 23"/>
          <p:cNvSpPr txBox="1"/>
          <p:nvPr/>
        </p:nvSpPr>
        <p:spPr>
          <a:xfrm>
            <a:off x="7498080" y="512064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LiveModus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7A1F6B"/>
                </a:solidFill>
                <a:latin typeface="Poppins" pitchFamily="34" charset="0"/>
                <a:ea typeface="Poppins" pitchFamily="34" charset="-122"/>
                <a:cs typeface="Poppins" pitchFamily="34" charset="-120"/>
              </a:rPr>
              <a:t>Das erwartet dich</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2B1027"/>
                </a:solidFill>
                <a:latin typeface="Poppins" pitchFamily="34" charset="0"/>
                <a:ea typeface="Poppins" pitchFamily="34" charset="-122"/>
                <a:cs typeface="Poppins" pitchFamily="34" charset="-120"/>
              </a:rPr>
              <a:t>Am Ende: der </a:t>
            </a:r>
            <a:pPr indent="0" marL="0">
              <a:lnSpc>
                <a:spcPct val="105000"/>
              </a:lnSpc>
              <a:buNone/>
            </a:pPr>
            <a:r>
              <a:rPr lang="en-US" sz="4400" dirty="0">
                <a:solidFill>
                  <a:srgbClr val="7A1F6B"/>
                </a:solidFill>
                <a:highlight>
                  <a:srgbClr val="F58AD2"/>
                </a:highlight>
                <a:latin typeface="Poppins" pitchFamily="34" charset="0"/>
                <a:ea typeface="Poppins" pitchFamily="34" charset="-122"/>
                <a:cs typeface="Poppins" pitchFamily="34" charset="-120"/>
              </a:rPr>
              <a:t>LiveModus.</a:t>
            </a:r>
            <a:endParaRPr lang="en-US" sz="44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6B4A64"/>
                </a:solidFill>
                <a:latin typeface="Poppins" pitchFamily="34" charset="0"/>
                <a:ea typeface="Poppins" pitchFamily="34" charset="-122"/>
                <a:cs typeface="Poppins" pitchFamily="34" charset="-120"/>
              </a:rPr>
              <a:t>Ein absolutes Highlight der Plattform.</a:t>
            </a:r>
            <a:endParaRPr lang="en-US" sz="1800" dirty="0"/>
          </a:p>
        </p:txBody>
      </p:sp>
      <p:sp>
        <p:nvSpPr>
          <p:cNvPr id="6" name="Shape 3"/>
          <p:cNvSpPr/>
          <p:nvPr/>
        </p:nvSpPr>
        <p:spPr>
          <a:xfrm>
            <a:off x="6583680" y="914400"/>
            <a:ext cx="4937760" cy="868680"/>
          </a:xfrm>
          <a:prstGeom prst="roundRect">
            <a:avLst>
              <a:gd name="adj" fmla="val 15789"/>
            </a:avLst>
          </a:prstGeom>
          <a:solidFill>
            <a:srgbClr val="FBF1F8"/>
          </a:solidFill>
          <a:ln w="15875">
            <a:solidFill>
              <a:srgbClr val="D3A0C6"/>
            </a:solidFill>
            <a:prstDash val="solid"/>
          </a:ln>
        </p:spPr>
      </p:sp>
      <p:sp>
        <p:nvSpPr>
          <p:cNvPr id="7" name="Shape 4"/>
          <p:cNvSpPr/>
          <p:nvPr/>
        </p:nvSpPr>
        <p:spPr>
          <a:xfrm>
            <a:off x="6766560" y="1097280"/>
            <a:ext cx="502920" cy="502920"/>
          </a:xfrm>
          <a:prstGeom prst="ellipse">
            <a:avLst/>
          </a:prstGeom>
          <a:solidFill>
            <a:srgbClr val="F3DDEC"/>
          </a:solidFill>
          <a:ln w="12700">
            <a:solidFill>
              <a:srgbClr val="F3DDEC"/>
            </a:solidFill>
            <a:prstDash val="solid"/>
          </a:ln>
        </p:spPr>
      </p:sp>
      <p:sp>
        <p:nvSpPr>
          <p:cNvPr id="8" name="Text 5"/>
          <p:cNvSpPr txBox="1"/>
          <p:nvPr/>
        </p:nvSpPr>
        <p:spPr>
          <a:xfrm>
            <a:off x="6766560" y="109728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1</a:t>
            </a:r>
            <a:endParaRPr lang="en-US" sz="1600" dirty="0"/>
          </a:p>
        </p:txBody>
      </p:sp>
      <p:sp>
        <p:nvSpPr>
          <p:cNvPr id="9" name="Text 6"/>
          <p:cNvSpPr txBox="1"/>
          <p:nvPr/>
        </p:nvSpPr>
        <p:spPr>
          <a:xfrm>
            <a:off x="7498080" y="91440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Konto erstellen</a:t>
            </a:r>
            <a:endParaRPr lang="en-US" sz="1600" dirty="0"/>
          </a:p>
        </p:txBody>
      </p:sp>
      <p:sp>
        <p:nvSpPr>
          <p:cNvPr id="10" name="Shape 7"/>
          <p:cNvSpPr/>
          <p:nvPr/>
        </p:nvSpPr>
        <p:spPr>
          <a:xfrm>
            <a:off x="6583680" y="1965960"/>
            <a:ext cx="4937760" cy="868680"/>
          </a:xfrm>
          <a:prstGeom prst="roundRect">
            <a:avLst>
              <a:gd name="adj" fmla="val 15789"/>
            </a:avLst>
          </a:prstGeom>
          <a:solidFill>
            <a:srgbClr val="FBF1F8"/>
          </a:solidFill>
          <a:ln w="15875">
            <a:solidFill>
              <a:srgbClr val="D3A0C6"/>
            </a:solidFill>
            <a:prstDash val="solid"/>
          </a:ln>
        </p:spPr>
      </p:sp>
      <p:sp>
        <p:nvSpPr>
          <p:cNvPr id="11" name="Shape 8"/>
          <p:cNvSpPr/>
          <p:nvPr/>
        </p:nvSpPr>
        <p:spPr>
          <a:xfrm>
            <a:off x="6766560" y="2148840"/>
            <a:ext cx="502920" cy="502920"/>
          </a:xfrm>
          <a:prstGeom prst="ellipse">
            <a:avLst/>
          </a:prstGeom>
          <a:solidFill>
            <a:srgbClr val="F3DDEC"/>
          </a:solidFill>
          <a:ln w="12700">
            <a:solidFill>
              <a:srgbClr val="F3DDEC"/>
            </a:solidFill>
            <a:prstDash val="solid"/>
          </a:ln>
        </p:spPr>
      </p:sp>
      <p:sp>
        <p:nvSpPr>
          <p:cNvPr id="12" name="Text 9"/>
          <p:cNvSpPr txBox="1"/>
          <p:nvPr/>
        </p:nvSpPr>
        <p:spPr>
          <a:xfrm>
            <a:off x="6766560" y="214884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2</a:t>
            </a:r>
            <a:endParaRPr lang="en-US" sz="1600" dirty="0"/>
          </a:p>
        </p:txBody>
      </p:sp>
      <p:sp>
        <p:nvSpPr>
          <p:cNvPr id="13" name="Text 10"/>
          <p:cNvSpPr txBox="1"/>
          <p:nvPr/>
        </p:nvSpPr>
        <p:spPr>
          <a:xfrm>
            <a:off x="7498080" y="196596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Sets anlegen oder importieren</a:t>
            </a:r>
            <a:endParaRPr lang="en-US" sz="1600" dirty="0"/>
          </a:p>
        </p:txBody>
      </p:sp>
      <p:sp>
        <p:nvSpPr>
          <p:cNvPr id="14" name="Shape 11"/>
          <p:cNvSpPr/>
          <p:nvPr/>
        </p:nvSpPr>
        <p:spPr>
          <a:xfrm>
            <a:off x="6583680" y="3017520"/>
            <a:ext cx="4937760" cy="868680"/>
          </a:xfrm>
          <a:prstGeom prst="roundRect">
            <a:avLst>
              <a:gd name="adj" fmla="val 15789"/>
            </a:avLst>
          </a:prstGeom>
          <a:solidFill>
            <a:srgbClr val="FBF1F8"/>
          </a:solidFill>
          <a:ln w="15875">
            <a:solidFill>
              <a:srgbClr val="D3A0C6"/>
            </a:solidFill>
            <a:prstDash val="solid"/>
          </a:ln>
        </p:spPr>
      </p:sp>
      <p:sp>
        <p:nvSpPr>
          <p:cNvPr id="15" name="Shape 12"/>
          <p:cNvSpPr/>
          <p:nvPr/>
        </p:nvSpPr>
        <p:spPr>
          <a:xfrm>
            <a:off x="6766560" y="3200400"/>
            <a:ext cx="502920" cy="502920"/>
          </a:xfrm>
          <a:prstGeom prst="ellipse">
            <a:avLst/>
          </a:prstGeom>
          <a:solidFill>
            <a:srgbClr val="F3DDEC"/>
          </a:solidFill>
          <a:ln w="12700">
            <a:solidFill>
              <a:srgbClr val="F3DDEC"/>
            </a:solidFill>
            <a:prstDash val="solid"/>
          </a:ln>
        </p:spPr>
      </p:sp>
      <p:sp>
        <p:nvSpPr>
          <p:cNvPr id="16" name="Text 13"/>
          <p:cNvSpPr txBox="1"/>
          <p:nvPr/>
        </p:nvSpPr>
        <p:spPr>
          <a:xfrm>
            <a:off x="6766560" y="320040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3</a:t>
            </a:r>
            <a:endParaRPr lang="en-US" sz="1600" dirty="0"/>
          </a:p>
        </p:txBody>
      </p:sp>
      <p:sp>
        <p:nvSpPr>
          <p:cNvPr id="17" name="Text 14"/>
          <p:cNvSpPr txBox="1"/>
          <p:nvPr/>
        </p:nvSpPr>
        <p:spPr>
          <a:xfrm>
            <a:off x="7498080" y="301752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Üben und Fortschritt verwalten</a:t>
            </a:r>
            <a:endParaRPr lang="en-US" sz="1600" dirty="0"/>
          </a:p>
        </p:txBody>
      </p:sp>
      <p:sp>
        <p:nvSpPr>
          <p:cNvPr id="18" name="Shape 15"/>
          <p:cNvSpPr/>
          <p:nvPr/>
        </p:nvSpPr>
        <p:spPr>
          <a:xfrm>
            <a:off x="6583680" y="4069080"/>
            <a:ext cx="4937760" cy="868680"/>
          </a:xfrm>
          <a:prstGeom prst="roundRect">
            <a:avLst>
              <a:gd name="adj" fmla="val 15789"/>
            </a:avLst>
          </a:prstGeom>
          <a:solidFill>
            <a:srgbClr val="FBF1F8"/>
          </a:solidFill>
          <a:ln w="15875">
            <a:solidFill>
              <a:srgbClr val="D3A0C6"/>
            </a:solidFill>
            <a:prstDash val="solid"/>
          </a:ln>
        </p:spPr>
      </p:sp>
      <p:sp>
        <p:nvSpPr>
          <p:cNvPr id="19" name="Shape 16"/>
          <p:cNvSpPr/>
          <p:nvPr/>
        </p:nvSpPr>
        <p:spPr>
          <a:xfrm>
            <a:off x="6766560" y="4251960"/>
            <a:ext cx="502920" cy="502920"/>
          </a:xfrm>
          <a:prstGeom prst="ellipse">
            <a:avLst/>
          </a:prstGeom>
          <a:solidFill>
            <a:srgbClr val="F3DDEC"/>
          </a:solidFill>
          <a:ln w="12700">
            <a:solidFill>
              <a:srgbClr val="F3DDEC"/>
            </a:solidFill>
            <a:prstDash val="solid"/>
          </a:ln>
        </p:spPr>
      </p:sp>
      <p:sp>
        <p:nvSpPr>
          <p:cNvPr id="20" name="Text 17"/>
          <p:cNvSpPr txBox="1"/>
          <p:nvPr/>
        </p:nvSpPr>
        <p:spPr>
          <a:xfrm>
            <a:off x="6766560" y="4251960"/>
            <a:ext cx="502920" cy="502920"/>
          </a:xfrm>
          <a:prstGeom prst="rect">
            <a:avLst/>
          </a:prstGeom>
          <a:noFill/>
          <a:ln/>
        </p:spPr>
        <p:txBody>
          <a:bodyPr wrap="square" lIns="0" tIns="0" rIns="0" bIns="0" rtlCol="0" anchor="ctr"/>
          <a:lstStyle/>
          <a:p>
            <a:pPr algn="ctr" indent="0" marL="0">
              <a:buNone/>
            </a:pPr>
            <a:r>
              <a:rPr lang="en-US" sz="1600" b="1" dirty="0">
                <a:solidFill>
                  <a:srgbClr val="6B4A64"/>
                </a:solidFill>
                <a:latin typeface="Poppins" pitchFamily="34" charset="0"/>
                <a:ea typeface="Poppins" pitchFamily="34" charset="-122"/>
                <a:cs typeface="Poppins" pitchFamily="34" charset="-120"/>
              </a:rPr>
              <a:t>4</a:t>
            </a:r>
            <a:endParaRPr lang="en-US" sz="1600" dirty="0"/>
          </a:p>
        </p:txBody>
      </p:sp>
      <p:sp>
        <p:nvSpPr>
          <p:cNvPr id="21" name="Text 18"/>
          <p:cNvSpPr txBox="1"/>
          <p:nvPr/>
        </p:nvSpPr>
        <p:spPr>
          <a:xfrm>
            <a:off x="7498080" y="4069080"/>
            <a:ext cx="3931920" cy="868680"/>
          </a:xfrm>
          <a:prstGeom prst="rect">
            <a:avLst/>
          </a:prstGeom>
          <a:noFill/>
          <a:ln/>
        </p:spPr>
        <p:txBody>
          <a:bodyPr wrap="square" lIns="0" tIns="0" rIns="0" bIns="0" rtlCol="0" anchor="ctr"/>
          <a:lstStyle/>
          <a:p>
            <a:pPr indent="0" marL="0">
              <a:buNone/>
            </a:pPr>
            <a:r>
              <a:rPr lang="en-US" sz="1600" b="1" dirty="0">
                <a:solidFill>
                  <a:srgbClr val="6B4A64"/>
                </a:solidFill>
                <a:latin typeface="Poppins" pitchFamily="34" charset="0"/>
                <a:ea typeface="Poppins" pitchFamily="34" charset="-122"/>
                <a:cs typeface="Poppins" pitchFamily="34" charset="-120"/>
              </a:rPr>
              <a:t>HÜ-Modus: Hausaufgaben und Lernfortschritt</a:t>
            </a:r>
            <a:endParaRPr lang="en-US" sz="1600" dirty="0"/>
          </a:p>
        </p:txBody>
      </p:sp>
      <p:sp>
        <p:nvSpPr>
          <p:cNvPr id="22" name="Shape 19"/>
          <p:cNvSpPr/>
          <p:nvPr/>
        </p:nvSpPr>
        <p:spPr>
          <a:xfrm>
            <a:off x="6583680" y="5120640"/>
            <a:ext cx="4937760" cy="868680"/>
          </a:xfrm>
          <a:prstGeom prst="roundRect">
            <a:avLst>
              <a:gd name="adj" fmla="val 15789"/>
            </a:avLst>
          </a:prstGeom>
          <a:solidFill>
            <a:srgbClr val="FBF1F8"/>
          </a:solidFill>
          <a:ln w="15875">
            <a:solidFill>
              <a:srgbClr val="D3A0C6"/>
            </a:solidFill>
            <a:prstDash val="solid"/>
          </a:ln>
        </p:spPr>
      </p:sp>
      <p:sp>
        <p:nvSpPr>
          <p:cNvPr id="23" name="Shape 20"/>
          <p:cNvSpPr/>
          <p:nvPr/>
        </p:nvSpPr>
        <p:spPr>
          <a:xfrm>
            <a:off x="6583680" y="5120640"/>
            <a:ext cx="4937760" cy="868680"/>
          </a:xfrm>
          <a:prstGeom prst="roundRect">
            <a:avLst>
              <a:gd name="adj" fmla="val 15789"/>
            </a:avLst>
          </a:prstGeom>
          <a:solidFill>
            <a:srgbClr val="F58AD2"/>
          </a:solidFill>
          <a:ln w="31750">
            <a:solidFill>
              <a:srgbClr val="3D1636"/>
            </a:solidFill>
            <a:prstDash val="solid"/>
          </a:ln>
        </p:spPr>
      </p:sp>
      <p:sp>
        <p:nvSpPr>
          <p:cNvPr id="24" name="Shape 21"/>
          <p:cNvSpPr/>
          <p:nvPr/>
        </p:nvSpPr>
        <p:spPr>
          <a:xfrm>
            <a:off x="6766560" y="5303520"/>
            <a:ext cx="502920" cy="502920"/>
          </a:xfrm>
          <a:prstGeom prst="ellipse">
            <a:avLst/>
          </a:prstGeom>
          <a:solidFill>
            <a:srgbClr val="3D1636"/>
          </a:solidFill>
          <a:ln w="12700">
            <a:solidFill>
              <a:srgbClr val="3D1636"/>
            </a:solidFill>
            <a:prstDash val="solid"/>
          </a:ln>
        </p:spPr>
      </p:sp>
      <p:sp>
        <p:nvSpPr>
          <p:cNvPr id="25" name="Text 22"/>
          <p:cNvSpPr txBox="1"/>
          <p:nvPr/>
        </p:nvSpPr>
        <p:spPr>
          <a:xfrm>
            <a:off x="6766560" y="5303520"/>
            <a:ext cx="502920" cy="502920"/>
          </a:xfrm>
          <a:prstGeom prst="rect">
            <a:avLst/>
          </a:prstGeom>
          <a:noFill/>
          <a:ln/>
        </p:spPr>
        <p:txBody>
          <a:bodyPr wrap="square" lIns="0" tIns="0" rIns="0" bIns="0" rtlCol="0" anchor="ctr"/>
          <a:lstStyle/>
          <a:p>
            <a:pPr algn="ctr" indent="0" marL="0">
              <a:buNone/>
            </a:pPr>
            <a:r>
              <a:rPr lang="en-US" sz="1600" b="1" dirty="0">
                <a:solidFill>
                  <a:srgbClr val="F58AD2"/>
                </a:solidFill>
                <a:latin typeface="Poppins" pitchFamily="34" charset="0"/>
                <a:ea typeface="Poppins" pitchFamily="34" charset="-122"/>
                <a:cs typeface="Poppins" pitchFamily="34" charset="-120"/>
              </a:rPr>
              <a:t>5</a:t>
            </a:r>
            <a:endParaRPr lang="en-US" sz="1600" dirty="0"/>
          </a:p>
        </p:txBody>
      </p:sp>
      <p:sp>
        <p:nvSpPr>
          <p:cNvPr id="26" name="Text 23"/>
          <p:cNvSpPr txBox="1"/>
          <p:nvPr/>
        </p:nvSpPr>
        <p:spPr>
          <a:xfrm>
            <a:off x="7498080" y="5120640"/>
            <a:ext cx="3931920" cy="868680"/>
          </a:xfrm>
          <a:prstGeom prst="rect">
            <a:avLst/>
          </a:prstGeom>
          <a:noFill/>
          <a:ln/>
        </p:spPr>
        <p:txBody>
          <a:bodyPr wrap="square" lIns="0" tIns="0" rIns="0" bIns="0" rtlCol="0" anchor="ctr"/>
          <a:lstStyle/>
          <a:p>
            <a:pPr indent="0" marL="0">
              <a:buNone/>
            </a:pPr>
            <a:r>
              <a:rPr lang="en-US" sz="1600" b="1" dirty="0">
                <a:solidFill>
                  <a:srgbClr val="2B1027"/>
                </a:solidFill>
                <a:latin typeface="Poppins" pitchFamily="34" charset="0"/>
                <a:ea typeface="Poppins" pitchFamily="34" charset="-122"/>
                <a:cs typeface="Poppins" pitchFamily="34" charset="-120"/>
              </a:rPr>
              <a:t>LiveModus</a:t>
            </a:r>
            <a:endParaRPr lang="en-US" sz="1600" dirty="0"/>
          </a:p>
        </p:txBody>
      </p:sp>
      <p:sp>
        <p:nvSpPr>
          <p:cNvPr id="27" name="Shape 24"/>
          <p:cNvSpPr/>
          <p:nvPr/>
        </p:nvSpPr>
        <p:spPr>
          <a:xfrm>
            <a:off x="10972800" y="5321808"/>
            <a:ext cx="457200" cy="457200"/>
          </a:xfrm>
          <a:prstGeom prst="star5">
            <a:avLst/>
          </a:prstGeom>
          <a:solidFill>
            <a:srgbClr val="FBF1F8"/>
          </a:solidFill>
          <a:ln w="25400">
            <a:solidFill>
              <a:srgbClr val="3D1636"/>
            </a:solidFill>
            <a:prstDash val="solid"/>
          </a:ln>
        </p:spPr>
      </p:sp>
    </p:spTree>
  </p:cSld>
  <p:clrMapOvr>
    <a:masterClrMapping/>
  </p:clrMapOvr>
</p:sld>
</file>

<file path=ppt/theme/theme1.xml><?xml version="1.0" encoding="utf-8"?>
<a:theme xmlns:a="http://schemas.openxmlformats.org/drawingml/2006/main" name="Cleverbox Rosa">
  <a:themeElements>
    <a:clrScheme name="Cleverbox Rosa">
      <a:dk1>
        <a:srgbClr val="2B1027"/>
      </a:dk1>
      <a:lt1>
        <a:srgbClr val="FBF1F8"/>
      </a:lt1>
      <a:dk2>
        <a:srgbClr val="3D1636"/>
      </a:dk2>
      <a:lt2>
        <a:srgbClr val="EBCBE2"/>
      </a:lt2>
      <a:accent1>
        <a:srgbClr val="F58AD2"/>
      </a:accent1>
      <a:accent2>
        <a:srgbClr val="7A1F6B"/>
      </a:accent2>
      <a:accent3>
        <a:srgbClr val="F3DDEC"/>
      </a:accent3>
      <a:accent4>
        <a:srgbClr val="6B4A64"/>
      </a:accent4>
      <a:accent5>
        <a:srgbClr val="FF7A45"/>
      </a:accent5>
      <a:accent6>
        <a:srgbClr val="D3A0C6"/>
      </a:accent6>
      <a:hlink>
        <a:srgbClr val="7A1F6B"/>
      </a:hlink>
      <a:folHlink>
        <a:srgbClr val="6B4A64"/>
      </a:folHlink>
    </a:clrScheme>
    <a:fontScheme name="Cleverbox Rosa">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TikTok-Algorithmus – Erklärvideo Slides</dc:title>
  <dc:subject>PptxGenJS Presentation</dc:subject>
  <dc:creator>Cleverbox</dc:creator>
  <cp:lastModifiedBy>Cleverbox</cp:lastModifiedBy>
  <cp:revision>1</cp:revision>
  <dcterms:created xsi:type="dcterms:W3CDTF">2026-10-14T23:05:13Z</dcterms:created>
  <dcterms:modified xsi:type="dcterms:W3CDTF">2026-10-14T23:05:14Z</dcterms:modified>
</cp:coreProperties>
</file>