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D4F7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Digibox · alle 21 Level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64592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Programmieren – 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26720A"/>
                </a:solidFill>
                <a:highlight>
                  <a:srgbClr val="D4F77A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Musterlösungen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2240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sieht die Lösung jedes Levels im Programmbereich aus.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48640" y="2697480"/>
            <a:ext cx="3154680" cy="357163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27889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Kapitel 1 – Grundlagen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24712" y="306324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die Ecke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697480" y="311810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697480" y="31181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Blöcke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50215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 Robo zur Zielflagge! Dafür muss er einmal abbiegen.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380390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Befehle der Reihe nach ausführen (Sequenz). Beim Abbiegen mitdenken, wohin Robo gerade schaut.</a:t>
            </a:r>
            <a:endParaRPr lang="en-US" sz="850" dirty="0"/>
          </a:p>
        </p:txBody>
      </p:sp>
      <p:pic>
        <p:nvPicPr>
          <p:cNvPr id="19" name="Image 2" descr="Musterlösung Level 1: Um die Ec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306824"/>
            <a:ext cx="2286000" cy="182513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58768" y="2697480"/>
            <a:ext cx="3154680" cy="3990083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995928" y="283464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995928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434840" y="283464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Zickzack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007608" y="288950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007608" y="28895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Blöcke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3995928" y="327355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Links, rechts, links, rechts … bis zur Flagge.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3995928" y="357530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Links und rechts aus Robos Sicht unterscheiden (Perspektivwechsel) und eine längere Folge planen.</a:t>
            </a:r>
            <a:endParaRPr lang="en-US" sz="850" dirty="0"/>
          </a:p>
        </p:txBody>
      </p:sp>
      <p:pic>
        <p:nvPicPr>
          <p:cNvPr id="28" name="Image 3" descr="Musterlösung Level 2: Zickza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4078224"/>
            <a:ext cx="2057400" cy="2472179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48640" y="6378846"/>
            <a:ext cx="3154680" cy="2573476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5800" y="6516006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85800" y="65160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1124712" y="651600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Lange Strecke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2697480" y="6570870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2697480" y="657087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2 Blöcke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685800" y="695491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Mit „Wiederhole“ musst du nicht jeden Schritt einzeln setzen. (Höchstens 2 Blöcke)</a:t>
            </a:r>
            <a:endParaRPr lang="en-US" sz="850" dirty="0"/>
          </a:p>
        </p:txBody>
      </p:sp>
      <p:sp>
        <p:nvSpPr>
          <p:cNvPr id="36" name="Text 29"/>
          <p:cNvSpPr txBox="1"/>
          <p:nvPr/>
        </p:nvSpPr>
        <p:spPr>
          <a:xfrm>
            <a:off x="685800" y="725667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Schleife mit fester Anzahl: „Wiederhole“ ersetzt viele gleiche Blöcke.</a:t>
            </a:r>
            <a:endParaRPr lang="en-US" sz="850" dirty="0"/>
          </a:p>
        </p:txBody>
      </p:sp>
      <p:pic>
        <p:nvPicPr>
          <p:cNvPr id="37" name="Image 4" descr="Musterlösung Level 3: Lange Strec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7631574"/>
            <a:ext cx="2286000" cy="118358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3858768" y="6797291"/>
            <a:ext cx="3154680" cy="298691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995928" y="6934451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995928" y="69344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4434840" y="6934451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Treppe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007608" y="6989315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007608" y="6989315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5 Blöcke</a:t>
            </a:r>
            <a:endParaRPr lang="en-US" sz="800" dirty="0"/>
          </a:p>
        </p:txBody>
      </p:sp>
      <p:sp>
        <p:nvSpPr>
          <p:cNvPr id="44" name="Text 36"/>
          <p:cNvSpPr txBox="1"/>
          <p:nvPr/>
        </p:nvSpPr>
        <p:spPr>
          <a:xfrm>
            <a:off x="3995928" y="7373363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Finde das Muster, das sich wiederholt. (Höchstens 5 Blöcke)</a:t>
            </a:r>
            <a:endParaRPr lang="en-US" sz="850" dirty="0"/>
          </a:p>
        </p:txBody>
      </p:sp>
      <p:sp>
        <p:nvSpPr>
          <p:cNvPr id="45" name="Text 37"/>
          <p:cNvSpPr txBox="1"/>
          <p:nvPr/>
        </p:nvSpPr>
        <p:spPr>
          <a:xfrm>
            <a:off x="3995928" y="7675115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Muster in einer Abfolge erkennen und als Schleife mit mehreren Befehlen im Körper schreiben.</a:t>
            </a:r>
            <a:endParaRPr lang="en-US" sz="850" dirty="0"/>
          </a:p>
        </p:txBody>
      </p:sp>
      <p:pic>
        <p:nvPicPr>
          <p:cNvPr id="46" name="Image 5" descr="Musterlösung Level 4: Trepp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3108" y="8178035"/>
            <a:ext cx="2286000" cy="1469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3154680" cy="3424213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24712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Rund ums Haus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697480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97480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6 Blöcke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194767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Ein „Wiederhole“ darf in einem anderen „Wiederhole“ stehen. (Höchstens 6 Blöcke)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24942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Verschachtelte Schleifen: ein „Wiederhole“ im „Wiederhole“. Programme kürzer machen (höchstens 6 Blöcke).</a:t>
            </a:r>
            <a:endParaRPr lang="en-US" sz="850" dirty="0"/>
          </a:p>
        </p:txBody>
      </p:sp>
      <p:pic>
        <p:nvPicPr>
          <p:cNvPr id="15" name="Image 2" descr="Musterlösung Level 5: Rund ums Ha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752344"/>
            <a:ext cx="2286000" cy="190630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58768" y="1371600"/>
            <a:ext cx="3154680" cy="61846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995928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99592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Labyrinth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07608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07608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Blöcke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3995928" y="194767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Finde den Weg durch das Labyrinth – mit allem, was du bisher gelernt hast.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3995928" y="224942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längere Lösung planen, Teilstrecken mit „Wiederhole“ zusammenfassen und Fehler finden (Debugging).</a:t>
            </a:r>
            <a:endParaRPr lang="en-US" sz="850" dirty="0"/>
          </a:p>
        </p:txBody>
      </p:sp>
      <p:pic>
        <p:nvPicPr>
          <p:cNvPr id="24" name="Image 3" descr="Musterlösung Level 6: Labyrin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2752344"/>
            <a:ext cx="1737360" cy="466679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8640" y="4905541"/>
            <a:ext cx="3154680" cy="2802076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85800" y="4996981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Kapitel 2 – Fortgeschritten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685800" y="5271301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800" y="527130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124712" y="5271301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Kehrtwende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697480" y="5326165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2697480" y="5326165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Blöcke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5710213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„Umdrehen“ dreht Robo in einem Zug um 180°.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685800" y="6011965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Neuer Befehl „Umdrehen“: Ein Befehl kann zwei andere ersetzen (zweimal links drehen).</a:t>
            </a:r>
            <a:endParaRPr lang="en-US" sz="850" dirty="0"/>
          </a:p>
        </p:txBody>
      </p:sp>
      <p:pic>
        <p:nvPicPr>
          <p:cNvPr id="34" name="Image 4" descr="Musterlösung Level 7: Kehrtwen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6386869"/>
            <a:ext cx="2286000" cy="1183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3154680" cy="3109986"/>
          </a:xfrm>
          <a:prstGeom prst="roundRect">
            <a:avLst>
              <a:gd name="adj" fmla="val 4410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24712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Sterne sammeln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697480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97480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Blöcke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194767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Sammle alle Sterne mit „Stern aufheben“ ein.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24942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Robo verändert die Welt (Zustand). Eine Aktion funktioniert nur am richtigen Ort – Aufheben auf einem leeren Feld ist ein Fehler.</a:t>
            </a:r>
            <a:endParaRPr lang="en-US" sz="850" dirty="0"/>
          </a:p>
        </p:txBody>
      </p:sp>
      <p:pic>
        <p:nvPicPr>
          <p:cNvPr id="15" name="Image 2" descr="Musterlösung Level 8: Sterne sammel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752344"/>
            <a:ext cx="2286000" cy="159208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58768" y="1371600"/>
            <a:ext cx="3154680" cy="2753863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995928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99592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Sterne ablegen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07608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07608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4 Blöcke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3995928" y="194767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Leg auf jedes markierte Feld einen Stern. (Höchstens 4 Blöcke)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3995928" y="224942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Aktion im Schleifenkörper: Das Muster „2 Schritte, ablegen“ finden (höchstens 4 Blöcke).</a:t>
            </a:r>
            <a:endParaRPr lang="en-US" sz="850" dirty="0"/>
          </a:p>
        </p:txBody>
      </p:sp>
      <p:pic>
        <p:nvPicPr>
          <p:cNvPr id="24" name="Image 3" descr="Musterlösung Level 9: Sterne ableg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2752344"/>
            <a:ext cx="2286000" cy="1235959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3858768" y="4235191"/>
            <a:ext cx="3154680" cy="390864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995928" y="4372351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995928" y="43723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34840" y="4372351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Umzug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07608" y="4427215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007608" y="4427215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Blöcke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3995928" y="4811263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 die Sterne auf die markierten Felder.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3995928" y="5113015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Zustand über die Zeit: Robo trägt Sterne mit sich. Die Reihenfolge von Aufheben und Ablegen planen.</a:t>
            </a:r>
            <a:endParaRPr lang="en-US" sz="850" dirty="0"/>
          </a:p>
        </p:txBody>
      </p:sp>
      <p:pic>
        <p:nvPicPr>
          <p:cNvPr id="33" name="Image 4" descr="Musterlösung Level 10: Umzu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108" y="5615935"/>
            <a:ext cx="2286000" cy="239074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48640" y="4591314"/>
            <a:ext cx="3154680" cy="2986621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85800" y="4728474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85800" y="47284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124712" y="4728474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Sternsuche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2697480" y="4783338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2697480" y="478333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Blöcke</a:t>
            </a:r>
            <a:endParaRPr lang="en-US" sz="800" dirty="0"/>
          </a:p>
        </p:txBody>
      </p:sp>
      <p:sp>
        <p:nvSpPr>
          <p:cNvPr id="40" name="Text 32"/>
          <p:cNvSpPr txBox="1"/>
          <p:nvPr/>
        </p:nvSpPr>
        <p:spPr>
          <a:xfrm>
            <a:off x="685800" y="5167386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„Wenn“ prüft eine Bedingung. Heb nur dort einen Stern auf, wo einer liegt. Dein Programm muss in allen 3 Welten funktionieren.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>
            <a:off x="685800" y="559715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Verzweigung mit „Wenn“: Das Programm reagiert auf die Welt. Ein Programm muss mehrere Welten lösen – Abzählen reicht nicht mehr.</a:t>
            </a:r>
            <a:endParaRPr lang="en-US" sz="850" dirty="0"/>
          </a:p>
        </p:txBody>
      </p:sp>
      <p:pic>
        <p:nvPicPr>
          <p:cNvPr id="42" name="Image 5" descr="Musterlösung Level 12: Sternsuch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6100074"/>
            <a:ext cx="2286000" cy="1340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3154680" cy="5730261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24712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Sternentürme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697480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97480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20 Blöcke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Bau dir einen eigenen Befehl, der einen Turm leer räumt – und verwende ihn dreimal. (Höchstens 20 Blöcke)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377440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Eigene Befehle (Abstraktion): eine wiederkehrende Teilaufgabe benennen und mehrmals verwenden. Wichtig: Robo muss danach wieder so stehen wie vorher.</a:t>
            </a:r>
            <a:endParaRPr lang="en-US" sz="850" dirty="0"/>
          </a:p>
        </p:txBody>
      </p:sp>
      <p:pic>
        <p:nvPicPr>
          <p:cNvPr id="15" name="Image 2" descr="Musterlösung Level 11: Sternentür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008376"/>
            <a:ext cx="1737360" cy="395632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58768" y="1371600"/>
            <a:ext cx="3154680" cy="3303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995928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99592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Umkehren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07608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07608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Blöcke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3995928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„Wenn … sonst“. Wo ein Stern liegt, heb ihn auf – wo keiner liegt, leg einen hin. Dein Programm muss in allen 3 Welten funktionieren.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3995928" y="237744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„Wenn … sonst“: zwei Fälle, von denen immer genau einer ausgeführt wird.</a:t>
            </a:r>
            <a:endParaRPr lang="en-US" sz="850" dirty="0"/>
          </a:p>
        </p:txBody>
      </p:sp>
      <p:pic>
        <p:nvPicPr>
          <p:cNvPr id="24" name="Image 3" descr="Musterlösung Level 13: Umkehr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2752344"/>
            <a:ext cx="2286000" cy="178585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3858768" y="4785088"/>
            <a:ext cx="3154680" cy="2957524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995928" y="4922248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995928" y="4922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34840" y="492224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 zur Wand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07608" y="497711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007608" y="4977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Blöcke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3995928" y="5361160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„Solange“ wiederholt, bis die Bedingung nicht mehr stimmt. Der Gang ist jedes Mal anders lang! Dein Programm muss in allen 3 Welten funktionieren.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3995928" y="591894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Bedingte Schleife „Solange“: wiederholen, ohne vorher zu wissen, wie oft. Unterschied zu „Wiederhole n mal“.</a:t>
            </a:r>
            <a:endParaRPr lang="en-US" sz="850" dirty="0"/>
          </a:p>
        </p:txBody>
      </p:sp>
      <p:pic>
        <p:nvPicPr>
          <p:cNvPr id="33" name="Image 4" descr="Musterlösung Level 14: Bis zur Wa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108" y="6421864"/>
            <a:ext cx="2286000" cy="118358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48640" y="7211589"/>
            <a:ext cx="3154680" cy="2701492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85800" y="7348749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85800" y="73487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124712" y="7348749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Stopp vor dem Stern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2697480" y="7403613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2697480" y="7403613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Blöcke</a:t>
            </a:r>
            <a:endParaRPr lang="en-US" sz="800" dirty="0"/>
          </a:p>
        </p:txBody>
      </p:sp>
      <p:sp>
        <p:nvSpPr>
          <p:cNvPr id="40" name="Text 32"/>
          <p:cNvSpPr txBox="1"/>
          <p:nvPr/>
        </p:nvSpPr>
        <p:spPr>
          <a:xfrm>
            <a:off x="685800" y="7787661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Robo soll genau vor dem Stern stehen bleiben. Dein Programm muss in allen 3 Welten funktionieren.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>
            <a:off x="685800" y="8217429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Abbruchbedingung genau wählen, mit Verneinung („kein Stern vorne“).</a:t>
            </a:r>
            <a:endParaRPr lang="en-US" sz="850" dirty="0"/>
          </a:p>
        </p:txBody>
      </p:sp>
      <p:pic>
        <p:nvPicPr>
          <p:cNvPr id="42" name="Image 5" descr="Musterlösung Level 15: Stopp vor dem Ster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8592333"/>
            <a:ext cx="2286000" cy="1183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3154680" cy="2858605"/>
          </a:xfrm>
          <a:prstGeom prst="roundRect">
            <a:avLst>
              <a:gd name="adj" fmla="val 479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24712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Sterne bis zur Wand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697480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97480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Blöcke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Geh bis zur Wand und sammle unterwegs alle Sterne ein. Dein Programm muss in allen 3 Welten funktionieren.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37744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Schleife und Verzweigung kombinieren: ein „Wenn“ im „Solange“.</a:t>
            </a:r>
            <a:endParaRPr lang="en-US" sz="850" dirty="0"/>
          </a:p>
        </p:txBody>
      </p:sp>
      <p:pic>
        <p:nvPicPr>
          <p:cNvPr id="15" name="Image 2" descr="Musterlösung Level 16: Sterne bis zur W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752344"/>
            <a:ext cx="2286000" cy="134070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58768" y="1371600"/>
            <a:ext cx="3154680" cy="5697089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995928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99592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Hürdenlauf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07608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07608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Blöcke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3995928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Lauf bis zum Stern und spring über jede Hürde. Tipp: ein eigener Befehl „springen“. Dein Programm muss in allen 3 Welten funktionieren.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3995928" y="2377440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zerlegen: eigener Befehl „springen“ + Schleife + Verzweigung. Das Ende wird über eine Bedingung erkannt („kein Stern hier“).</a:t>
            </a:r>
            <a:endParaRPr lang="en-US" sz="850" dirty="0"/>
          </a:p>
        </p:txBody>
      </p:sp>
      <p:pic>
        <p:nvPicPr>
          <p:cNvPr id="24" name="Image 3" descr="Musterlösung Level 17: Hürdenlau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880360"/>
            <a:ext cx="2057400" cy="4051169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8640" y="4339933"/>
            <a:ext cx="3154680" cy="3646497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85800" y="4477093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85800" y="44770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124712" y="4477093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 der erste Stern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697480" y="4531957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2697480" y="453195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Blöcke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685800" y="4916005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„und“. Heb nur den ersten Stern auf – falls es überhaupt einen gibt. Dein Programm muss in allen 3 Welten funktionieren.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5345773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Logisches UND: Die Schleife hat zwei Gründe aufzuhören. Sonderfall bedenken: Es gibt gar keinen Stern (Welt 3).</a:t>
            </a:r>
            <a:endParaRPr lang="en-US" sz="850" dirty="0"/>
          </a:p>
        </p:txBody>
      </p:sp>
      <p:pic>
        <p:nvPicPr>
          <p:cNvPr id="33" name="Image 4" descr="Musterlösung Level 18: Nur der erste Ster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848693"/>
            <a:ext cx="2286000" cy="20005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3154680" cy="3811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24712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Wandwächter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697480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97480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Blöcke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Neu: „oder“. Leg überall einen Stern ab, wo links oder rechts eine Wand ist. Dein Programm muss in allen 3 Welten funktionieren.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37744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Logisches ODER. „Links“ und „rechts“ sind relativ zu Robos Blickrichtung.</a:t>
            </a:r>
            <a:endParaRPr lang="en-US" sz="850" dirty="0"/>
          </a:p>
        </p:txBody>
      </p:sp>
      <p:pic>
        <p:nvPicPr>
          <p:cNvPr id="15" name="Image 2" descr="Musterlösung Level 19: Wandwäch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752344"/>
            <a:ext cx="2286000" cy="22938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58768" y="1371600"/>
            <a:ext cx="3154680" cy="476694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995928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99592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Rechte-Hand-Regel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07608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07608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Blöcke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3995928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Finde in jedem Labyrinth den Stern. Tipp: Halte immer die rechte Hand an der Wand! Dein Programm muss in allen 3 Welten funktionieren.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3995928" y="2377440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echter Algorithmus: Eine allgemeine Strategie löst jedes dieser Labyrinthe, ohne es vorher zu kennen. Verschachteltes Wenn/sonst (wenn – sonst wenn – sonst).</a:t>
            </a:r>
            <a:endParaRPr lang="en-US" sz="850" dirty="0"/>
          </a:p>
        </p:txBody>
      </p:sp>
      <p:pic>
        <p:nvPicPr>
          <p:cNvPr id="24" name="Image 3" descr="Musterlösung Level 20: Rechte-Hand-Reg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3008376"/>
            <a:ext cx="2057400" cy="2993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3154680" cy="6108381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D4F77A"/>
          </a:solidFill>
          <a:ln w="12700">
            <a:solidFill>
              <a:srgbClr val="D4F77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24712" y="15087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Raum füllen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697480" y="15636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97480" y="15636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Blöcke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1947672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Aufgabe: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Meisterprüfung: Leg auf jedes Feld einen Stern – in jedem Raum, egal wie groß. Dein Programm muss in allen 3 Welten funktionieren.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377440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Lernziel: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Algorithmus für jede Raumgröße: Zeile für Zeile vorgehen, Teilaufgaben als eigene Befehle, Schleifen in Schleifen. Das große Problem in kleine zerlegen.</a:t>
            </a:r>
            <a:endParaRPr lang="en-US" sz="850" dirty="0"/>
          </a:p>
        </p:txBody>
      </p:sp>
      <p:pic>
        <p:nvPicPr>
          <p:cNvPr id="15" name="Image 2" descr="Musterlösung Level 21: Raum füll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008376"/>
            <a:ext cx="1737360" cy="43344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Programmieren – Musterlösungen</dc:title>
  <dc:subject>PptxGenJS Presentation</dc:subject>
  <dc:creator>Armin Heske</dc:creator>
  <cp:lastModifiedBy>Armin Heske</cp:lastModifiedBy>
  <cp:revision>1</cp:revision>
  <dcterms:created xsi:type="dcterms:W3CDTF">2026-10-30T06:55:44Z</dcterms:created>
  <dcterms:modified xsi:type="dcterms:W3CDTF">2026-10-30T06:55:44Z</dcterms:modified>
</cp:coreProperties>
</file>