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C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1737360" cy="644387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28600"/>
            <a:ext cx="731520" cy="73152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087368" y="2468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900" dirty="0"/>
          </a:p>
        </p:txBody>
      </p:sp>
      <p:sp>
        <p:nvSpPr>
          <p:cNvPr id="6" name="Shape 1"/>
          <p:cNvSpPr/>
          <p:nvPr/>
        </p:nvSpPr>
        <p:spPr>
          <a:xfrm>
            <a:off x="548640" y="100584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1078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Römische 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Zahlen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4297680" y="109728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Lösungen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48640" y="2011680"/>
            <a:ext cx="31546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85800" y="21031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Römisch → arabisch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XCII =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1828800" y="24871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DXVI =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1828800" y="27294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516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MCC =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29718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1200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32141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XCIV =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32141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3456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CMXL =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828800" y="34564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940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36987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LII =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828800" y="36987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3941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 =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1828800" y="39410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400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777240" y="41833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XIV =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1828800" y="41833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777240" y="4425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XIX =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1828800" y="4425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777240" y="46680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CXC =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1828800" y="46680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190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3858768" y="2011680"/>
            <a:ext cx="31546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995928" y="21031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99592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Arabisch → römisch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4087368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=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5138928" y="24871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XXIII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4087368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=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5138928" y="27294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XLV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4087368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 =</a:t>
            </a:r>
            <a:endParaRPr lang="en-US" sz="1150" dirty="0"/>
          </a:p>
        </p:txBody>
      </p:sp>
      <p:sp>
        <p:nvSpPr>
          <p:cNvPr id="40" name="Text 35"/>
          <p:cNvSpPr txBox="1"/>
          <p:nvPr/>
        </p:nvSpPr>
        <p:spPr>
          <a:xfrm>
            <a:off x="5138928" y="29718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CXX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4087368" y="32141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=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5138928" y="32141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XLIV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4087368" y="3456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300 =</a:t>
            </a:r>
            <a:endParaRPr lang="en-US" sz="1150" dirty="0"/>
          </a:p>
        </p:txBody>
      </p:sp>
      <p:sp>
        <p:nvSpPr>
          <p:cNvPr id="44" name="Text 39"/>
          <p:cNvSpPr txBox="1"/>
          <p:nvPr/>
        </p:nvSpPr>
        <p:spPr>
          <a:xfrm>
            <a:off x="5138928" y="34564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CCC</a:t>
            </a:r>
            <a:endParaRPr lang="en-US" sz="1150" dirty="0"/>
          </a:p>
        </p:txBody>
      </p:sp>
      <p:sp>
        <p:nvSpPr>
          <p:cNvPr id="45" name="Text 40"/>
          <p:cNvSpPr txBox="1"/>
          <p:nvPr/>
        </p:nvSpPr>
        <p:spPr>
          <a:xfrm>
            <a:off x="4087368" y="36987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400 =</a:t>
            </a:r>
            <a:endParaRPr lang="en-US" sz="1150" dirty="0"/>
          </a:p>
        </p:txBody>
      </p:sp>
      <p:sp>
        <p:nvSpPr>
          <p:cNvPr id="46" name="Text 41"/>
          <p:cNvSpPr txBox="1"/>
          <p:nvPr/>
        </p:nvSpPr>
        <p:spPr>
          <a:xfrm>
            <a:off x="5138928" y="36987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</a:t>
            </a:r>
            <a:endParaRPr lang="en-US" sz="1150" dirty="0"/>
          </a:p>
        </p:txBody>
      </p:sp>
      <p:sp>
        <p:nvSpPr>
          <p:cNvPr id="47" name="Text 42"/>
          <p:cNvSpPr txBox="1"/>
          <p:nvPr/>
        </p:nvSpPr>
        <p:spPr>
          <a:xfrm>
            <a:off x="4087368" y="3941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550 =</a:t>
            </a:r>
            <a:endParaRPr lang="en-US" sz="1150" dirty="0"/>
          </a:p>
        </p:txBody>
      </p:sp>
      <p:sp>
        <p:nvSpPr>
          <p:cNvPr id="48" name="Text 43"/>
          <p:cNvSpPr txBox="1"/>
          <p:nvPr/>
        </p:nvSpPr>
        <p:spPr>
          <a:xfrm>
            <a:off x="5138928" y="39410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DL</a:t>
            </a:r>
            <a:endParaRPr lang="en-US" sz="1150" dirty="0"/>
          </a:p>
        </p:txBody>
      </p:sp>
      <p:sp>
        <p:nvSpPr>
          <p:cNvPr id="49" name="Text 44"/>
          <p:cNvSpPr txBox="1"/>
          <p:nvPr/>
        </p:nvSpPr>
        <p:spPr>
          <a:xfrm>
            <a:off x="4087368" y="41833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900 =</a:t>
            </a:r>
            <a:endParaRPr lang="en-US" sz="1150" dirty="0"/>
          </a:p>
        </p:txBody>
      </p:sp>
      <p:sp>
        <p:nvSpPr>
          <p:cNvPr id="50" name="Text 45"/>
          <p:cNvSpPr txBox="1"/>
          <p:nvPr/>
        </p:nvSpPr>
        <p:spPr>
          <a:xfrm>
            <a:off x="5138928" y="41833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</a:t>
            </a:r>
            <a:endParaRPr lang="en-US" sz="1150" dirty="0"/>
          </a:p>
        </p:txBody>
      </p:sp>
      <p:sp>
        <p:nvSpPr>
          <p:cNvPr id="51" name="Text 46"/>
          <p:cNvSpPr txBox="1"/>
          <p:nvPr/>
        </p:nvSpPr>
        <p:spPr>
          <a:xfrm>
            <a:off x="4087368" y="4425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 =</a:t>
            </a:r>
            <a:endParaRPr lang="en-US" sz="1150" dirty="0"/>
          </a:p>
        </p:txBody>
      </p:sp>
      <p:sp>
        <p:nvSpPr>
          <p:cNvPr id="52" name="Text 47"/>
          <p:cNvSpPr txBox="1"/>
          <p:nvPr/>
        </p:nvSpPr>
        <p:spPr>
          <a:xfrm>
            <a:off x="5138928" y="4425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LXIX</a:t>
            </a:r>
            <a:endParaRPr lang="en-US" sz="1150" dirty="0"/>
          </a:p>
        </p:txBody>
      </p:sp>
      <p:sp>
        <p:nvSpPr>
          <p:cNvPr id="53" name="Text 48"/>
          <p:cNvSpPr txBox="1"/>
          <p:nvPr/>
        </p:nvSpPr>
        <p:spPr>
          <a:xfrm>
            <a:off x="4087368" y="46680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999 =</a:t>
            </a:r>
            <a:endParaRPr lang="en-US" sz="1150" dirty="0"/>
          </a:p>
        </p:txBody>
      </p:sp>
      <p:sp>
        <p:nvSpPr>
          <p:cNvPr id="54" name="Text 49"/>
          <p:cNvSpPr txBox="1"/>
          <p:nvPr/>
        </p:nvSpPr>
        <p:spPr>
          <a:xfrm>
            <a:off x="5138928" y="46680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CMXCIX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Einfache Textgleichungen – Arbeitsblatt</dc:title>
  <dc:subject>PptxGenJS Presentation</dc:subject>
  <dc:creator>Armin Heske</dc:creator>
  <cp:lastModifiedBy>Armin Heske</cp:lastModifiedBy>
  <cp:revision>1</cp:revision>
  <dcterms:created xsi:type="dcterms:W3CDTF">2026-10-29T17:46:58Z</dcterms:created>
  <dcterms:modified xsi:type="dcterms:W3CDTF">2026-10-29T17:46:58Z</dcterms:modified>
</cp:coreProperties>
</file>