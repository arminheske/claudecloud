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CD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Arbeitsblatt · Mathematik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68680"/>
            <a:ext cx="6464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</a:t>
            </a:r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459A"/>
                </a:solidFill>
                <a:highlight>
                  <a:srgbClr val="BCD6F5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Textgleichungen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Name: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371600" y="2103120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7" name="Text 4"/>
          <p:cNvSpPr txBox="1"/>
          <p:nvPr/>
        </p:nvSpPr>
        <p:spPr>
          <a:xfrm>
            <a:off x="4389120" y="1783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Datum: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2103120"/>
            <a:ext cx="170992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9" name="Text 6"/>
          <p:cNvSpPr txBox="1"/>
          <p:nvPr/>
        </p:nvSpPr>
        <p:spPr>
          <a:xfrm>
            <a:off x="548640" y="2286000"/>
            <a:ext cx="6464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Stelle zu jeder Aufgabe eine Gleichung auf und löse sie.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03580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9808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3017520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Vergrößert man 33 um eine Zahl, so erhält man 54. Wie lautet die Zahl?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73989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606040" y="4059936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6" name="Text 13"/>
          <p:cNvSpPr txBox="1"/>
          <p:nvPr/>
        </p:nvSpPr>
        <p:spPr>
          <a:xfrm>
            <a:off x="1417320" y="419709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606040" y="4517136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8" name="Shape 15"/>
          <p:cNvSpPr/>
          <p:nvPr/>
        </p:nvSpPr>
        <p:spPr>
          <a:xfrm>
            <a:off x="548640" y="4928616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" y="5129784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9808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417320" y="5111496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Verkleinert man 33 um eine Zahl, so erhält man 17. Wie lautet die Zahl?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417320" y="583387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606040" y="6153912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4" name="Text 21"/>
          <p:cNvSpPr txBox="1"/>
          <p:nvPr/>
        </p:nvSpPr>
        <p:spPr>
          <a:xfrm>
            <a:off x="1417320" y="629107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606040" y="6611112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6" name="Shape 23"/>
          <p:cNvSpPr/>
          <p:nvPr/>
        </p:nvSpPr>
        <p:spPr>
          <a:xfrm>
            <a:off x="548640" y="7022592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9808" y="7223760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9808" y="722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1417320" y="7205472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Verkleinert man eine Zahl um 33, so erhält man 17. Wie lautet die Zahl?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417320" y="79278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606040" y="8247888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2" name="Text 29"/>
          <p:cNvSpPr txBox="1"/>
          <p:nvPr/>
        </p:nvSpPr>
        <p:spPr>
          <a:xfrm>
            <a:off x="1417320" y="83850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606040" y="8705088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02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Textgleichungen · Seite 2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48640" y="1097280"/>
            <a:ext cx="6464808" cy="1709928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9808" y="129844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280160"/>
            <a:ext cx="5367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Doppelte einer Zahl ist 48. Wie lautet die Zahl?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7556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06040" y="2075688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1417320" y="22128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06040" y="2532888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548640" y="2944368"/>
            <a:ext cx="6464808" cy="1709928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9808" y="3145536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127248"/>
            <a:ext cx="5367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Dreifache einer Zahl ist 81. Wie lautet die Zahl?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6027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606040" y="3922776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8" name="Text 15"/>
          <p:cNvSpPr txBox="1"/>
          <p:nvPr/>
        </p:nvSpPr>
        <p:spPr>
          <a:xfrm>
            <a:off x="1417320" y="40599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606040" y="4379976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548640" y="4791456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992624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9808" y="4992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417320" y="4974336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Doppelte einer Zahl ist 7 kleiner als 43. Wie lautet die Zahl?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56967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606040" y="6016752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1417320" y="61539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606040" y="6473952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548640" y="6885432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7086600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808" y="7086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1417320" y="7068312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Dreifache einer Zahl ist um 11 größer als 76. Wie lautet die Zahl?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417320" y="77906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606040" y="8110728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4" name="Text 31"/>
          <p:cNvSpPr txBox="1"/>
          <p:nvPr/>
        </p:nvSpPr>
        <p:spPr>
          <a:xfrm>
            <a:off x="1417320" y="82478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606040" y="8567928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02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Textgleichungen · Seite 3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48640" y="1097280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9808" y="129844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280160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Zieht man vom 11fachen einer Zahl das Dreifache dieser Zahl ab, so erhält man 56. Wie lautet die Zahl?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025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06040" y="2322576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1417320" y="24597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06040" y="2779776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548640" y="3191256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9808" y="3392424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374136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Vermindert man das Dreifache einer Zahl um 9, so erhält man 27. Wie lautet die Zahl?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0965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606040" y="4416552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8" name="Text 15"/>
          <p:cNvSpPr txBox="1"/>
          <p:nvPr/>
        </p:nvSpPr>
        <p:spPr>
          <a:xfrm>
            <a:off x="1417320" y="45537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606040" y="4873752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548640" y="5285232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486400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9808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417320" y="5468112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Hälfte einer Zahl ist um 25 kleiner als das um 10 vermehrte Doppelte dieser Zahl. Wie lautet die Zahl?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61904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606040" y="6510528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1417320" y="66476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606040" y="6967728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548640" y="7379208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7580376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808" y="7580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1417320" y="7562088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Verena ist um 8 Jahre älter als ihr Bruder Roman. Beide zusammen sind 32 Jahre alt. Wie alt ist Roman?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417320" y="828446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606040" y="8604504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4" name="Text 31"/>
          <p:cNvSpPr txBox="1"/>
          <p:nvPr/>
        </p:nvSpPr>
        <p:spPr>
          <a:xfrm>
            <a:off x="1417320" y="874166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606040" y="9061704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02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Textgleichungen · Seite 4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48640" y="1097280"/>
            <a:ext cx="6464808" cy="2203704"/>
          </a:xfrm>
          <a:prstGeom prst="roundRect">
            <a:avLst>
              <a:gd name="adj" fmla="val 6224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9808" y="129844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280160"/>
            <a:ext cx="53675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Petra, Konrad und Leon sind zusammen 42 Jahre alt. Leon ist um 5 Jahre älter als Petra und Konrad ist um 7 Jahre älter als Petra. Wie alt ist Leon?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2494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06040" y="2569464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1417320" y="2706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06040" y="3026664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548640" y="3438144"/>
            <a:ext cx="6464808" cy="2203704"/>
          </a:xfrm>
          <a:prstGeom prst="roundRect">
            <a:avLst>
              <a:gd name="adj" fmla="val 6224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9808" y="3639312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621024"/>
            <a:ext cx="53675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Anja, Armin und Alina sind zusammen 32 Jahre alt. Anja ist um 10 Jahre älter als Alina und Armin ist um 6 Jahre jünger als Anja. Wie alt ist Armin?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5902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606040" y="4910328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8" name="Text 15"/>
          <p:cNvSpPr txBox="1"/>
          <p:nvPr/>
        </p:nvSpPr>
        <p:spPr>
          <a:xfrm>
            <a:off x="1417320" y="50474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606040" y="5367528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548640" y="5779008"/>
            <a:ext cx="6464808" cy="3136392"/>
          </a:xfrm>
          <a:prstGeom prst="roundRect">
            <a:avLst>
              <a:gd name="adj" fmla="val 4373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980176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9808" y="5980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417320" y="5961888"/>
            <a:ext cx="53675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einem rechtwinkeligen Dreieck ist α viermal so groß wie β.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a) Wie groß ist der rechte Winkel?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b) Wie groß ist α?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7178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606040" y="7498080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1417320" y="7635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a)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828800" y="7955280"/>
            <a:ext cx="495604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1417320" y="8138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b)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1828800" y="8458200"/>
            <a:ext cx="495604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02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Textgleichungen · Seite 5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48640" y="1097280"/>
            <a:ext cx="6464808" cy="2203704"/>
          </a:xfrm>
          <a:prstGeom prst="roundRect">
            <a:avLst>
              <a:gd name="adj" fmla="val 6224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9808" y="129844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280160"/>
            <a:ext cx="53675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Georg, Nicole und Carina sind zusammen 43 Jahre alt. Georg ist um 7 Jahre älter als Nicole und Carina ist um 9 Jahre älter als Nicole. Wie alt ist Nicole?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2494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06040" y="2569464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1417320" y="2706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06040" y="3026664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548640" y="3438144"/>
            <a:ext cx="6464808" cy="2203704"/>
          </a:xfrm>
          <a:prstGeom prst="roundRect">
            <a:avLst>
              <a:gd name="adj" fmla="val 6224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9808" y="3639312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621024"/>
            <a:ext cx="53675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Pia, Johannes und Elisabeth sind zusammen 39 Jahre alt. Pia ist um 4 Jahre älter als Elisabeth und Johannes ist um 2 Jahre jünger als Pia. Wie alt ist Pia?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5902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606040" y="4910328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8" name="Text 15"/>
          <p:cNvSpPr txBox="1"/>
          <p:nvPr/>
        </p:nvSpPr>
        <p:spPr>
          <a:xfrm>
            <a:off x="1417320" y="50474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606040" y="5367528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Einfache Textgleichungen – Arbeitsblatt</dc:title>
  <dc:subject>PptxGenJS Presentation</dc:subject>
  <dc:creator>Armin Heske</dc:creator>
  <cp:lastModifiedBy>Armin Heske</cp:lastModifiedBy>
  <cp:revision>1</cp:revision>
  <dcterms:created xsi:type="dcterms:W3CDTF">2026-10-29T16:26:19Z</dcterms:created>
  <dcterms:modified xsi:type="dcterms:W3CDTF">2026-10-29T16:26:19Z</dcterms:modified>
</cp:coreProperties>
</file>