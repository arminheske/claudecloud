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Seite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CCE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CD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332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5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Mathematik · Arbeitsblatt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</a:t>
            </a:r>
            <a:pPr indent="0" marL="0">
              <a:buNone/>
            </a:pPr>
            <a:r>
              <a:rPr lang="en-US" sz="30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</a:t>
            </a:r>
            <a:endParaRPr lang="en-US" sz="3000" dirty="0"/>
          </a:p>
        </p:txBody>
      </p:sp>
      <p:pic>
        <p:nvPicPr>
          <p:cNvPr id="4" name="Image 0" descr="QR-Code zu www.cleverbox.co.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Arbeitsblatt · Mathematik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73736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Einfache </a:t>
            </a:r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459A"/>
                </a:solidFill>
                <a:highlight>
                  <a:srgbClr val="BCD6F5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Textgleichungen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651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Name: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371600" y="2971800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1" name="Text 7"/>
          <p:cNvSpPr txBox="1"/>
          <p:nvPr/>
        </p:nvSpPr>
        <p:spPr>
          <a:xfrm>
            <a:off x="438912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Datum: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03520" y="2971800"/>
            <a:ext cx="170992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3" name="Text 9"/>
          <p:cNvSpPr txBox="1"/>
          <p:nvPr/>
        </p:nvSpPr>
        <p:spPr>
          <a:xfrm>
            <a:off x="548640" y="315468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 zu jeder Aufgabe eine Gleichung auf und löse sie.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90448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417320" y="3886200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Vergrößert man 33 um eine Zahl, so erhält man 54. Wie lautet die Zahl?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46085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606040" y="4928616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0" name="Text 16"/>
          <p:cNvSpPr txBox="1"/>
          <p:nvPr/>
        </p:nvSpPr>
        <p:spPr>
          <a:xfrm>
            <a:off x="1417320" y="50657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06040" y="5385816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2" name="Shape 18"/>
          <p:cNvSpPr/>
          <p:nvPr/>
        </p:nvSpPr>
        <p:spPr>
          <a:xfrm>
            <a:off x="548640" y="5797296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9808" y="5998464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49808" y="5998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417320" y="5980176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Verkleinert man 33 um eine Zahl, so erhält man 17. Wie lautet die Zahl?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417320" y="67025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606040" y="7022592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8" name="Text 24"/>
          <p:cNvSpPr txBox="1"/>
          <p:nvPr/>
        </p:nvSpPr>
        <p:spPr>
          <a:xfrm>
            <a:off x="1417320" y="7159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06040" y="7479792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0" name="Shape 26"/>
          <p:cNvSpPr/>
          <p:nvPr/>
        </p:nvSpPr>
        <p:spPr>
          <a:xfrm>
            <a:off x="548640" y="7891272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49808" y="8092440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49808" y="8092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417320" y="8074152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Verkleinert man eine Zahl um 33, so erhält man 17. Wie lautet die Zahl?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1417320" y="8796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606040" y="9116568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6" name="Text 32"/>
          <p:cNvSpPr txBox="1"/>
          <p:nvPr/>
        </p:nvSpPr>
        <p:spPr>
          <a:xfrm>
            <a:off x="1417320" y="9253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2606040" y="9573768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</a:t>
            </a:r>
            <a:pPr indent="0" marL="0">
              <a:buNone/>
            </a:pPr>
            <a:r>
              <a:rPr lang="en-US" sz="30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</a:t>
            </a:r>
            <a:endParaRPr lang="en-US" sz="3000" dirty="0"/>
          </a:p>
        </p:txBody>
      </p:sp>
      <p:pic>
        <p:nvPicPr>
          <p:cNvPr id="4" name="Image 0" descr="QR-Code zu www.cleverbox.co.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Einfache Textgleichungen · Seite 2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6464808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5367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Doppelte einer Zahl ist 48. Wie lautet die Zahl?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624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2944368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4" name="Text 10"/>
          <p:cNvSpPr txBox="1"/>
          <p:nvPr/>
        </p:nvSpPr>
        <p:spPr>
          <a:xfrm>
            <a:off x="141732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606040" y="3401568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548640" y="3813048"/>
            <a:ext cx="6464808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014216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980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417320" y="3995928"/>
            <a:ext cx="5367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Dreifache einer Zahl ist 81. Wie lautet die Zahl?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4471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06040" y="4791456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2" name="Text 18"/>
          <p:cNvSpPr txBox="1"/>
          <p:nvPr/>
        </p:nvSpPr>
        <p:spPr>
          <a:xfrm>
            <a:off x="1417320" y="4928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606040" y="5248656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4" name="Shape 20"/>
          <p:cNvSpPr/>
          <p:nvPr/>
        </p:nvSpPr>
        <p:spPr>
          <a:xfrm>
            <a:off x="548640" y="5660136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" y="5861304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9808" y="5861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417320" y="5843016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Doppelte einer Zahl ist 7 kleiner als 43. Wie lautet die Zahl?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1417320" y="6565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06040" y="6885432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0" name="Text 26"/>
          <p:cNvSpPr txBox="1"/>
          <p:nvPr/>
        </p:nvSpPr>
        <p:spPr>
          <a:xfrm>
            <a:off x="1417320" y="7022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06040" y="7342632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2" name="Shape 28"/>
          <p:cNvSpPr/>
          <p:nvPr/>
        </p:nvSpPr>
        <p:spPr>
          <a:xfrm>
            <a:off x="548640" y="7754112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49808" y="7955280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49808" y="7955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417320" y="7936992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Dreifache einer Zahl ist um 11 größer als 76. Wie lautet die Zahl?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1417320" y="8659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2606040" y="8979408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8" name="Text 34"/>
          <p:cNvSpPr txBox="1"/>
          <p:nvPr/>
        </p:nvSpPr>
        <p:spPr>
          <a:xfrm>
            <a:off x="1417320" y="9116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2606040" y="9436608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</a:t>
            </a:r>
            <a:pPr indent="0" marL="0">
              <a:buNone/>
            </a:pPr>
            <a:r>
              <a:rPr lang="en-US" sz="30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</a:t>
            </a:r>
            <a:endParaRPr lang="en-US" sz="3000" dirty="0"/>
          </a:p>
        </p:txBody>
      </p:sp>
      <p:pic>
        <p:nvPicPr>
          <p:cNvPr id="4" name="Image 0" descr="QR-Code zu www.cleverbox.co.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Einfache Textgleichungen · Seite 3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Zieht man vom 11fachen einer Zahl das Dreifache dieser Zahl ab, so erhält man 56. Wie lautet die Zahl?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8712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3191256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4" name="Text 10"/>
          <p:cNvSpPr txBox="1"/>
          <p:nvPr/>
        </p:nvSpPr>
        <p:spPr>
          <a:xfrm>
            <a:off x="141732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606040" y="3648456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548640" y="4059936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261104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980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417320" y="4242816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Vermindert man das Dreifache einer Zahl um 9, so erhält man 27. Wie lautet die Zahl?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4965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06040" y="5285232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2" name="Text 18"/>
          <p:cNvSpPr txBox="1"/>
          <p:nvPr/>
        </p:nvSpPr>
        <p:spPr>
          <a:xfrm>
            <a:off x="1417320" y="54223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606040" y="5742432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4" name="Shape 20"/>
          <p:cNvSpPr/>
          <p:nvPr/>
        </p:nvSpPr>
        <p:spPr>
          <a:xfrm>
            <a:off x="548640" y="6153912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" y="6355080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9808" y="6355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417320" y="6336792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Hälfte einer Zahl ist um 25 kleiner als das um 10 vermehrte Doppelte dieser Zahl. Wie lautet die Zahl?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1417320" y="7059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06040" y="7379208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0" name="Text 26"/>
          <p:cNvSpPr txBox="1"/>
          <p:nvPr/>
        </p:nvSpPr>
        <p:spPr>
          <a:xfrm>
            <a:off x="1417320" y="7516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06040" y="7836408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</a:t>
            </a:r>
            <a:pPr indent="0" marL="0">
              <a:buNone/>
            </a:pPr>
            <a:r>
              <a:rPr lang="en-US" sz="30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</a:t>
            </a:r>
            <a:endParaRPr lang="en-US" sz="3000" dirty="0"/>
          </a:p>
        </p:txBody>
      </p:sp>
      <p:pic>
        <p:nvPicPr>
          <p:cNvPr id="4" name="Image 0" descr="QR-Code zu www.cleverbox.co.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Einfache Textgleichungen · Seite 4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6464808" cy="1956816"/>
          </a:xfrm>
          <a:prstGeom prst="roundRect">
            <a:avLst>
              <a:gd name="adj" fmla="val 7009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5367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Verena ist um 8 Jahre älter als ihr Bruder Roman. Beide zusammen sind 32 Jahre alt. Wie alt ist Roman?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8712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3191256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4" name="Text 10"/>
          <p:cNvSpPr txBox="1"/>
          <p:nvPr/>
        </p:nvSpPr>
        <p:spPr>
          <a:xfrm>
            <a:off x="1417320" y="3328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606040" y="3648456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6" name="Shape 12"/>
          <p:cNvSpPr/>
          <p:nvPr/>
        </p:nvSpPr>
        <p:spPr>
          <a:xfrm>
            <a:off x="548640" y="4059936"/>
            <a:ext cx="6464808" cy="2203704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" y="4261104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49808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417320" y="4242816"/>
            <a:ext cx="53675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Petra, Konrad und Leon sind zusammen 42 Jahre alt. Leon ist um 5 Jahre älter als Petra und Konrad ist um 7 Jahre älter als Petra. Wie alt ist Leon?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1417320" y="5212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606040" y="5532120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2" name="Text 18"/>
          <p:cNvSpPr txBox="1"/>
          <p:nvPr/>
        </p:nvSpPr>
        <p:spPr>
          <a:xfrm>
            <a:off x="1417320" y="5669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606040" y="5989320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4" name="Shape 20"/>
          <p:cNvSpPr/>
          <p:nvPr/>
        </p:nvSpPr>
        <p:spPr>
          <a:xfrm>
            <a:off x="548640" y="6400800"/>
            <a:ext cx="6464808" cy="2203704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" y="660196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9808" y="6601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417320" y="6583680"/>
            <a:ext cx="53675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Anja, Armin und Alina sind zusammen 32 Jahre alt. Anja ist um 10 Jahre älter als Alina und Armin ist um 6 Jahre jünger als Anja. Wie alt ist Armin?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1417320" y="7552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606040" y="7872984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0" name="Text 26"/>
          <p:cNvSpPr txBox="1"/>
          <p:nvPr/>
        </p:nvSpPr>
        <p:spPr>
          <a:xfrm>
            <a:off x="1417320" y="8010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06040" y="8330184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B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</a:t>
            </a:r>
            <a:pPr indent="0" marL="0">
              <a:buNone/>
            </a:pPr>
            <a:r>
              <a:rPr lang="en-US" sz="3000" b="1" dirty="0">
                <a:solidFill>
                  <a:srgbClr val="3644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box</a:t>
            </a:r>
            <a:endParaRPr lang="en-US" sz="3000" dirty="0"/>
          </a:p>
        </p:txBody>
      </p:sp>
      <p:pic>
        <p:nvPicPr>
          <p:cNvPr id="4" name="Image 0" descr="QR-Code zu www.cleverbox.co.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228600"/>
            <a:ext cx="868680" cy="868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767328" y="274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Material:</a:t>
            </a:r>
            <a:endParaRPr lang="en-US" sz="10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www.cleverbox.co.at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548640" y="1188720"/>
            <a:ext cx="6464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45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Einfache Textgleichungen · Seite 5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1965960"/>
            <a:ext cx="6464808" cy="3136392"/>
          </a:xfrm>
          <a:prstGeom prst="roundRect">
            <a:avLst>
              <a:gd name="adj" fmla="val 4373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148840"/>
            <a:ext cx="53675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einem rechtwinkeligen Dreieck ist α viermal so groß wie β.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a) Wie groß ist der rechte Winkel?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b) Wie groß ist α?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33649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3685032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4" name="Text 10"/>
          <p:cNvSpPr txBox="1"/>
          <p:nvPr/>
        </p:nvSpPr>
        <p:spPr>
          <a:xfrm>
            <a:off x="141732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1828800" y="4142232"/>
            <a:ext cx="495604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6" name="Text 12"/>
          <p:cNvSpPr txBox="1"/>
          <p:nvPr/>
        </p:nvSpPr>
        <p:spPr>
          <a:xfrm>
            <a:off x="1417320" y="4325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828800" y="4645152"/>
            <a:ext cx="495604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18" name="Shape 14"/>
          <p:cNvSpPr/>
          <p:nvPr/>
        </p:nvSpPr>
        <p:spPr>
          <a:xfrm>
            <a:off x="548640" y="5239512"/>
            <a:ext cx="6464808" cy="2203704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5440680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49808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417320" y="5422392"/>
            <a:ext cx="53675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Georg, Nicole und Carina sind zusammen 43 Jahre alt. Georg ist um 7 Jahre älter als Nicole und Carina ist um 9 Jahre älter als Nicole. Wie alt ist Nicole?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1417320" y="6391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606040" y="6711696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4" name="Text 20"/>
          <p:cNvSpPr txBox="1"/>
          <p:nvPr/>
        </p:nvSpPr>
        <p:spPr>
          <a:xfrm>
            <a:off x="1417320" y="6848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606040" y="7168896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26" name="Shape 22"/>
          <p:cNvSpPr/>
          <p:nvPr/>
        </p:nvSpPr>
        <p:spPr>
          <a:xfrm>
            <a:off x="548640" y="7580376"/>
            <a:ext cx="6464808" cy="2203704"/>
          </a:xfrm>
          <a:prstGeom prst="roundRect">
            <a:avLst>
              <a:gd name="adj" fmla="val 6224"/>
            </a:avLst>
          </a:prstGeom>
          <a:solidFill>
            <a:srgbClr val="FFFFFF"/>
          </a:solidFill>
          <a:ln w="15875">
            <a:solidFill>
              <a:srgbClr val="8DB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49808" y="7781544"/>
            <a:ext cx="457200" cy="457200"/>
          </a:xfrm>
          <a:prstGeom prst="ellipse">
            <a:avLst/>
          </a:prstGeom>
          <a:solidFill>
            <a:srgbClr val="BCD6F5"/>
          </a:solidFill>
          <a:ln w="12700">
            <a:solidFill>
              <a:srgbClr val="BCD6F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49808" y="7781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417320" y="7763256"/>
            <a:ext cx="53675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E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Pia, Johannes und Elisabeth sind zusammen 39 Jahre alt. Pia ist um 4 Jahre älter als Elisabeth und Johannes ist um 2 Jahre jünger als Pia. Wie alt ist Pia?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1417320" y="8732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Gleichung: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06040" y="9052560"/>
            <a:ext cx="4178808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  <p:sp>
        <p:nvSpPr>
          <p:cNvPr id="32" name="Text 28"/>
          <p:cNvSpPr txBox="1"/>
          <p:nvPr/>
        </p:nvSpPr>
        <p:spPr>
          <a:xfrm>
            <a:off x="1417320" y="9189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F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Lösung: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2606040" y="9509760"/>
            <a:ext cx="2743200" cy="0"/>
          </a:xfrm>
          <a:prstGeom prst="line">
            <a:avLst/>
          </a:prstGeom>
          <a:noFill/>
          <a:ln w="15875">
            <a:solidFill>
              <a:srgbClr val="8DBBF2"/>
            </a:solidFill>
            <a:prstDash val="sysDot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Einfache Textgleichungen – Arbeitsblatt</dc:title>
  <dc:subject>PptxGenJS Presentation</dc:subject>
  <dc:creator>Armin Heske</dc:creator>
  <cp:lastModifiedBy>Armin Heske</cp:lastModifiedBy>
  <cp:revision>1</cp:revision>
  <dcterms:created xsi:type="dcterms:W3CDTF">2026-10-29T16:40:43Z</dcterms:created>
  <dcterms:modified xsi:type="dcterms:W3CDTF">2026-10-29T16:40:43Z</dcterms:modified>
</cp:coreProperties>
</file>