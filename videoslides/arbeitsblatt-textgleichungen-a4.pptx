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CD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Arbeitsblatt · Mathematik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173736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</a:t>
            </a:r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459A"/>
                </a:solidFill>
                <a:highlight>
                  <a:srgbClr val="BCD6F5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Textgleichungen</a:t>
            </a:r>
            <a:endParaRPr lang="en-US" sz="3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6517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Name: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1371600" y="2971800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4389120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Datum: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5303520" y="2971800"/>
            <a:ext cx="170992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3" name="Text 8"/>
          <p:cNvSpPr txBox="1"/>
          <p:nvPr/>
        </p:nvSpPr>
        <p:spPr>
          <a:xfrm>
            <a:off x="548640" y="3154680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Stelle zu jeder Aufgabe eine Gleichung auf und löse sie.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48640" y="3703320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9808" y="390448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9808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886200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Vergrößert man 33 um eine Zahl, so erhält man 54. Wie lautet die Zahl?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46085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2606040" y="492861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0" name="Text 15"/>
          <p:cNvSpPr txBox="1"/>
          <p:nvPr/>
        </p:nvSpPr>
        <p:spPr>
          <a:xfrm>
            <a:off x="1417320" y="50657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2606040" y="538581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2" name="Shape 17"/>
          <p:cNvSpPr/>
          <p:nvPr/>
        </p:nvSpPr>
        <p:spPr>
          <a:xfrm>
            <a:off x="548640" y="5797296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49808" y="599846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49808" y="5998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417320" y="5980176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Verkleinert man 33 um eine Zahl, so erhält man 17. Wie lautet die Zahl?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1417320" y="67025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2606040" y="7022592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8" name="Text 23"/>
          <p:cNvSpPr txBox="1"/>
          <p:nvPr/>
        </p:nvSpPr>
        <p:spPr>
          <a:xfrm>
            <a:off x="1417320" y="7159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2606040" y="7479792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0" name="Shape 25"/>
          <p:cNvSpPr/>
          <p:nvPr/>
        </p:nvSpPr>
        <p:spPr>
          <a:xfrm>
            <a:off x="548640" y="7891272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49808" y="8092440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49808" y="8092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417320" y="8074152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Verkleinert man eine Zahl um 33, so erhält man 17. Wie lautet die Zahl?</a:t>
            </a:r>
            <a:endParaRPr lang="en-US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1417320" y="87965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2606040" y="911656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6" name="Text 31"/>
          <p:cNvSpPr txBox="1"/>
          <p:nvPr/>
        </p:nvSpPr>
        <p:spPr>
          <a:xfrm>
            <a:off x="1417320" y="9253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2606040" y="957376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2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48640" y="1965960"/>
            <a:ext cx="6464808" cy="1709928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49808" y="216712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49808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417320" y="2148840"/>
            <a:ext cx="5367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Doppelte einer Zahl ist 48. Wie lautet die Zahl?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624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606040" y="294436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4" name="Text 9"/>
          <p:cNvSpPr txBox="1"/>
          <p:nvPr/>
        </p:nvSpPr>
        <p:spPr>
          <a:xfrm>
            <a:off x="1417320" y="30815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2606040" y="340156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6" name="Shape 11"/>
          <p:cNvSpPr/>
          <p:nvPr/>
        </p:nvSpPr>
        <p:spPr>
          <a:xfrm>
            <a:off x="548640" y="3813048"/>
            <a:ext cx="6464808" cy="1709928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9808" y="4014216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49808" y="4014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417320" y="3995928"/>
            <a:ext cx="53675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Dreifache einer Zahl ist 81. Wie lautet die Zahl?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417320" y="44714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2606040" y="479145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2" name="Text 17"/>
          <p:cNvSpPr txBox="1"/>
          <p:nvPr/>
        </p:nvSpPr>
        <p:spPr>
          <a:xfrm>
            <a:off x="1417320" y="49286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606040" y="524865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4" name="Shape 19"/>
          <p:cNvSpPr/>
          <p:nvPr/>
        </p:nvSpPr>
        <p:spPr>
          <a:xfrm>
            <a:off x="548640" y="5660136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586130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9808" y="5861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1417320" y="5843016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Doppelte einer Zahl ist 7 kleiner als 43. Wie lautet die Zahl?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1417320" y="65653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2606040" y="6885432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0" name="Text 25"/>
          <p:cNvSpPr txBox="1"/>
          <p:nvPr/>
        </p:nvSpPr>
        <p:spPr>
          <a:xfrm>
            <a:off x="1417320" y="70225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2606040" y="7342632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548640" y="7754112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749808" y="7955280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49808" y="7955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1417320" y="7936992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Dreifache einer Zahl ist um 11 größer als 76. Wie lautet die Zahl?</a:t>
            </a:r>
            <a:endParaRPr lang="en-US" sz="1250" dirty="0"/>
          </a:p>
        </p:txBody>
      </p:sp>
      <p:sp>
        <p:nvSpPr>
          <p:cNvPr id="36" name="Text 31"/>
          <p:cNvSpPr txBox="1"/>
          <p:nvPr/>
        </p:nvSpPr>
        <p:spPr>
          <a:xfrm>
            <a:off x="1417320" y="86593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2606040" y="897940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8" name="Text 33"/>
          <p:cNvSpPr txBox="1"/>
          <p:nvPr/>
        </p:nvSpPr>
        <p:spPr>
          <a:xfrm>
            <a:off x="1417320" y="91165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2606040" y="943660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3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48640" y="1965960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49808" y="216712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49808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417320" y="2148840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Zieht man vom 11fachen einer Zahl das Dreifache dieser Zahl ab, so erhält man 56. Wie lautet die Zahl?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606040" y="319125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4" name="Text 9"/>
          <p:cNvSpPr txBox="1"/>
          <p:nvPr/>
        </p:nvSpPr>
        <p:spPr>
          <a:xfrm>
            <a:off x="1417320" y="33284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2606040" y="364845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6" name="Shape 11"/>
          <p:cNvSpPr/>
          <p:nvPr/>
        </p:nvSpPr>
        <p:spPr>
          <a:xfrm>
            <a:off x="548640" y="4059936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9808" y="426110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49808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417320" y="4242816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Vermindert man das Dreifache einer Zahl um 9, so erhält man 27. Wie lautet die Zahl?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417320" y="4965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2606040" y="5285232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2" name="Text 17"/>
          <p:cNvSpPr txBox="1"/>
          <p:nvPr/>
        </p:nvSpPr>
        <p:spPr>
          <a:xfrm>
            <a:off x="1417320" y="54223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606040" y="5742432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4" name="Shape 19"/>
          <p:cNvSpPr/>
          <p:nvPr/>
        </p:nvSpPr>
        <p:spPr>
          <a:xfrm>
            <a:off x="548640" y="6153912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6355080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9808" y="6355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1417320" y="6336792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Hälfte einer Zahl ist um 25 kleiner als das um 10 vermehrte Doppelte dieser Zahl. Wie lautet die Zahl?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1417320" y="70591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2606040" y="7379208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0" name="Text 25"/>
          <p:cNvSpPr txBox="1"/>
          <p:nvPr/>
        </p:nvSpPr>
        <p:spPr>
          <a:xfrm>
            <a:off x="1417320" y="75163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2606040" y="7836408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4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48640" y="1965960"/>
            <a:ext cx="6464808" cy="1956816"/>
          </a:xfrm>
          <a:prstGeom prst="roundRect">
            <a:avLst>
              <a:gd name="adj" fmla="val 7009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49808" y="216712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49808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417320" y="2148840"/>
            <a:ext cx="53675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Verena ist um 8 Jahre älter als ihr Bruder Roman. Beide zusammen sind 32 Jahre alt. Wie alt ist Roman?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606040" y="319125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4" name="Text 9"/>
          <p:cNvSpPr txBox="1"/>
          <p:nvPr/>
        </p:nvSpPr>
        <p:spPr>
          <a:xfrm>
            <a:off x="1417320" y="33284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2606040" y="364845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6" name="Shape 11"/>
          <p:cNvSpPr/>
          <p:nvPr/>
        </p:nvSpPr>
        <p:spPr>
          <a:xfrm>
            <a:off x="548640" y="4059936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9808" y="426110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49808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417320" y="4242816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Petra, Konrad und Leon sind zusammen 42 Jahre alt. Leon ist um 5 Jahre älter als Petra und Konrad ist um 7 Jahre älter als Petra. Wie alt ist Leon?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417320" y="5212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2606040" y="5532120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2" name="Text 17"/>
          <p:cNvSpPr txBox="1"/>
          <p:nvPr/>
        </p:nvSpPr>
        <p:spPr>
          <a:xfrm>
            <a:off x="1417320" y="5669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606040" y="5989320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4" name="Shape 19"/>
          <p:cNvSpPr/>
          <p:nvPr/>
        </p:nvSpPr>
        <p:spPr>
          <a:xfrm>
            <a:off x="548640" y="6400800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660196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9808" y="6601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1417320" y="6583680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Anja, Armin und Alina sind zusammen 32 Jahre alt. Anja ist um 10 Jahre älter als Alina und Armin ist um 6 Jahre jünger als Anja. Wie alt ist Armin?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1417320" y="755294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2606040" y="7872984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0" name="Text 25"/>
          <p:cNvSpPr txBox="1"/>
          <p:nvPr/>
        </p:nvSpPr>
        <p:spPr>
          <a:xfrm>
            <a:off x="1417320" y="801014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2606040" y="8330184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Textgleichungen · Seite 5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48640" y="1965960"/>
            <a:ext cx="6464808" cy="3136392"/>
          </a:xfrm>
          <a:prstGeom prst="roundRect">
            <a:avLst>
              <a:gd name="adj" fmla="val 437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49808" y="2167128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49808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417320" y="2148840"/>
            <a:ext cx="53675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einem rechtwinkeligen Dreieck ist α viermal so groß wie β.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 Wie groß ist der rechte Winkel?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b) Wie groß ist α?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2606040" y="3685032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4" name="Text 9"/>
          <p:cNvSpPr txBox="1"/>
          <p:nvPr/>
        </p:nvSpPr>
        <p:spPr>
          <a:xfrm>
            <a:off x="1417320" y="38221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1828800" y="4142232"/>
            <a:ext cx="495604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6" name="Text 11"/>
          <p:cNvSpPr txBox="1"/>
          <p:nvPr/>
        </p:nvSpPr>
        <p:spPr>
          <a:xfrm>
            <a:off x="1417320" y="43251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b)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1828800" y="4645152"/>
            <a:ext cx="495604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8" name="Shape 13"/>
          <p:cNvSpPr/>
          <p:nvPr/>
        </p:nvSpPr>
        <p:spPr>
          <a:xfrm>
            <a:off x="548640" y="5239512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49808" y="5440680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49808" y="5440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1417320" y="5422392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Georg, Nicole und Carina sind zusammen 43 Jahre alt. Georg ist um 7 Jahre älter als Nicole und Carina ist um 9 Jahre älter als Nicole. Wie alt ist Nicole?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63916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606040" y="6711696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4" name="Text 19"/>
          <p:cNvSpPr txBox="1"/>
          <p:nvPr/>
        </p:nvSpPr>
        <p:spPr>
          <a:xfrm>
            <a:off x="1417320" y="68488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2606040" y="7168896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6" name="Shape 21"/>
          <p:cNvSpPr/>
          <p:nvPr/>
        </p:nvSpPr>
        <p:spPr>
          <a:xfrm>
            <a:off x="548640" y="7580376"/>
            <a:ext cx="6464808" cy="2203704"/>
          </a:xfrm>
          <a:prstGeom prst="roundRect">
            <a:avLst>
              <a:gd name="adj" fmla="val 6224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49808" y="7781544"/>
            <a:ext cx="457200" cy="457200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49808" y="7781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417320" y="7763256"/>
            <a:ext cx="53675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Pia, Johannes und Elisabeth sind zusammen 39 Jahre alt. Pia ist um 4 Jahre älter als Elisabeth und Johannes ist um 2 Jahre jünger als Pia. Wie alt ist Pia?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1417320" y="8732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2606040" y="9052560"/>
            <a:ext cx="4178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2" name="Text 27"/>
          <p:cNvSpPr txBox="1"/>
          <p:nvPr/>
        </p:nvSpPr>
        <p:spPr>
          <a:xfrm>
            <a:off x="1417320" y="9189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2606040" y="9509760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Einfache Textgleichungen – Arbeitsblatt</dc:title>
  <dc:subject>PptxGenJS Presentation</dc:subject>
  <dc:creator>Armin Heske</dc:creator>
  <cp:lastModifiedBy>Armin Heske</cp:lastModifiedBy>
  <cp:revision>1</cp:revision>
  <dcterms:created xsi:type="dcterms:W3CDTF">2026-10-29T16:41:50Z</dcterms:created>
  <dcterms:modified xsi:type="dcterms:W3CDTF">2026-10-29T16:41:50Z</dcterms:modified>
</cp:coreProperties>
</file>