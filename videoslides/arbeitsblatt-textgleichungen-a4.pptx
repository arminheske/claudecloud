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Seite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BCD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cleverbox – modern. kostenlos. lehrreic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2331720" cy="864835"/>
          </a:xfrm>
          <a:prstGeom prst="rect">
            <a:avLst/>
          </a:prstGeom>
        </p:spPr>
      </p:pic>
      <p:pic>
        <p:nvPicPr>
          <p:cNvPr id="4" name="Image 1" descr="QR-Code zu www.cleverbox.co.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28600"/>
            <a:ext cx="868680" cy="86868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3767328" y="274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Material:</a:t>
            </a:r>
            <a:endParaRPr lang="en-US" sz="10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www.cleverbox.co.at</a:t>
            </a:r>
            <a:endParaRPr lang="en-US" sz="1000" dirty="0"/>
          </a:p>
        </p:txBody>
      </p:sp>
      <p:sp>
        <p:nvSpPr>
          <p:cNvPr id="6" name="Shape 1"/>
          <p:cNvSpPr/>
          <p:nvPr/>
        </p:nvSpPr>
        <p:spPr>
          <a:xfrm>
            <a:off x="548640" y="1188720"/>
            <a:ext cx="6464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Arbeitsblatt · Mathematik</a:t>
            </a:r>
            <a:endParaRPr lang="en-US" sz="18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1645920"/>
            <a:ext cx="6464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</a:t>
            </a:r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4459A"/>
                </a:solidFill>
                <a:highlight>
                  <a:srgbClr val="BCD6F5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Textgleichungen</a:t>
            </a:r>
            <a:endParaRPr lang="en-US" sz="26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23774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Name: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1280160" y="2651760"/>
            <a:ext cx="274320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1" name="Text 6"/>
          <p:cNvSpPr txBox="1"/>
          <p:nvPr/>
        </p:nvSpPr>
        <p:spPr>
          <a:xfrm>
            <a:off x="4297680" y="23774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Datum: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5120640" y="2651760"/>
            <a:ext cx="1892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3" name="Text 8"/>
          <p:cNvSpPr txBox="1"/>
          <p:nvPr/>
        </p:nvSpPr>
        <p:spPr>
          <a:xfrm>
            <a:off x="548640" y="2743200"/>
            <a:ext cx="6464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Stelle zu jeder Aufgabe eine Gleichung auf und löse sie.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548640" y="3154680"/>
            <a:ext cx="3154680" cy="1604772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76656" y="328269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76656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188720" y="3282696"/>
            <a:ext cx="23774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Vergrößert man 33 um eine Zahl, so erhält man 54. Wie lautet die Zahl?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731520" y="40279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1554480" y="427482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0" name="Text 15"/>
          <p:cNvSpPr txBox="1"/>
          <p:nvPr/>
        </p:nvSpPr>
        <p:spPr>
          <a:xfrm>
            <a:off x="731520" y="43296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1554480" y="457657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2" name="Shape 17"/>
          <p:cNvSpPr/>
          <p:nvPr/>
        </p:nvSpPr>
        <p:spPr>
          <a:xfrm>
            <a:off x="3858768" y="3154680"/>
            <a:ext cx="3154680" cy="1604772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986784" y="328269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986784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4498848" y="3282696"/>
            <a:ext cx="23774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Verkleinert man 33 um eine Zahl, so erhält man 17. Wie lautet die Zahl?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041648" y="40279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4864608" y="427482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8" name="Text 23"/>
          <p:cNvSpPr txBox="1"/>
          <p:nvPr/>
        </p:nvSpPr>
        <p:spPr>
          <a:xfrm>
            <a:off x="4041648" y="43296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4864608" y="457657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0" name="Shape 25"/>
          <p:cNvSpPr/>
          <p:nvPr/>
        </p:nvSpPr>
        <p:spPr>
          <a:xfrm>
            <a:off x="548640" y="4869180"/>
            <a:ext cx="3154680" cy="1604772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76656" y="499719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76656" y="4997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1188720" y="4997196"/>
            <a:ext cx="23774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Verkleinert man eine Zahl um 33, so erhält man 17. Wie lautet die Zahl?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731520" y="57424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1554480" y="598932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6" name="Text 31"/>
          <p:cNvSpPr txBox="1"/>
          <p:nvPr/>
        </p:nvSpPr>
        <p:spPr>
          <a:xfrm>
            <a:off x="731520" y="60441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1554480" y="629107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3858768" y="4869180"/>
            <a:ext cx="3154680" cy="1604772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3986784" y="499719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86784" y="4997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4498848" y="499719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Doppelte einer Zahl ist 48. Wie lautet die Zahl?</a:t>
            </a:r>
            <a:endParaRPr lang="en-US" sz="1150" dirty="0"/>
          </a:p>
        </p:txBody>
      </p:sp>
      <p:sp>
        <p:nvSpPr>
          <p:cNvPr id="42" name="Text 37"/>
          <p:cNvSpPr txBox="1"/>
          <p:nvPr/>
        </p:nvSpPr>
        <p:spPr>
          <a:xfrm>
            <a:off x="4041648" y="55366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4864608" y="578358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44" name="Text 39"/>
          <p:cNvSpPr txBox="1"/>
          <p:nvPr/>
        </p:nvSpPr>
        <p:spPr>
          <a:xfrm>
            <a:off x="4041648" y="58384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45" name="Shape 40"/>
          <p:cNvSpPr/>
          <p:nvPr/>
        </p:nvSpPr>
        <p:spPr>
          <a:xfrm>
            <a:off x="4864608" y="608533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46" name="Shape 41"/>
          <p:cNvSpPr/>
          <p:nvPr/>
        </p:nvSpPr>
        <p:spPr>
          <a:xfrm>
            <a:off x="548640" y="6583680"/>
            <a:ext cx="3154680" cy="1604772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676656" y="671169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676656" y="6711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1188720" y="671169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Dreifache einer Zahl ist 81. Wie lautet die Zahl?</a:t>
            </a:r>
            <a:endParaRPr lang="en-US" sz="1150" dirty="0"/>
          </a:p>
        </p:txBody>
      </p:sp>
      <p:sp>
        <p:nvSpPr>
          <p:cNvPr id="50" name="Text 45"/>
          <p:cNvSpPr txBox="1"/>
          <p:nvPr/>
        </p:nvSpPr>
        <p:spPr>
          <a:xfrm>
            <a:off x="731520" y="7251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51" name="Shape 46"/>
          <p:cNvSpPr/>
          <p:nvPr/>
        </p:nvSpPr>
        <p:spPr>
          <a:xfrm>
            <a:off x="1554480" y="749808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52" name="Text 47"/>
          <p:cNvSpPr txBox="1"/>
          <p:nvPr/>
        </p:nvSpPr>
        <p:spPr>
          <a:xfrm>
            <a:off x="731520" y="75529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1554480" y="779983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54" name="Shape 49"/>
          <p:cNvSpPr/>
          <p:nvPr/>
        </p:nvSpPr>
        <p:spPr>
          <a:xfrm>
            <a:off x="3858768" y="6583680"/>
            <a:ext cx="3154680" cy="1604772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986784" y="671169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986784" y="6711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57" name="Text 52"/>
          <p:cNvSpPr txBox="1"/>
          <p:nvPr/>
        </p:nvSpPr>
        <p:spPr>
          <a:xfrm>
            <a:off x="4498848" y="6711696"/>
            <a:ext cx="23774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Doppelte einer Zahl ist 7 kleiner als 43. Wie lautet die Zahl?</a:t>
            </a:r>
            <a:endParaRPr lang="en-US" sz="1150" dirty="0"/>
          </a:p>
        </p:txBody>
      </p:sp>
      <p:sp>
        <p:nvSpPr>
          <p:cNvPr id="58" name="Text 53"/>
          <p:cNvSpPr txBox="1"/>
          <p:nvPr/>
        </p:nvSpPr>
        <p:spPr>
          <a:xfrm>
            <a:off x="4041648" y="74569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4864608" y="770382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60" name="Text 55"/>
          <p:cNvSpPr txBox="1"/>
          <p:nvPr/>
        </p:nvSpPr>
        <p:spPr>
          <a:xfrm>
            <a:off x="4041648" y="77586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61" name="Shape 56"/>
          <p:cNvSpPr/>
          <p:nvPr/>
        </p:nvSpPr>
        <p:spPr>
          <a:xfrm>
            <a:off x="4864608" y="800557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62" name="Shape 57"/>
          <p:cNvSpPr/>
          <p:nvPr/>
        </p:nvSpPr>
        <p:spPr>
          <a:xfrm>
            <a:off x="548640" y="8298180"/>
            <a:ext cx="3154680" cy="1810512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63" name="Shape 58"/>
          <p:cNvSpPr/>
          <p:nvPr/>
        </p:nvSpPr>
        <p:spPr>
          <a:xfrm>
            <a:off x="676656" y="842619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64" name="Text 59"/>
          <p:cNvSpPr txBox="1"/>
          <p:nvPr/>
        </p:nvSpPr>
        <p:spPr>
          <a:xfrm>
            <a:off x="676656" y="8426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65" name="Text 60"/>
          <p:cNvSpPr txBox="1"/>
          <p:nvPr/>
        </p:nvSpPr>
        <p:spPr>
          <a:xfrm>
            <a:off x="1188720" y="8426196"/>
            <a:ext cx="23774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Dreifache einer Zahl ist um 11 größer als 76. Wie lautet die Zahl?</a:t>
            </a:r>
            <a:endParaRPr lang="en-US" sz="1150" dirty="0"/>
          </a:p>
        </p:txBody>
      </p:sp>
      <p:sp>
        <p:nvSpPr>
          <p:cNvPr id="66" name="Text 61"/>
          <p:cNvSpPr txBox="1"/>
          <p:nvPr/>
        </p:nvSpPr>
        <p:spPr>
          <a:xfrm>
            <a:off x="731520" y="91714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67" name="Shape 62"/>
          <p:cNvSpPr/>
          <p:nvPr/>
        </p:nvSpPr>
        <p:spPr>
          <a:xfrm>
            <a:off x="1554480" y="941832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68" name="Text 63"/>
          <p:cNvSpPr txBox="1"/>
          <p:nvPr/>
        </p:nvSpPr>
        <p:spPr>
          <a:xfrm>
            <a:off x="731520" y="94731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69" name="Shape 64"/>
          <p:cNvSpPr/>
          <p:nvPr/>
        </p:nvSpPr>
        <p:spPr>
          <a:xfrm>
            <a:off x="1554480" y="972007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70" name="Shape 65"/>
          <p:cNvSpPr/>
          <p:nvPr/>
        </p:nvSpPr>
        <p:spPr>
          <a:xfrm>
            <a:off x="3858768" y="8298180"/>
            <a:ext cx="3154680" cy="1810512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71" name="Shape 66"/>
          <p:cNvSpPr/>
          <p:nvPr/>
        </p:nvSpPr>
        <p:spPr>
          <a:xfrm>
            <a:off x="3986784" y="842619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72" name="Text 67"/>
          <p:cNvSpPr txBox="1"/>
          <p:nvPr/>
        </p:nvSpPr>
        <p:spPr>
          <a:xfrm>
            <a:off x="3986784" y="8426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73" name="Text 68"/>
          <p:cNvSpPr txBox="1"/>
          <p:nvPr/>
        </p:nvSpPr>
        <p:spPr>
          <a:xfrm>
            <a:off x="4498848" y="8426196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Zieht man vom 11fachen einer Zahl das Dreifache dieser Zahl ab, so erhält man 56. Wie lautet die Zahl?</a:t>
            </a:r>
            <a:endParaRPr lang="en-US" sz="1150" dirty="0"/>
          </a:p>
        </p:txBody>
      </p:sp>
      <p:sp>
        <p:nvSpPr>
          <p:cNvPr id="74" name="Text 69"/>
          <p:cNvSpPr txBox="1"/>
          <p:nvPr/>
        </p:nvSpPr>
        <p:spPr>
          <a:xfrm>
            <a:off x="4041648" y="93771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75" name="Shape 70"/>
          <p:cNvSpPr/>
          <p:nvPr/>
        </p:nvSpPr>
        <p:spPr>
          <a:xfrm>
            <a:off x="4864608" y="962406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76" name="Text 71"/>
          <p:cNvSpPr txBox="1"/>
          <p:nvPr/>
        </p:nvSpPr>
        <p:spPr>
          <a:xfrm>
            <a:off x="4041648" y="96789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77" name="Shape 72"/>
          <p:cNvSpPr/>
          <p:nvPr/>
        </p:nvSpPr>
        <p:spPr>
          <a:xfrm>
            <a:off x="4864608" y="992581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cleverbox – modern. kostenlos. lehrreich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2331720" cy="864835"/>
          </a:xfrm>
          <a:prstGeom prst="rect">
            <a:avLst/>
          </a:prstGeom>
        </p:spPr>
      </p:pic>
      <p:pic>
        <p:nvPicPr>
          <p:cNvPr id="4" name="Image 1" descr="QR-Code zu www.cleverbox.co.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28600"/>
            <a:ext cx="868680" cy="86868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3767328" y="274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Material:</a:t>
            </a:r>
            <a:endParaRPr lang="en-US" sz="10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www.cleverbox.co.at</a:t>
            </a:r>
            <a:endParaRPr lang="en-US" sz="1000" dirty="0"/>
          </a:p>
        </p:txBody>
      </p:sp>
      <p:sp>
        <p:nvSpPr>
          <p:cNvPr id="6" name="Shape 1"/>
          <p:cNvSpPr/>
          <p:nvPr/>
        </p:nvSpPr>
        <p:spPr>
          <a:xfrm>
            <a:off x="548640" y="1188720"/>
            <a:ext cx="6464808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olid"/>
          </a:ln>
        </p:spPr>
      </p:sp>
      <p:sp>
        <p:nvSpPr>
          <p:cNvPr id="7" name="Shape 2"/>
          <p:cNvSpPr/>
          <p:nvPr/>
        </p:nvSpPr>
        <p:spPr>
          <a:xfrm>
            <a:off x="548640" y="1371600"/>
            <a:ext cx="3154680" cy="1810512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676656" y="149961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676656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1188720" y="1499616"/>
            <a:ext cx="23774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Vermindert man das Dreifache einer Zahl um 9, so erhält man 27. Wie lautet die Zahl?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731520" y="22448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1554480" y="249174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3" name="Text 8"/>
          <p:cNvSpPr txBox="1"/>
          <p:nvPr/>
        </p:nvSpPr>
        <p:spPr>
          <a:xfrm>
            <a:off x="731520" y="25466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1554480" y="279349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15" name="Shape 10"/>
          <p:cNvSpPr/>
          <p:nvPr/>
        </p:nvSpPr>
        <p:spPr>
          <a:xfrm>
            <a:off x="3858768" y="1371600"/>
            <a:ext cx="3154680" cy="1810512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986784" y="149961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986784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498848" y="1499616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Hälfte einer Zahl ist um 25 kleiner als das um 10 vermehrte Doppelte dieser Zahl. Wie lautet die Zahl?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041648" y="2450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864608" y="269748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4041648" y="2752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4864608" y="299923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3" name="Shape 18"/>
          <p:cNvSpPr/>
          <p:nvPr/>
        </p:nvSpPr>
        <p:spPr>
          <a:xfrm>
            <a:off x="548640" y="3291840"/>
            <a:ext cx="3154680" cy="2016252"/>
          </a:xfrm>
          <a:prstGeom prst="roundRect">
            <a:avLst>
              <a:gd name="adj" fmla="val 6803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76656" y="341985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76656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1188720" y="3419856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Verena ist um 8 Jahre älter als ihr Bruder Roman. Beide zusammen sind 32 Jahre alt. Wie alt ist Roman?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731520" y="43708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1554480" y="461772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29" name="Text 24"/>
          <p:cNvSpPr txBox="1"/>
          <p:nvPr/>
        </p:nvSpPr>
        <p:spPr>
          <a:xfrm>
            <a:off x="731520" y="46725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1554480" y="491947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1" name="Shape 26"/>
          <p:cNvSpPr/>
          <p:nvPr/>
        </p:nvSpPr>
        <p:spPr>
          <a:xfrm>
            <a:off x="3858768" y="3291840"/>
            <a:ext cx="3154680" cy="2016252"/>
          </a:xfrm>
          <a:prstGeom prst="roundRect">
            <a:avLst>
              <a:gd name="adj" fmla="val 6803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986784" y="341985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986784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600" dirty="0"/>
          </a:p>
        </p:txBody>
      </p:sp>
      <p:sp>
        <p:nvSpPr>
          <p:cNvPr id="34" name="Text 29"/>
          <p:cNvSpPr txBox="1"/>
          <p:nvPr/>
        </p:nvSpPr>
        <p:spPr>
          <a:xfrm>
            <a:off x="4498848" y="3419856"/>
            <a:ext cx="237744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Petra, Konrad und Leon sind zusammen 42 Jahre alt. Leon ist um 5 Jahre älter als Petra und Konrad ist um 7 Jahre älter als Petra. Wie alt ist Leon?</a:t>
            </a:r>
            <a:endParaRPr lang="en-US" sz="1150" dirty="0"/>
          </a:p>
        </p:txBody>
      </p:sp>
      <p:sp>
        <p:nvSpPr>
          <p:cNvPr id="35" name="Text 30"/>
          <p:cNvSpPr txBox="1"/>
          <p:nvPr/>
        </p:nvSpPr>
        <p:spPr>
          <a:xfrm>
            <a:off x="4041648" y="45765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4864608" y="482346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7" name="Text 32"/>
          <p:cNvSpPr txBox="1"/>
          <p:nvPr/>
        </p:nvSpPr>
        <p:spPr>
          <a:xfrm>
            <a:off x="4041648" y="48783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4864608" y="512521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39" name="Shape 34"/>
          <p:cNvSpPr/>
          <p:nvPr/>
        </p:nvSpPr>
        <p:spPr>
          <a:xfrm>
            <a:off x="548640" y="5417820"/>
            <a:ext cx="3154680" cy="2363724"/>
          </a:xfrm>
          <a:prstGeom prst="roundRect">
            <a:avLst>
              <a:gd name="adj" fmla="val 5803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676656" y="554583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76656" y="55458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600" dirty="0"/>
          </a:p>
        </p:txBody>
      </p:sp>
      <p:sp>
        <p:nvSpPr>
          <p:cNvPr id="42" name="Text 37"/>
          <p:cNvSpPr txBox="1"/>
          <p:nvPr/>
        </p:nvSpPr>
        <p:spPr>
          <a:xfrm>
            <a:off x="1188720" y="5545836"/>
            <a:ext cx="237744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Anja, Armin und Alina sind zusammen 32 Jahre alt. Anja ist um 10 Jahre älter als Alina und Armin ist um 6 Jahre jünger als Anja. Wie alt ist Armin?</a:t>
            </a:r>
            <a:endParaRPr lang="en-US" sz="1150" dirty="0"/>
          </a:p>
        </p:txBody>
      </p:sp>
      <p:sp>
        <p:nvSpPr>
          <p:cNvPr id="43" name="Text 38"/>
          <p:cNvSpPr txBox="1"/>
          <p:nvPr/>
        </p:nvSpPr>
        <p:spPr>
          <a:xfrm>
            <a:off x="731520" y="6702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44" name="Shape 39"/>
          <p:cNvSpPr/>
          <p:nvPr/>
        </p:nvSpPr>
        <p:spPr>
          <a:xfrm>
            <a:off x="1554480" y="694944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45" name="Text 40"/>
          <p:cNvSpPr txBox="1"/>
          <p:nvPr/>
        </p:nvSpPr>
        <p:spPr>
          <a:xfrm>
            <a:off x="731520" y="7004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46" name="Shape 41"/>
          <p:cNvSpPr/>
          <p:nvPr/>
        </p:nvSpPr>
        <p:spPr>
          <a:xfrm>
            <a:off x="1554480" y="725119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3858768" y="5417820"/>
            <a:ext cx="3154680" cy="2363724"/>
          </a:xfrm>
          <a:prstGeom prst="roundRect">
            <a:avLst>
              <a:gd name="adj" fmla="val 5803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3986784" y="5545836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3986784" y="55458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50" name="Text 45"/>
          <p:cNvSpPr txBox="1"/>
          <p:nvPr/>
        </p:nvSpPr>
        <p:spPr>
          <a:xfrm>
            <a:off x="4498848" y="5545836"/>
            <a:ext cx="237744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einem rechtwinkeligen Dreieck ist α viermal so groß wie β.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a) Wie groß ist der rechte Winkel?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b) Wie groß ist α?</a:t>
            </a:r>
            <a:endParaRPr lang="en-US" sz="1150" dirty="0"/>
          </a:p>
        </p:txBody>
      </p:sp>
      <p:sp>
        <p:nvSpPr>
          <p:cNvPr id="51" name="Text 46"/>
          <p:cNvSpPr txBox="1"/>
          <p:nvPr/>
        </p:nvSpPr>
        <p:spPr>
          <a:xfrm>
            <a:off x="4041648" y="6702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52" name="Shape 47"/>
          <p:cNvSpPr/>
          <p:nvPr/>
        </p:nvSpPr>
        <p:spPr>
          <a:xfrm>
            <a:off x="4864608" y="6949440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53" name="Text 48"/>
          <p:cNvSpPr txBox="1"/>
          <p:nvPr/>
        </p:nvSpPr>
        <p:spPr>
          <a:xfrm>
            <a:off x="4041648" y="70043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a)</a:t>
            </a:r>
            <a:endParaRPr lang="en-US" sz="950" dirty="0"/>
          </a:p>
        </p:txBody>
      </p:sp>
      <p:sp>
        <p:nvSpPr>
          <p:cNvPr id="54" name="Shape 49"/>
          <p:cNvSpPr/>
          <p:nvPr/>
        </p:nvSpPr>
        <p:spPr>
          <a:xfrm>
            <a:off x="4407408" y="7251192"/>
            <a:ext cx="24231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55" name="Text 50"/>
          <p:cNvSpPr txBox="1"/>
          <p:nvPr/>
        </p:nvSpPr>
        <p:spPr>
          <a:xfrm>
            <a:off x="4041648" y="73060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b)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4407408" y="7552944"/>
            <a:ext cx="24231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57" name="Shape 52"/>
          <p:cNvSpPr/>
          <p:nvPr/>
        </p:nvSpPr>
        <p:spPr>
          <a:xfrm>
            <a:off x="548640" y="7891272"/>
            <a:ext cx="3154680" cy="2016252"/>
          </a:xfrm>
          <a:prstGeom prst="roundRect">
            <a:avLst>
              <a:gd name="adj" fmla="val 6803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676656" y="8019288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676656" y="8019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600" dirty="0"/>
          </a:p>
        </p:txBody>
      </p:sp>
      <p:sp>
        <p:nvSpPr>
          <p:cNvPr id="60" name="Text 55"/>
          <p:cNvSpPr txBox="1"/>
          <p:nvPr/>
        </p:nvSpPr>
        <p:spPr>
          <a:xfrm>
            <a:off x="1188720" y="8019288"/>
            <a:ext cx="237744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Georg, Nicole und Carina sind zusammen 43 Jahre alt. Georg ist um 7 Jahre älter als Nicole und Carina ist um 9 Jahre älter als Nicole. Wie alt ist Nicole?</a:t>
            </a:r>
            <a:endParaRPr lang="en-US" sz="1150" dirty="0"/>
          </a:p>
        </p:txBody>
      </p:sp>
      <p:sp>
        <p:nvSpPr>
          <p:cNvPr id="61" name="Text 56"/>
          <p:cNvSpPr txBox="1"/>
          <p:nvPr/>
        </p:nvSpPr>
        <p:spPr>
          <a:xfrm>
            <a:off x="731520" y="91760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1554480" y="942289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63" name="Text 58"/>
          <p:cNvSpPr txBox="1"/>
          <p:nvPr/>
        </p:nvSpPr>
        <p:spPr>
          <a:xfrm>
            <a:off x="731520" y="9477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64" name="Shape 59"/>
          <p:cNvSpPr/>
          <p:nvPr/>
        </p:nvSpPr>
        <p:spPr>
          <a:xfrm>
            <a:off x="1554480" y="9724644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65" name="Shape 60"/>
          <p:cNvSpPr/>
          <p:nvPr/>
        </p:nvSpPr>
        <p:spPr>
          <a:xfrm>
            <a:off x="3858768" y="7891272"/>
            <a:ext cx="3154680" cy="2016252"/>
          </a:xfrm>
          <a:prstGeom prst="roundRect">
            <a:avLst>
              <a:gd name="adj" fmla="val 6803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66" name="Shape 61"/>
          <p:cNvSpPr/>
          <p:nvPr/>
        </p:nvSpPr>
        <p:spPr>
          <a:xfrm>
            <a:off x="3986784" y="8019288"/>
            <a:ext cx="384048" cy="384048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67" name="Text 62"/>
          <p:cNvSpPr txBox="1"/>
          <p:nvPr/>
        </p:nvSpPr>
        <p:spPr>
          <a:xfrm>
            <a:off x="3986784" y="8019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68" name="Text 63"/>
          <p:cNvSpPr txBox="1"/>
          <p:nvPr/>
        </p:nvSpPr>
        <p:spPr>
          <a:xfrm>
            <a:off x="4498848" y="8019288"/>
            <a:ext cx="237744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Pia, Johannes und Elisabeth sind zusammen 39 Jahre alt. Pia ist um 4 Jahre älter als Elisabeth und Johannes ist um 2 Jahre jünger als Pia. Wie alt ist Pia?</a:t>
            </a:r>
            <a:endParaRPr lang="en-US" sz="1150" dirty="0"/>
          </a:p>
        </p:txBody>
      </p:sp>
      <p:sp>
        <p:nvSpPr>
          <p:cNvPr id="69" name="Text 64"/>
          <p:cNvSpPr txBox="1"/>
          <p:nvPr/>
        </p:nvSpPr>
        <p:spPr>
          <a:xfrm>
            <a:off x="4041648" y="91760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Gleichung:</a:t>
            </a:r>
            <a:endParaRPr lang="en-US" sz="900" dirty="0"/>
          </a:p>
        </p:txBody>
      </p:sp>
      <p:sp>
        <p:nvSpPr>
          <p:cNvPr id="70" name="Shape 65"/>
          <p:cNvSpPr/>
          <p:nvPr/>
        </p:nvSpPr>
        <p:spPr>
          <a:xfrm>
            <a:off x="4864608" y="9422892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  <p:sp>
        <p:nvSpPr>
          <p:cNvPr id="71" name="Text 66"/>
          <p:cNvSpPr txBox="1"/>
          <p:nvPr/>
        </p:nvSpPr>
        <p:spPr>
          <a:xfrm>
            <a:off x="4041648" y="9477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Lösung:</a:t>
            </a:r>
            <a:endParaRPr lang="en-US" sz="900" dirty="0"/>
          </a:p>
        </p:txBody>
      </p:sp>
      <p:sp>
        <p:nvSpPr>
          <p:cNvPr id="72" name="Shape 67"/>
          <p:cNvSpPr/>
          <p:nvPr/>
        </p:nvSpPr>
        <p:spPr>
          <a:xfrm>
            <a:off x="4864608" y="9724644"/>
            <a:ext cx="1965960" cy="0"/>
          </a:xfrm>
          <a:prstGeom prst="line">
            <a:avLst/>
          </a:prstGeom>
          <a:noFill/>
          <a:ln w="15875">
            <a:solidFill>
              <a:srgbClr val="8DBBF2"/>
            </a:solidFill>
            <a:prstDash val="sysDot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Einfache Textgleichungen – Arbeitsblatt</dc:title>
  <dc:subject>PptxGenJS Presentation</dc:subject>
  <dc:creator>Armin Heske</dc:creator>
  <cp:lastModifiedBy>Armin Heske</cp:lastModifiedBy>
  <cp:revision>1</cp:revision>
  <dcterms:created xsi:type="dcterms:W3CDTF">2026-10-29T16:44:17Z</dcterms:created>
  <dcterms:modified xsi:type="dcterms:W3CDTF">2026-10-29T16:44:17Z</dcterms:modified>
</cp:coreProperties>
</file>