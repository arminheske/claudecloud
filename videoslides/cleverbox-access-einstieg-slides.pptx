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 – Skript: Hallo und herzlich willkommen zurück!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 – Skript: Im letzten Video hast du die wichtigsten Datentypen kennengelernt: Text, Zahl, Datum und Ja/Nein.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 – Skript: Heute wird es praktisch. Wir bauen gemeinsam in Microsoft Access eine kleine Datenbank auf und tragen die ersten Daten ein. Du kannst jeden Schritt am Computer mitmachen. Pausiere das Video einfach, wann immer du willst.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4 – Skript: Unser Projekt: Die Klassenbibliothek. In vielen Klassen gibt es ein Regal mit Büchern, die Schüler:innen ausleihen können. Und meistens geht dabei irgendwann etwas verloren: „Wer hat eigentlich das Buch mit dem Drachen?"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5 – Skript: Genau dafür bauen wir eine Datenbank. Sie soll uns sagen, welche Bücher es gibt und welche gerade ausgeliehen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6 – Skript: Schritt 1: Planen, bevor wir klicken. Profis beginnen nie sofort mit dem Eintippen. Sie überlegen zuerst: Was will ich über jedes Buch wissen? Das ist die wichtigste Frage beim Planen einer Datenbank.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7 – Skript: Wir sammeln: die Buchnummer, den Titel, den Autor oder die Autorin, das Erscheinungsjahr, die Seitenanzahl, den Preis, eine Bewertung von 1 bis 5 Sternen, ob das Buch gerade ausgeliehen ist und das Rückgabedatum.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8 – Skript: Jeder dieser Punkte wird eine Spalte, in Access sagt man Feld. Jedes einzelne Buch wird später eine Zeile, ein Datensatz.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9 – Skript: Jetzt legen wir für jedes Feld den Datentyp fest, denn das haben wir im letzten Video gelernt: Die Buchnummer bekommt den Typ AutoWert. [Dann Folie 10; danach zurück zu Folie 9:] Titel und Autor sind Kurzer Text. Erscheinungsjahr und Seiten sind Zahl. Der Preis ist Währung. Die Bewertung ist ebenfalls Zahl. Ausgeliehen ist Ja/Nein. Das Rückgabedatum ist Datum/Uhrzeit.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10 – Skript: Access zählt dann von selbst hoch: 1, 2, 3 und so weiter. Sie wird unser Primärschlüssel.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11 – Skript: Am besten schreibst du dir das auf einem Zettel auf. Das ist dein Plan, und er spart später viel Ärger.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12 – Überleitung (nicht im Skript): Hier zur Bildschirmaufnahme von Access wechseln.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EFFBDC"/>
        </a:solidFill>
      </p:bgPr>
    </p:bg>
    <p:spTree>
      <p:nvGrpSpPr>
        <p:cNvPr id="1" name=""/>
        <p:cNvGrpSpPr/>
        <p:nvPr/>
      </p:nvGrpSpPr>
      <p:grpSpPr>
        <a:xfrm>
          <a:off x="0" y="0"/>
          <a:ext cx="0" cy="0"/>
          <a:chOff x="0" y="0"/>
          <a:chExt cx="0" cy="0"/>
        </a:xfrm>
      </p:grpSpPr>
      <p:sp>
        <p:nvSpPr>
          <p:cNvPr id="2" name="Text 0"/>
          <p:cNvSpPr/>
          <p:nvPr/>
        </p:nvSpPr>
        <p:spPr>
          <a:xfrm>
            <a:off x="640080" y="6446520"/>
            <a:ext cx="5486400" cy="274320"/>
          </a:xfrm>
          <a:prstGeom prst="rect">
            <a:avLst/>
          </a:prstGeom>
          <a:noFill/>
          <a:ln/>
        </p:spPr>
        <p:txBody>
          <a:bodyPr wrap="square" lIns="0" tIns="0" rIns="0" bIns="0" rtlCol="0" anchor="ctr"/>
          <a:lstStyle/>
          <a:p>
            <a:pPr indent="0" marL="0">
              <a:buNone/>
            </a:pPr>
            <a:r>
              <a:rPr lang="en-US" sz="1100" dirty="0">
                <a:solidFill>
                  <a:srgbClr val="5B6B50"/>
                </a:solidFill>
                <a:latin typeface="Poppins" pitchFamily="34" charset="0"/>
                <a:ea typeface="Poppins" pitchFamily="34" charset="-122"/>
                <a:cs typeface="Poppins" pitchFamily="34" charset="-120"/>
              </a:rPr>
              <a:t>Cleverbox · Digitale Grundbildung</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301A"/>
        </a:solidFill>
      </p:bgPr>
    </p:bg>
    <p:spTree>
      <p:nvGrpSpPr>
        <p:cNvPr id="1" name=""/>
        <p:cNvGrpSpPr/>
        <p:nvPr/>
      </p:nvGrpSpPr>
      <p:grpSpPr>
        <a:xfrm>
          <a:off x="0" y="0"/>
          <a:ext cx="0" cy="0"/>
          <a:chOff x="0" y="0"/>
          <a:chExt cx="0" cy="0"/>
        </a:xfrm>
      </p:grpSpPr>
      <p:sp>
        <p:nvSpPr>
          <p:cNvPr id="2" name="Text 0"/>
          <p:cNvSpPr/>
          <p:nvPr/>
        </p:nvSpPr>
        <p:spPr>
          <a:xfrm>
            <a:off x="640080" y="6446520"/>
            <a:ext cx="5486400" cy="274320"/>
          </a:xfrm>
          <a:prstGeom prst="rect">
            <a:avLst/>
          </a:prstGeom>
          <a:noFill/>
          <a:ln/>
        </p:spPr>
        <p:txBody>
          <a:bodyPr wrap="square" lIns="0" tIns="0" rIns="0" bIns="0" rtlCol="0" anchor="ctr"/>
          <a:lstStyle/>
          <a:p>
            <a:pPr indent="0" marL="0">
              <a:buNone/>
            </a:pPr>
            <a:r>
              <a:rPr lang="en-US" sz="1100" dirty="0">
                <a:solidFill>
                  <a:srgbClr val="A9C79A"/>
                </a:solidFill>
                <a:latin typeface="Poppins" pitchFamily="34" charset="0"/>
                <a:ea typeface="Poppins" pitchFamily="34" charset="-122"/>
                <a:cs typeface="Poppins" pitchFamily="34" charset="-120"/>
              </a:rPr>
              <a:t>Cleverbox · Digitale Grundbildung</a:t>
            </a:r>
            <a:endParaRPr lang="en-US" sz="11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EON">
    <p:bg>
      <p:bgPr>
        <a:solidFill>
          <a:srgbClr val="B1FF37"/>
        </a:solidFill>
      </p:bgPr>
    </p:bg>
    <p:spTree>
      <p:nvGrpSpPr>
        <p:cNvPr id="1" name=""/>
        <p:cNvGrpSpPr/>
        <p:nvPr/>
      </p:nvGrpSpPr>
      <p:grpSpPr>
        <a:xfrm>
          <a:off x="0" y="0"/>
          <a:ext cx="0" cy="0"/>
          <a:chOff x="0" y="0"/>
          <a:chExt cx="0" cy="0"/>
        </a:xfrm>
      </p:grpSpPr>
      <p:sp>
        <p:nvSpPr>
          <p:cNvPr id="2" name="Text 0"/>
          <p:cNvSpPr/>
          <p:nvPr/>
        </p:nvSpPr>
        <p:spPr>
          <a:xfrm>
            <a:off x="640080" y="6446520"/>
            <a:ext cx="5486400" cy="274320"/>
          </a:xfrm>
          <a:prstGeom prst="rect">
            <a:avLst/>
          </a:prstGeom>
          <a:noFill/>
          <a:ln/>
        </p:spPr>
        <p:txBody>
          <a:bodyPr wrap="square" lIns="0" tIns="0" rIns="0" bIns="0" rtlCol="0" anchor="ctr"/>
          <a:lstStyle/>
          <a:p>
            <a:pPr indent="0" marL="0">
              <a:buNone/>
            </a:pPr>
            <a:r>
              <a:rPr lang="en-US" sz="1100" dirty="0">
                <a:solidFill>
                  <a:srgbClr val="12301A"/>
                </a:solidFill>
                <a:latin typeface="Poppins" pitchFamily="34" charset="0"/>
                <a:ea typeface="Poppins" pitchFamily="34" charset="-122"/>
                <a:cs typeface="Poppins" pitchFamily="34" charset="-120"/>
              </a:rPr>
              <a:t>Cleverbox · Digitale Grundbildung</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Digitale Grundbildung</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Wir bauen eine kleine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Datenbank in Access.</a:t>
            </a:r>
            <a:endParaRPr lang="en-US" sz="4000" dirty="0"/>
          </a:p>
        </p:txBody>
      </p:sp>
      <p:sp>
        <p:nvSpPr>
          <p:cNvPr id="5" name="Text 2"/>
          <p:cNvSpPr txBox="1"/>
          <p:nvPr/>
        </p:nvSpPr>
        <p:spPr>
          <a:xfrm>
            <a:off x="640080" y="457200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Schritt für Schritt zum Mitmachen.</a:t>
            </a:r>
            <a:endParaRPr lang="en-US" sz="1800" dirty="0"/>
          </a:p>
        </p:txBody>
      </p:sp>
      <p:sp>
        <p:nvSpPr>
          <p:cNvPr id="6" name="Shape 3"/>
          <p:cNvSpPr/>
          <p:nvPr/>
        </p:nvSpPr>
        <p:spPr>
          <a:xfrm>
            <a:off x="7498080" y="1691640"/>
            <a:ext cx="3108960" cy="822960"/>
          </a:xfrm>
          <a:prstGeom prst="ellipse">
            <a:avLst/>
          </a:prstGeom>
          <a:solidFill>
            <a:srgbClr val="12301A"/>
          </a:solidFill>
          <a:ln w="12700">
            <a:solidFill>
              <a:srgbClr val="12301A"/>
            </a:solidFill>
            <a:prstDash val="solid"/>
          </a:ln>
        </p:spPr>
      </p:sp>
      <p:sp>
        <p:nvSpPr>
          <p:cNvPr id="7" name="Shape 4"/>
          <p:cNvSpPr/>
          <p:nvPr/>
        </p:nvSpPr>
        <p:spPr>
          <a:xfrm>
            <a:off x="7498080" y="1417320"/>
            <a:ext cx="3108960" cy="685800"/>
          </a:xfrm>
          <a:prstGeom prst="rect">
            <a:avLst/>
          </a:prstGeom>
          <a:solidFill>
            <a:srgbClr val="12301A"/>
          </a:solidFill>
          <a:ln w="12700">
            <a:solidFill>
              <a:srgbClr val="12301A"/>
            </a:solidFill>
            <a:prstDash val="solid"/>
          </a:ln>
        </p:spPr>
      </p:sp>
      <p:sp>
        <p:nvSpPr>
          <p:cNvPr id="8" name="Shape 5"/>
          <p:cNvSpPr/>
          <p:nvPr/>
        </p:nvSpPr>
        <p:spPr>
          <a:xfrm>
            <a:off x="7498080" y="1005840"/>
            <a:ext cx="3108960" cy="822960"/>
          </a:xfrm>
          <a:prstGeom prst="ellipse">
            <a:avLst/>
          </a:prstGeom>
          <a:solidFill>
            <a:srgbClr val="B1FF37"/>
          </a:solidFill>
          <a:ln w="38100">
            <a:solidFill>
              <a:srgbClr val="12301A"/>
            </a:solidFill>
            <a:prstDash val="solid"/>
          </a:ln>
        </p:spPr>
      </p:sp>
      <p:sp>
        <p:nvSpPr>
          <p:cNvPr id="9" name="Shape 6"/>
          <p:cNvSpPr/>
          <p:nvPr/>
        </p:nvSpPr>
        <p:spPr>
          <a:xfrm>
            <a:off x="7498080" y="2834640"/>
            <a:ext cx="3108960" cy="822960"/>
          </a:xfrm>
          <a:prstGeom prst="ellipse">
            <a:avLst/>
          </a:prstGeom>
          <a:solidFill>
            <a:srgbClr val="12301A"/>
          </a:solidFill>
          <a:ln w="12700">
            <a:solidFill>
              <a:srgbClr val="12301A"/>
            </a:solidFill>
            <a:prstDash val="solid"/>
          </a:ln>
        </p:spPr>
      </p:sp>
      <p:sp>
        <p:nvSpPr>
          <p:cNvPr id="10" name="Shape 7"/>
          <p:cNvSpPr/>
          <p:nvPr/>
        </p:nvSpPr>
        <p:spPr>
          <a:xfrm>
            <a:off x="7498080" y="2560320"/>
            <a:ext cx="3108960" cy="685800"/>
          </a:xfrm>
          <a:prstGeom prst="rect">
            <a:avLst/>
          </a:prstGeom>
          <a:solidFill>
            <a:srgbClr val="12301A"/>
          </a:solidFill>
          <a:ln w="12700">
            <a:solidFill>
              <a:srgbClr val="12301A"/>
            </a:solidFill>
            <a:prstDash val="solid"/>
          </a:ln>
        </p:spPr>
      </p:sp>
      <p:sp>
        <p:nvSpPr>
          <p:cNvPr id="11" name="Shape 8"/>
          <p:cNvSpPr/>
          <p:nvPr/>
        </p:nvSpPr>
        <p:spPr>
          <a:xfrm>
            <a:off x="7498080" y="2148840"/>
            <a:ext cx="3108960" cy="822960"/>
          </a:xfrm>
          <a:prstGeom prst="ellipse">
            <a:avLst/>
          </a:prstGeom>
          <a:solidFill>
            <a:srgbClr val="C9EF8F"/>
          </a:solidFill>
          <a:ln w="38100">
            <a:solidFill>
              <a:srgbClr val="12301A"/>
            </a:solidFill>
            <a:prstDash val="solid"/>
          </a:ln>
        </p:spPr>
      </p:sp>
      <p:sp>
        <p:nvSpPr>
          <p:cNvPr id="12" name="Shape 9"/>
          <p:cNvSpPr/>
          <p:nvPr/>
        </p:nvSpPr>
        <p:spPr>
          <a:xfrm>
            <a:off x="7498080" y="3977640"/>
            <a:ext cx="3108960" cy="822960"/>
          </a:xfrm>
          <a:prstGeom prst="ellipse">
            <a:avLst/>
          </a:prstGeom>
          <a:solidFill>
            <a:srgbClr val="12301A"/>
          </a:solidFill>
          <a:ln w="12700">
            <a:solidFill>
              <a:srgbClr val="12301A"/>
            </a:solidFill>
            <a:prstDash val="solid"/>
          </a:ln>
        </p:spPr>
      </p:sp>
      <p:sp>
        <p:nvSpPr>
          <p:cNvPr id="13" name="Shape 10"/>
          <p:cNvSpPr/>
          <p:nvPr/>
        </p:nvSpPr>
        <p:spPr>
          <a:xfrm>
            <a:off x="7498080" y="3703320"/>
            <a:ext cx="3108960" cy="685800"/>
          </a:xfrm>
          <a:prstGeom prst="rect">
            <a:avLst/>
          </a:prstGeom>
          <a:solidFill>
            <a:srgbClr val="12301A"/>
          </a:solidFill>
          <a:ln w="12700">
            <a:solidFill>
              <a:srgbClr val="12301A"/>
            </a:solidFill>
            <a:prstDash val="solid"/>
          </a:ln>
        </p:spPr>
      </p:sp>
      <p:sp>
        <p:nvSpPr>
          <p:cNvPr id="14" name="Shape 11"/>
          <p:cNvSpPr/>
          <p:nvPr/>
        </p:nvSpPr>
        <p:spPr>
          <a:xfrm>
            <a:off x="7498080" y="3291840"/>
            <a:ext cx="3108960" cy="822960"/>
          </a:xfrm>
          <a:prstGeom prst="ellipse">
            <a:avLst/>
          </a:prstGeom>
          <a:solidFill>
            <a:srgbClr val="C9EF8F"/>
          </a:solidFill>
          <a:ln w="38100">
            <a:solidFill>
              <a:srgbClr val="12301A"/>
            </a:solidFill>
            <a:prstDash val="solid"/>
          </a:ln>
        </p:spPr>
      </p:sp>
      <p:sp>
        <p:nvSpPr>
          <p:cNvPr id="15" name="Shape 12"/>
          <p:cNvSpPr/>
          <p:nvPr/>
        </p:nvSpPr>
        <p:spPr>
          <a:xfrm>
            <a:off x="7589520" y="4937760"/>
            <a:ext cx="2926080" cy="640080"/>
          </a:xfrm>
          <a:prstGeom prst="roundRect">
            <a:avLst>
              <a:gd name="adj" fmla="val 11429"/>
            </a:avLst>
          </a:prstGeom>
          <a:solidFill>
            <a:srgbClr val="12301A"/>
          </a:solidFill>
          <a:ln w="12700">
            <a:solidFill>
              <a:srgbClr val="12301A"/>
            </a:solidFill>
            <a:prstDash val="solid"/>
          </a:ln>
        </p:spPr>
      </p:sp>
      <p:sp>
        <p:nvSpPr>
          <p:cNvPr id="16" name="Text 13"/>
          <p:cNvSpPr txBox="1"/>
          <p:nvPr/>
        </p:nvSpPr>
        <p:spPr>
          <a:xfrm>
            <a:off x="7589520" y="4937760"/>
            <a:ext cx="2926080" cy="640080"/>
          </a:xfrm>
          <a:prstGeom prst="rect">
            <a:avLst/>
          </a:prstGeom>
          <a:noFill/>
          <a:ln/>
        </p:spPr>
        <p:txBody>
          <a:bodyPr wrap="square" lIns="0" tIns="0" rIns="0" bIns="0" rtlCol="0" anchor="ctr"/>
          <a:lstStyle/>
          <a:p>
            <a:pPr algn="ctr" indent="0" marL="0">
              <a:buNone/>
            </a:pPr>
            <a:r>
              <a:rPr lang="en-US" sz="1800" b="1" dirty="0">
                <a:solidFill>
                  <a:srgbClr val="B1FF37"/>
                </a:solidFill>
                <a:latin typeface="Poppins" pitchFamily="34" charset="0"/>
                <a:ea typeface="Poppins" pitchFamily="34" charset="-122"/>
                <a:cs typeface="Poppins" pitchFamily="34" charset="-120"/>
              </a:rPr>
              <a:t>Microsoft Access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Rückblick</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600" dirty="0">
                <a:solidFill>
                  <a:srgbClr val="0E1F0C"/>
                </a:solidFill>
                <a:latin typeface="Poppins" pitchFamily="34" charset="0"/>
                <a:ea typeface="Poppins" pitchFamily="34" charset="-122"/>
                <a:cs typeface="Poppins" pitchFamily="34" charset="-120"/>
              </a:rPr>
              <a:t>Das kennst du schon: die wichtigsten </a:t>
            </a:r>
            <a:pPr indent="0" marL="0">
              <a:lnSpc>
                <a:spcPct val="105000"/>
              </a:lnSpc>
              <a:buNone/>
            </a:pPr>
            <a:r>
              <a:rPr lang="en-US" sz="3600" dirty="0">
                <a:solidFill>
                  <a:srgbClr val="26720A"/>
                </a:solidFill>
                <a:highlight>
                  <a:srgbClr val="B1FF37"/>
                </a:highlight>
                <a:latin typeface="Poppins" pitchFamily="34" charset="0"/>
                <a:ea typeface="Poppins" pitchFamily="34" charset="-122"/>
                <a:cs typeface="Poppins" pitchFamily="34" charset="-120"/>
              </a:rPr>
              <a:t>Datentypen.</a:t>
            </a:r>
            <a:endParaRPr lang="en-US" sz="36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Aus dem letzten Video.</a:t>
            </a:r>
            <a:endParaRPr lang="en-US" sz="1800" dirty="0"/>
          </a:p>
        </p:txBody>
      </p:sp>
      <p:sp>
        <p:nvSpPr>
          <p:cNvPr id="6" name="Shape 3"/>
          <p:cNvSpPr/>
          <p:nvPr/>
        </p:nvSpPr>
        <p:spPr>
          <a:xfrm>
            <a:off x="6583680" y="914400"/>
            <a:ext cx="2377440" cy="2377440"/>
          </a:xfrm>
          <a:prstGeom prst="roundRect">
            <a:avLst>
              <a:gd name="adj" fmla="val 5769"/>
            </a:avLst>
          </a:prstGeom>
          <a:solidFill>
            <a:srgbClr val="FBFFF4"/>
          </a:solidFill>
          <a:ln w="15875">
            <a:solidFill>
              <a:srgbClr val="B8D98A"/>
            </a:solidFill>
            <a:prstDash val="solid"/>
          </a:ln>
        </p:spPr>
      </p:sp>
      <p:sp>
        <p:nvSpPr>
          <p:cNvPr id="7" name="Shape 4"/>
          <p:cNvSpPr/>
          <p:nvPr/>
        </p:nvSpPr>
        <p:spPr>
          <a:xfrm>
            <a:off x="7269480" y="1325880"/>
            <a:ext cx="1005840" cy="1005840"/>
          </a:xfrm>
          <a:prstGeom prst="ellipse">
            <a:avLst/>
          </a:prstGeom>
          <a:solidFill>
            <a:srgbClr val="12301A"/>
          </a:solidFill>
          <a:ln w="12700">
            <a:solidFill>
              <a:srgbClr val="12301A"/>
            </a:solidFill>
            <a:prstDash val="solid"/>
          </a:ln>
        </p:spPr>
      </p:sp>
      <p:sp>
        <p:nvSpPr>
          <p:cNvPr id="8" name="Text 5"/>
          <p:cNvSpPr txBox="1"/>
          <p:nvPr/>
        </p:nvSpPr>
        <p:spPr>
          <a:xfrm>
            <a:off x="7269480" y="1463040"/>
            <a:ext cx="1005840" cy="731520"/>
          </a:xfrm>
          <a:prstGeom prst="rect">
            <a:avLst/>
          </a:prstGeom>
          <a:noFill/>
          <a:ln/>
        </p:spPr>
        <p:txBody>
          <a:bodyPr wrap="square" lIns="0" tIns="0" rIns="0" bIns="0" rtlCol="0" anchor="ctr"/>
          <a:lstStyle/>
          <a:p>
            <a:pPr algn="ctr" indent="0" marL="0">
              <a:buNone/>
            </a:pPr>
            <a:r>
              <a:rPr lang="en-US" sz="2000" b="1" dirty="0">
                <a:solidFill>
                  <a:srgbClr val="B1FF37"/>
                </a:solidFill>
                <a:latin typeface="Poppins" pitchFamily="34" charset="0"/>
                <a:ea typeface="Poppins" pitchFamily="34" charset="-122"/>
                <a:cs typeface="Poppins" pitchFamily="34" charset="-120"/>
              </a:rPr>
              <a:t>Abc</a:t>
            </a:r>
            <a:endParaRPr lang="en-US" sz="2000" dirty="0"/>
          </a:p>
        </p:txBody>
      </p:sp>
      <p:sp>
        <p:nvSpPr>
          <p:cNvPr id="9" name="Text 6"/>
          <p:cNvSpPr txBox="1"/>
          <p:nvPr/>
        </p:nvSpPr>
        <p:spPr>
          <a:xfrm>
            <a:off x="6766560" y="2560320"/>
            <a:ext cx="2011680" cy="548640"/>
          </a:xfrm>
          <a:prstGeom prst="rect">
            <a:avLst/>
          </a:prstGeom>
          <a:noFill/>
          <a:ln/>
        </p:spPr>
        <p:txBody>
          <a:bodyPr wrap="square" lIns="0" tIns="0" rIns="0" bIns="0" rtlCol="0" anchor="t"/>
          <a:lstStyle/>
          <a:p>
            <a:pPr algn="ctr" indent="0" marL="0">
              <a:buNone/>
            </a:pPr>
            <a:r>
              <a:rPr lang="en-US" sz="2000" b="1" dirty="0">
                <a:solidFill>
                  <a:srgbClr val="0E1F0C"/>
                </a:solidFill>
                <a:latin typeface="Poppins" pitchFamily="34" charset="0"/>
                <a:ea typeface="Poppins" pitchFamily="34" charset="-122"/>
                <a:cs typeface="Poppins" pitchFamily="34" charset="-120"/>
              </a:rPr>
              <a:t>Text</a:t>
            </a:r>
            <a:endParaRPr lang="en-US" sz="2000" dirty="0"/>
          </a:p>
        </p:txBody>
      </p:sp>
      <p:sp>
        <p:nvSpPr>
          <p:cNvPr id="10" name="Shape 7"/>
          <p:cNvSpPr/>
          <p:nvPr/>
        </p:nvSpPr>
        <p:spPr>
          <a:xfrm>
            <a:off x="9144000" y="914400"/>
            <a:ext cx="2377440" cy="2377440"/>
          </a:xfrm>
          <a:prstGeom prst="roundRect">
            <a:avLst>
              <a:gd name="adj" fmla="val 5769"/>
            </a:avLst>
          </a:prstGeom>
          <a:solidFill>
            <a:srgbClr val="FBFFF4"/>
          </a:solidFill>
          <a:ln w="15875">
            <a:solidFill>
              <a:srgbClr val="B8D98A"/>
            </a:solidFill>
            <a:prstDash val="solid"/>
          </a:ln>
        </p:spPr>
      </p:sp>
      <p:sp>
        <p:nvSpPr>
          <p:cNvPr id="11" name="Shape 8"/>
          <p:cNvSpPr/>
          <p:nvPr/>
        </p:nvSpPr>
        <p:spPr>
          <a:xfrm>
            <a:off x="9829800" y="1325880"/>
            <a:ext cx="1005840" cy="1005840"/>
          </a:xfrm>
          <a:prstGeom prst="ellipse">
            <a:avLst/>
          </a:prstGeom>
          <a:solidFill>
            <a:srgbClr val="12301A"/>
          </a:solidFill>
          <a:ln w="12700">
            <a:solidFill>
              <a:srgbClr val="12301A"/>
            </a:solidFill>
            <a:prstDash val="solid"/>
          </a:ln>
        </p:spPr>
      </p:sp>
      <p:sp>
        <p:nvSpPr>
          <p:cNvPr id="12" name="Text 9"/>
          <p:cNvSpPr txBox="1"/>
          <p:nvPr/>
        </p:nvSpPr>
        <p:spPr>
          <a:xfrm>
            <a:off x="9829800" y="1463040"/>
            <a:ext cx="1005840" cy="731520"/>
          </a:xfrm>
          <a:prstGeom prst="rect">
            <a:avLst/>
          </a:prstGeom>
          <a:noFill/>
          <a:ln/>
        </p:spPr>
        <p:txBody>
          <a:bodyPr wrap="square" lIns="0" tIns="0" rIns="0" bIns="0" rtlCol="0" anchor="ctr"/>
          <a:lstStyle/>
          <a:p>
            <a:pPr algn="ctr" indent="0" marL="0">
              <a:buNone/>
            </a:pPr>
            <a:r>
              <a:rPr lang="en-US" sz="2000" b="1" dirty="0">
                <a:solidFill>
                  <a:srgbClr val="B1FF37"/>
                </a:solidFill>
                <a:latin typeface="Poppins" pitchFamily="34" charset="0"/>
                <a:ea typeface="Poppins" pitchFamily="34" charset="-122"/>
                <a:cs typeface="Poppins" pitchFamily="34" charset="-120"/>
              </a:rPr>
              <a:t>123</a:t>
            </a:r>
            <a:endParaRPr lang="en-US" sz="2000" dirty="0"/>
          </a:p>
        </p:txBody>
      </p:sp>
      <p:sp>
        <p:nvSpPr>
          <p:cNvPr id="13" name="Text 10"/>
          <p:cNvSpPr txBox="1"/>
          <p:nvPr/>
        </p:nvSpPr>
        <p:spPr>
          <a:xfrm>
            <a:off x="9326880" y="2560320"/>
            <a:ext cx="2011680" cy="548640"/>
          </a:xfrm>
          <a:prstGeom prst="rect">
            <a:avLst/>
          </a:prstGeom>
          <a:noFill/>
          <a:ln/>
        </p:spPr>
        <p:txBody>
          <a:bodyPr wrap="square" lIns="0" tIns="0" rIns="0" bIns="0" rtlCol="0" anchor="t"/>
          <a:lstStyle/>
          <a:p>
            <a:pPr algn="ctr" indent="0" marL="0">
              <a:buNone/>
            </a:pPr>
            <a:r>
              <a:rPr lang="en-US" sz="2000" b="1" dirty="0">
                <a:solidFill>
                  <a:srgbClr val="0E1F0C"/>
                </a:solidFill>
                <a:latin typeface="Poppins" pitchFamily="34" charset="0"/>
                <a:ea typeface="Poppins" pitchFamily="34" charset="-122"/>
                <a:cs typeface="Poppins" pitchFamily="34" charset="-120"/>
              </a:rPr>
              <a:t>Zahl</a:t>
            </a:r>
            <a:endParaRPr lang="en-US" sz="2000" dirty="0"/>
          </a:p>
        </p:txBody>
      </p:sp>
      <p:sp>
        <p:nvSpPr>
          <p:cNvPr id="14" name="Shape 11"/>
          <p:cNvSpPr/>
          <p:nvPr/>
        </p:nvSpPr>
        <p:spPr>
          <a:xfrm>
            <a:off x="6583680" y="3520440"/>
            <a:ext cx="2377440" cy="2377440"/>
          </a:xfrm>
          <a:prstGeom prst="roundRect">
            <a:avLst>
              <a:gd name="adj" fmla="val 5769"/>
            </a:avLst>
          </a:prstGeom>
          <a:solidFill>
            <a:srgbClr val="FBFFF4"/>
          </a:solidFill>
          <a:ln w="15875">
            <a:solidFill>
              <a:srgbClr val="B8D98A"/>
            </a:solidFill>
            <a:prstDash val="solid"/>
          </a:ln>
        </p:spPr>
      </p:sp>
      <p:sp>
        <p:nvSpPr>
          <p:cNvPr id="15" name="Shape 12"/>
          <p:cNvSpPr/>
          <p:nvPr/>
        </p:nvSpPr>
        <p:spPr>
          <a:xfrm>
            <a:off x="7269480" y="3931920"/>
            <a:ext cx="1005840" cy="1005840"/>
          </a:xfrm>
          <a:prstGeom prst="ellipse">
            <a:avLst/>
          </a:prstGeom>
          <a:solidFill>
            <a:srgbClr val="12301A"/>
          </a:solidFill>
          <a:ln w="12700">
            <a:solidFill>
              <a:srgbClr val="12301A"/>
            </a:solidFill>
            <a:prstDash val="solid"/>
          </a:ln>
        </p:spPr>
      </p:sp>
      <p:sp>
        <p:nvSpPr>
          <p:cNvPr id="16" name="Shape 13"/>
          <p:cNvSpPr/>
          <p:nvPr/>
        </p:nvSpPr>
        <p:spPr>
          <a:xfrm>
            <a:off x="7452360" y="4160520"/>
            <a:ext cx="640080" cy="548640"/>
          </a:xfrm>
          <a:prstGeom prst="rect">
            <a:avLst/>
          </a:prstGeom>
          <a:solidFill>
            <a:srgbClr val="B1FF37"/>
          </a:solidFill>
          <a:ln w="12700">
            <a:solidFill>
              <a:srgbClr val="B1FF37"/>
            </a:solidFill>
            <a:prstDash val="solid"/>
          </a:ln>
        </p:spPr>
      </p:sp>
      <p:sp>
        <p:nvSpPr>
          <p:cNvPr id="17" name="Shape 14"/>
          <p:cNvSpPr/>
          <p:nvPr/>
        </p:nvSpPr>
        <p:spPr>
          <a:xfrm>
            <a:off x="7452360" y="4160520"/>
            <a:ext cx="640080" cy="164592"/>
          </a:xfrm>
          <a:prstGeom prst="rect">
            <a:avLst/>
          </a:prstGeom>
          <a:solidFill>
            <a:srgbClr val="FF7A45"/>
          </a:solidFill>
          <a:ln w="12700">
            <a:solidFill>
              <a:srgbClr val="FF7A45"/>
            </a:solidFill>
            <a:prstDash val="solid"/>
          </a:ln>
        </p:spPr>
      </p:sp>
      <p:sp>
        <p:nvSpPr>
          <p:cNvPr id="18" name="Text 15"/>
          <p:cNvSpPr txBox="1"/>
          <p:nvPr/>
        </p:nvSpPr>
        <p:spPr>
          <a:xfrm>
            <a:off x="6766560" y="5166360"/>
            <a:ext cx="2011680" cy="548640"/>
          </a:xfrm>
          <a:prstGeom prst="rect">
            <a:avLst/>
          </a:prstGeom>
          <a:noFill/>
          <a:ln/>
        </p:spPr>
        <p:txBody>
          <a:bodyPr wrap="square" lIns="0" tIns="0" rIns="0" bIns="0" rtlCol="0" anchor="t"/>
          <a:lstStyle/>
          <a:p>
            <a:pPr algn="ctr" indent="0" marL="0">
              <a:buNone/>
            </a:pPr>
            <a:r>
              <a:rPr lang="en-US" sz="2000" b="1" dirty="0">
                <a:solidFill>
                  <a:srgbClr val="0E1F0C"/>
                </a:solidFill>
                <a:latin typeface="Poppins" pitchFamily="34" charset="0"/>
                <a:ea typeface="Poppins" pitchFamily="34" charset="-122"/>
                <a:cs typeface="Poppins" pitchFamily="34" charset="-120"/>
              </a:rPr>
              <a:t>Datum</a:t>
            </a:r>
            <a:endParaRPr lang="en-US" sz="2000" dirty="0"/>
          </a:p>
        </p:txBody>
      </p:sp>
      <p:sp>
        <p:nvSpPr>
          <p:cNvPr id="19" name="Shape 16"/>
          <p:cNvSpPr/>
          <p:nvPr/>
        </p:nvSpPr>
        <p:spPr>
          <a:xfrm>
            <a:off x="9144000" y="3520440"/>
            <a:ext cx="2377440" cy="2377440"/>
          </a:xfrm>
          <a:prstGeom prst="roundRect">
            <a:avLst>
              <a:gd name="adj" fmla="val 5769"/>
            </a:avLst>
          </a:prstGeom>
          <a:solidFill>
            <a:srgbClr val="FBFFF4"/>
          </a:solidFill>
          <a:ln w="15875">
            <a:solidFill>
              <a:srgbClr val="B8D98A"/>
            </a:solidFill>
            <a:prstDash val="solid"/>
          </a:ln>
        </p:spPr>
      </p:sp>
      <p:sp>
        <p:nvSpPr>
          <p:cNvPr id="20" name="Shape 17"/>
          <p:cNvSpPr/>
          <p:nvPr/>
        </p:nvSpPr>
        <p:spPr>
          <a:xfrm>
            <a:off x="9829800" y="3931920"/>
            <a:ext cx="1005840" cy="1005840"/>
          </a:xfrm>
          <a:prstGeom prst="ellipse">
            <a:avLst/>
          </a:prstGeom>
          <a:solidFill>
            <a:srgbClr val="12301A"/>
          </a:solidFill>
          <a:ln w="12700">
            <a:solidFill>
              <a:srgbClr val="12301A"/>
            </a:solidFill>
            <a:prstDash val="solid"/>
          </a:ln>
        </p:spPr>
      </p:sp>
      <p:sp>
        <p:nvSpPr>
          <p:cNvPr id="21" name="Shape 18"/>
          <p:cNvSpPr/>
          <p:nvPr/>
        </p:nvSpPr>
        <p:spPr>
          <a:xfrm>
            <a:off x="9966960" y="4297680"/>
            <a:ext cx="731520" cy="274320"/>
          </a:xfrm>
          <a:prstGeom prst="roundRect">
            <a:avLst>
              <a:gd name="adj" fmla="val 50000"/>
            </a:avLst>
          </a:prstGeom>
          <a:solidFill>
            <a:srgbClr val="B1FF37"/>
          </a:solidFill>
          <a:ln w="12700">
            <a:solidFill>
              <a:srgbClr val="B1FF37"/>
            </a:solidFill>
            <a:prstDash val="solid"/>
          </a:ln>
        </p:spPr>
      </p:sp>
      <p:sp>
        <p:nvSpPr>
          <p:cNvPr id="22" name="Shape 19"/>
          <p:cNvSpPr/>
          <p:nvPr/>
        </p:nvSpPr>
        <p:spPr>
          <a:xfrm>
            <a:off x="10451592" y="4325112"/>
            <a:ext cx="219456" cy="219456"/>
          </a:xfrm>
          <a:prstGeom prst="ellipse">
            <a:avLst/>
          </a:prstGeom>
          <a:solidFill>
            <a:srgbClr val="12301A"/>
          </a:solidFill>
          <a:ln w="12700">
            <a:solidFill>
              <a:srgbClr val="12301A"/>
            </a:solidFill>
            <a:prstDash val="solid"/>
          </a:ln>
        </p:spPr>
      </p:sp>
      <p:sp>
        <p:nvSpPr>
          <p:cNvPr id="23" name="Text 20"/>
          <p:cNvSpPr txBox="1"/>
          <p:nvPr/>
        </p:nvSpPr>
        <p:spPr>
          <a:xfrm>
            <a:off x="9326880" y="5166360"/>
            <a:ext cx="2011680" cy="548640"/>
          </a:xfrm>
          <a:prstGeom prst="rect">
            <a:avLst/>
          </a:prstGeom>
          <a:noFill/>
          <a:ln/>
        </p:spPr>
        <p:txBody>
          <a:bodyPr wrap="square" lIns="0" tIns="0" rIns="0" bIns="0" rtlCol="0" anchor="t"/>
          <a:lstStyle/>
          <a:p>
            <a:pPr algn="ctr" indent="0" marL="0">
              <a:buNone/>
            </a:pPr>
            <a:r>
              <a:rPr lang="en-US" sz="2000" b="1" dirty="0">
                <a:solidFill>
                  <a:srgbClr val="0E1F0C"/>
                </a:solidFill>
                <a:latin typeface="Poppins" pitchFamily="34" charset="0"/>
                <a:ea typeface="Poppins" pitchFamily="34" charset="-122"/>
                <a:cs typeface="Poppins" pitchFamily="34" charset="-120"/>
              </a:rPr>
              <a:t>Ja/Nein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Heute wird es praktisch</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Du kannst </a:t>
            </a:r>
            <a:pPr indent="0" marL="0">
              <a:lnSpc>
                <a:spcPct val="105000"/>
              </a:lnSpc>
              <a:buNone/>
            </a:pPr>
            <a:r>
              <a:rPr lang="en-US" sz="3800" dirty="0">
                <a:solidFill>
                  <a:srgbClr val="26720A"/>
                </a:solidFill>
                <a:highlight>
                  <a:srgbClr val="B1FF37"/>
                </a:highlight>
                <a:latin typeface="Poppins" pitchFamily="34" charset="0"/>
                <a:ea typeface="Poppins" pitchFamily="34" charset="-122"/>
                <a:cs typeface="Poppins" pitchFamily="34" charset="-120"/>
              </a:rPr>
              <a:t>jeden Schritt</a:t>
            </a:r>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 am Computer mitmachen.</a:t>
            </a:r>
            <a:endParaRPr lang="en-US" sz="38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Pausiere das Video einfach, wann immer du willst.</a:t>
            </a:r>
            <a:endParaRPr lang="en-US" sz="1800" dirty="0"/>
          </a:p>
        </p:txBody>
      </p:sp>
      <p:sp>
        <p:nvSpPr>
          <p:cNvPr id="6" name="Shape 3"/>
          <p:cNvSpPr/>
          <p:nvPr/>
        </p:nvSpPr>
        <p:spPr>
          <a:xfrm>
            <a:off x="6583680" y="914400"/>
            <a:ext cx="4937760" cy="1325880"/>
          </a:xfrm>
          <a:prstGeom prst="roundRect">
            <a:avLst>
              <a:gd name="adj" fmla="val 10345"/>
            </a:avLst>
          </a:prstGeom>
          <a:solidFill>
            <a:srgbClr val="FBFFF4"/>
          </a:solidFill>
          <a:ln w="15875">
            <a:solidFill>
              <a:srgbClr val="B8D98A"/>
            </a:solidFill>
            <a:prstDash val="solid"/>
          </a:ln>
        </p:spPr>
      </p:sp>
      <p:sp>
        <p:nvSpPr>
          <p:cNvPr id="7" name="Shape 4"/>
          <p:cNvSpPr/>
          <p:nvPr/>
        </p:nvSpPr>
        <p:spPr>
          <a:xfrm>
            <a:off x="6995160" y="1165860"/>
            <a:ext cx="822960" cy="822960"/>
          </a:xfrm>
          <a:prstGeom prst="ellipse">
            <a:avLst/>
          </a:prstGeom>
          <a:solidFill>
            <a:srgbClr val="12301A"/>
          </a:solidFill>
          <a:ln w="12700">
            <a:solidFill>
              <a:srgbClr val="12301A"/>
            </a:solidFill>
            <a:prstDash val="solid"/>
          </a:ln>
        </p:spPr>
      </p:sp>
      <p:sp>
        <p:nvSpPr>
          <p:cNvPr id="8" name="Shape 5"/>
          <p:cNvSpPr/>
          <p:nvPr/>
        </p:nvSpPr>
        <p:spPr>
          <a:xfrm rot="5400000">
            <a:off x="7205472" y="1371600"/>
            <a:ext cx="411480" cy="411480"/>
          </a:xfrm>
          <a:prstGeom prst="triangle">
            <a:avLst/>
          </a:prstGeom>
          <a:solidFill>
            <a:srgbClr val="B1FF37"/>
          </a:solidFill>
          <a:ln w="12700">
            <a:solidFill>
              <a:srgbClr val="B1FF37"/>
            </a:solidFill>
            <a:prstDash val="solid"/>
          </a:ln>
        </p:spPr>
      </p:sp>
      <p:sp>
        <p:nvSpPr>
          <p:cNvPr id="9" name="Text 6"/>
          <p:cNvSpPr txBox="1"/>
          <p:nvPr/>
        </p:nvSpPr>
        <p:spPr>
          <a:xfrm>
            <a:off x="8046720" y="914400"/>
            <a:ext cx="3383280" cy="1325880"/>
          </a:xfrm>
          <a:prstGeom prst="rect">
            <a:avLst/>
          </a:prstGeom>
          <a:noFill/>
          <a:ln/>
        </p:spPr>
        <p:txBody>
          <a:bodyPr wrap="square" lIns="0" tIns="0" rIns="0" bIns="0" rtlCol="0" anchor="ctr"/>
          <a:lstStyle/>
          <a:p>
            <a:pPr indent="0" marL="0">
              <a:buNone/>
            </a:pPr>
            <a:r>
              <a:rPr lang="en-US" sz="2000" b="1" dirty="0">
                <a:solidFill>
                  <a:srgbClr val="0E1F0C"/>
                </a:solidFill>
                <a:latin typeface="Poppins" pitchFamily="34" charset="0"/>
                <a:ea typeface="Poppins" pitchFamily="34" charset="-122"/>
                <a:cs typeface="Poppins" pitchFamily="34" charset="-120"/>
              </a:rPr>
              <a:t>Video ansehen</a:t>
            </a:r>
            <a:endParaRPr lang="en-US" sz="2000" dirty="0"/>
          </a:p>
        </p:txBody>
      </p:sp>
      <p:sp>
        <p:nvSpPr>
          <p:cNvPr id="10" name="Shape 7"/>
          <p:cNvSpPr/>
          <p:nvPr/>
        </p:nvSpPr>
        <p:spPr>
          <a:xfrm>
            <a:off x="8869680" y="2304288"/>
            <a:ext cx="329184" cy="283464"/>
          </a:xfrm>
          <a:prstGeom prst="downArrow">
            <a:avLst/>
          </a:prstGeom>
          <a:solidFill>
            <a:srgbClr val="26720A"/>
          </a:solidFill>
          <a:ln w="12700">
            <a:solidFill>
              <a:srgbClr val="26720A"/>
            </a:solidFill>
            <a:prstDash val="solid"/>
          </a:ln>
        </p:spPr>
      </p:sp>
      <p:sp>
        <p:nvSpPr>
          <p:cNvPr id="11" name="Shape 8"/>
          <p:cNvSpPr/>
          <p:nvPr/>
        </p:nvSpPr>
        <p:spPr>
          <a:xfrm>
            <a:off x="6583680" y="2651760"/>
            <a:ext cx="4937760" cy="1325880"/>
          </a:xfrm>
          <a:prstGeom prst="roundRect">
            <a:avLst>
              <a:gd name="adj" fmla="val 10345"/>
            </a:avLst>
          </a:prstGeom>
          <a:solidFill>
            <a:srgbClr val="FBFFF4"/>
          </a:solidFill>
          <a:ln w="15875">
            <a:solidFill>
              <a:srgbClr val="B8D98A"/>
            </a:solidFill>
            <a:prstDash val="solid"/>
          </a:ln>
        </p:spPr>
      </p:sp>
      <p:sp>
        <p:nvSpPr>
          <p:cNvPr id="12" name="Shape 9"/>
          <p:cNvSpPr/>
          <p:nvPr/>
        </p:nvSpPr>
        <p:spPr>
          <a:xfrm>
            <a:off x="6995160" y="2903220"/>
            <a:ext cx="822960" cy="822960"/>
          </a:xfrm>
          <a:prstGeom prst="ellipse">
            <a:avLst/>
          </a:prstGeom>
          <a:solidFill>
            <a:srgbClr val="12301A"/>
          </a:solidFill>
          <a:ln w="12700">
            <a:solidFill>
              <a:srgbClr val="12301A"/>
            </a:solidFill>
            <a:prstDash val="solid"/>
          </a:ln>
        </p:spPr>
      </p:sp>
      <p:sp>
        <p:nvSpPr>
          <p:cNvPr id="13" name="Shape 10"/>
          <p:cNvSpPr/>
          <p:nvPr/>
        </p:nvSpPr>
        <p:spPr>
          <a:xfrm>
            <a:off x="7205472" y="3108960"/>
            <a:ext cx="128016" cy="411480"/>
          </a:xfrm>
          <a:prstGeom prst="roundRect">
            <a:avLst>
              <a:gd name="adj" fmla="val 21429"/>
            </a:avLst>
          </a:prstGeom>
          <a:solidFill>
            <a:srgbClr val="B1FF37"/>
          </a:solidFill>
          <a:ln w="12700">
            <a:solidFill>
              <a:srgbClr val="B1FF37"/>
            </a:solidFill>
            <a:prstDash val="solid"/>
          </a:ln>
        </p:spPr>
      </p:sp>
      <p:sp>
        <p:nvSpPr>
          <p:cNvPr id="14" name="Shape 11"/>
          <p:cNvSpPr/>
          <p:nvPr/>
        </p:nvSpPr>
        <p:spPr>
          <a:xfrm>
            <a:off x="7452360" y="3108960"/>
            <a:ext cx="128016" cy="411480"/>
          </a:xfrm>
          <a:prstGeom prst="roundRect">
            <a:avLst>
              <a:gd name="adj" fmla="val 21429"/>
            </a:avLst>
          </a:prstGeom>
          <a:solidFill>
            <a:srgbClr val="B1FF37"/>
          </a:solidFill>
          <a:ln w="12700">
            <a:solidFill>
              <a:srgbClr val="B1FF37"/>
            </a:solidFill>
            <a:prstDash val="solid"/>
          </a:ln>
        </p:spPr>
      </p:sp>
      <p:sp>
        <p:nvSpPr>
          <p:cNvPr id="15" name="Text 12"/>
          <p:cNvSpPr txBox="1"/>
          <p:nvPr/>
        </p:nvSpPr>
        <p:spPr>
          <a:xfrm>
            <a:off x="8046720" y="2651760"/>
            <a:ext cx="3383280" cy="1325880"/>
          </a:xfrm>
          <a:prstGeom prst="rect">
            <a:avLst/>
          </a:prstGeom>
          <a:noFill/>
          <a:ln/>
        </p:spPr>
        <p:txBody>
          <a:bodyPr wrap="square" lIns="0" tIns="0" rIns="0" bIns="0" rtlCol="0" anchor="ctr"/>
          <a:lstStyle/>
          <a:p>
            <a:pPr indent="0" marL="0">
              <a:buNone/>
            </a:pPr>
            <a:r>
              <a:rPr lang="en-US" sz="2000" b="1" dirty="0">
                <a:solidFill>
                  <a:srgbClr val="0E1F0C"/>
                </a:solidFill>
                <a:latin typeface="Poppins" pitchFamily="34" charset="0"/>
                <a:ea typeface="Poppins" pitchFamily="34" charset="-122"/>
                <a:cs typeface="Poppins" pitchFamily="34" charset="-120"/>
              </a:rPr>
              <a:t>Pausieren, wann du willst</a:t>
            </a:r>
            <a:endParaRPr lang="en-US" sz="2000" dirty="0"/>
          </a:p>
        </p:txBody>
      </p:sp>
      <p:sp>
        <p:nvSpPr>
          <p:cNvPr id="16" name="Shape 13"/>
          <p:cNvSpPr/>
          <p:nvPr/>
        </p:nvSpPr>
        <p:spPr>
          <a:xfrm>
            <a:off x="8869680" y="4041648"/>
            <a:ext cx="329184" cy="283464"/>
          </a:xfrm>
          <a:prstGeom prst="downArrow">
            <a:avLst/>
          </a:prstGeom>
          <a:solidFill>
            <a:srgbClr val="26720A"/>
          </a:solidFill>
          <a:ln w="12700">
            <a:solidFill>
              <a:srgbClr val="26720A"/>
            </a:solidFill>
            <a:prstDash val="solid"/>
          </a:ln>
        </p:spPr>
      </p:sp>
      <p:sp>
        <p:nvSpPr>
          <p:cNvPr id="17" name="Shape 14"/>
          <p:cNvSpPr/>
          <p:nvPr/>
        </p:nvSpPr>
        <p:spPr>
          <a:xfrm>
            <a:off x="6583680" y="4389120"/>
            <a:ext cx="4937760" cy="1325880"/>
          </a:xfrm>
          <a:prstGeom prst="roundRect">
            <a:avLst>
              <a:gd name="adj" fmla="val 10345"/>
            </a:avLst>
          </a:prstGeom>
          <a:solidFill>
            <a:srgbClr val="FBFFF4"/>
          </a:solidFill>
          <a:ln w="15875">
            <a:solidFill>
              <a:srgbClr val="B8D98A"/>
            </a:solidFill>
            <a:prstDash val="solid"/>
          </a:ln>
        </p:spPr>
      </p:sp>
      <p:sp>
        <p:nvSpPr>
          <p:cNvPr id="18" name="Shape 15"/>
          <p:cNvSpPr/>
          <p:nvPr/>
        </p:nvSpPr>
        <p:spPr>
          <a:xfrm>
            <a:off x="6995160" y="4640580"/>
            <a:ext cx="822960" cy="822960"/>
          </a:xfrm>
          <a:prstGeom prst="ellipse">
            <a:avLst/>
          </a:prstGeom>
          <a:solidFill>
            <a:srgbClr val="12301A"/>
          </a:solidFill>
          <a:ln w="12700">
            <a:solidFill>
              <a:srgbClr val="12301A"/>
            </a:solidFill>
            <a:prstDash val="solid"/>
          </a:ln>
        </p:spPr>
      </p:sp>
      <p:sp>
        <p:nvSpPr>
          <p:cNvPr id="19" name="Shape 16"/>
          <p:cNvSpPr/>
          <p:nvPr/>
        </p:nvSpPr>
        <p:spPr>
          <a:xfrm>
            <a:off x="7178040" y="4846320"/>
            <a:ext cx="457200" cy="320040"/>
          </a:xfrm>
          <a:prstGeom prst="roundRect">
            <a:avLst>
              <a:gd name="adj" fmla="val 11429"/>
            </a:avLst>
          </a:prstGeom>
          <a:solidFill>
            <a:srgbClr val="B1FF37"/>
          </a:solidFill>
          <a:ln w="12700">
            <a:solidFill>
              <a:srgbClr val="B1FF37"/>
            </a:solidFill>
            <a:prstDash val="solid"/>
          </a:ln>
        </p:spPr>
      </p:sp>
      <p:sp>
        <p:nvSpPr>
          <p:cNvPr id="20" name="Shape 17"/>
          <p:cNvSpPr/>
          <p:nvPr/>
        </p:nvSpPr>
        <p:spPr>
          <a:xfrm>
            <a:off x="7333488" y="5184648"/>
            <a:ext cx="146304" cy="73152"/>
          </a:xfrm>
          <a:prstGeom prst="rect">
            <a:avLst/>
          </a:prstGeom>
          <a:solidFill>
            <a:srgbClr val="B1FF37"/>
          </a:solidFill>
          <a:ln w="12700">
            <a:solidFill>
              <a:srgbClr val="B1FF37"/>
            </a:solidFill>
            <a:prstDash val="solid"/>
          </a:ln>
        </p:spPr>
      </p:sp>
      <p:sp>
        <p:nvSpPr>
          <p:cNvPr id="21" name="Text 18"/>
          <p:cNvSpPr txBox="1"/>
          <p:nvPr/>
        </p:nvSpPr>
        <p:spPr>
          <a:xfrm>
            <a:off x="8046720" y="4389120"/>
            <a:ext cx="3383280" cy="1325880"/>
          </a:xfrm>
          <a:prstGeom prst="rect">
            <a:avLst/>
          </a:prstGeom>
          <a:noFill/>
          <a:ln/>
        </p:spPr>
        <p:txBody>
          <a:bodyPr wrap="square" lIns="0" tIns="0" rIns="0" bIns="0" rtlCol="0" anchor="ctr"/>
          <a:lstStyle/>
          <a:p>
            <a:pPr indent="0" marL="0">
              <a:buNone/>
            </a:pPr>
            <a:r>
              <a:rPr lang="en-US" sz="2000" b="1" dirty="0">
                <a:solidFill>
                  <a:srgbClr val="0E1F0C"/>
                </a:solidFill>
                <a:latin typeface="Poppins" pitchFamily="34" charset="0"/>
                <a:ea typeface="Poppins" pitchFamily="34" charset="-122"/>
                <a:cs typeface="Poppins" pitchFamily="34" charset="-120"/>
              </a:rPr>
              <a:t>Am Computer nachmachen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Unser Projekt</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400" dirty="0">
                <a:solidFill>
                  <a:srgbClr val="0E1F0C"/>
                </a:solidFill>
                <a:latin typeface="Poppins" pitchFamily="34" charset="0"/>
                <a:ea typeface="Poppins" pitchFamily="34" charset="-122"/>
                <a:cs typeface="Poppins" pitchFamily="34" charset="-120"/>
              </a:rPr>
              <a:t>Die </a:t>
            </a:r>
            <a:pPr indent="0" marL="0">
              <a:lnSpc>
                <a:spcPct val="105000"/>
              </a:lnSpc>
              <a:buNone/>
            </a:pPr>
            <a:r>
              <a:rPr lang="en-US" sz="4400" dirty="0">
                <a:solidFill>
                  <a:srgbClr val="26720A"/>
                </a:solidFill>
                <a:highlight>
                  <a:srgbClr val="B1FF37"/>
                </a:highlight>
                <a:latin typeface="Poppins" pitchFamily="34" charset="0"/>
                <a:ea typeface="Poppins" pitchFamily="34" charset="-122"/>
                <a:cs typeface="Poppins" pitchFamily="34" charset="-120"/>
              </a:rPr>
              <a:t>Klassenbibliothek.</a:t>
            </a:r>
            <a:endParaRPr lang="en-US" sz="4400" dirty="0"/>
          </a:p>
        </p:txBody>
      </p:sp>
      <p:sp>
        <p:nvSpPr>
          <p:cNvPr id="5" name="Text 2"/>
          <p:cNvSpPr txBox="1"/>
          <p:nvPr/>
        </p:nvSpPr>
        <p:spPr>
          <a:xfrm>
            <a:off x="640080" y="420624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Ein Regal mit Büchern, die man ausleihen kann – und irgendwann geht etwas verloren.</a:t>
            </a:r>
            <a:endParaRPr lang="en-US" sz="1800" dirty="0"/>
          </a:p>
        </p:txBody>
      </p:sp>
      <p:sp>
        <p:nvSpPr>
          <p:cNvPr id="6" name="Shape 3"/>
          <p:cNvSpPr/>
          <p:nvPr/>
        </p:nvSpPr>
        <p:spPr>
          <a:xfrm>
            <a:off x="6766560" y="822960"/>
            <a:ext cx="4572000" cy="1005840"/>
          </a:xfrm>
          <a:prstGeom prst="wedgeRoundRectCallout">
            <a:avLst>
              <a:gd name="adj" fmla="val 18182"/>
            </a:avLst>
          </a:prstGeom>
          <a:solidFill>
            <a:srgbClr val="FBFFF4"/>
          </a:solidFill>
          <a:ln w="12700">
            <a:solidFill>
              <a:srgbClr val="FBFFF4"/>
            </a:solidFill>
            <a:prstDash val="solid"/>
          </a:ln>
        </p:spPr>
      </p:sp>
      <p:sp>
        <p:nvSpPr>
          <p:cNvPr id="7" name="Text 4"/>
          <p:cNvSpPr txBox="1"/>
          <p:nvPr/>
        </p:nvSpPr>
        <p:spPr>
          <a:xfrm>
            <a:off x="6766560" y="822960"/>
            <a:ext cx="4572000" cy="1005840"/>
          </a:xfrm>
          <a:prstGeom prst="rect">
            <a:avLst/>
          </a:prstGeom>
          <a:noFill/>
          <a:ln/>
        </p:spPr>
        <p:txBody>
          <a:bodyPr wrap="square" lIns="0" tIns="0" rIns="0" bIns="0" rtlCol="0" anchor="ctr"/>
          <a:lstStyle/>
          <a:p>
            <a:pPr algn="ctr" indent="0" marL="0">
              <a:buNone/>
            </a:pPr>
            <a:r>
              <a:rPr lang="en-US" sz="1700" b="1" dirty="0">
                <a:solidFill>
                  <a:srgbClr val="0E1F0C"/>
                </a:solidFill>
                <a:latin typeface="Poppins" pitchFamily="34" charset="0"/>
                <a:ea typeface="Poppins" pitchFamily="34" charset="-122"/>
                <a:cs typeface="Poppins" pitchFamily="34" charset="-120"/>
              </a:rPr>
              <a:t>Wer hat eigentlich das Buch mit dem Drachen?</a:t>
            </a:r>
            <a:endParaRPr lang="en-US" sz="1700" dirty="0"/>
          </a:p>
        </p:txBody>
      </p:sp>
      <p:sp>
        <p:nvSpPr>
          <p:cNvPr id="8" name="Shape 5"/>
          <p:cNvSpPr/>
          <p:nvPr/>
        </p:nvSpPr>
        <p:spPr>
          <a:xfrm>
            <a:off x="6675120" y="2286000"/>
            <a:ext cx="502920" cy="1554480"/>
          </a:xfrm>
          <a:prstGeom prst="rect">
            <a:avLst/>
          </a:prstGeom>
          <a:solidFill>
            <a:srgbClr val="B1FF37"/>
          </a:solidFill>
          <a:ln w="19050">
            <a:solidFill>
              <a:srgbClr val="12301A"/>
            </a:solidFill>
            <a:prstDash val="solid"/>
          </a:ln>
        </p:spPr>
      </p:sp>
      <p:sp>
        <p:nvSpPr>
          <p:cNvPr id="9" name="Shape 6"/>
          <p:cNvSpPr/>
          <p:nvPr/>
        </p:nvSpPr>
        <p:spPr>
          <a:xfrm>
            <a:off x="7251192" y="2103120"/>
            <a:ext cx="640080" cy="1737360"/>
          </a:xfrm>
          <a:prstGeom prst="rect">
            <a:avLst/>
          </a:prstGeom>
          <a:solidFill>
            <a:srgbClr val="26720A"/>
          </a:solidFill>
          <a:ln w="19050">
            <a:solidFill>
              <a:srgbClr val="12301A"/>
            </a:solidFill>
            <a:prstDash val="solid"/>
          </a:ln>
        </p:spPr>
      </p:sp>
      <p:sp>
        <p:nvSpPr>
          <p:cNvPr id="10" name="Shape 7"/>
          <p:cNvSpPr/>
          <p:nvPr/>
        </p:nvSpPr>
        <p:spPr>
          <a:xfrm>
            <a:off x="7964424" y="2468880"/>
            <a:ext cx="457200" cy="1371600"/>
          </a:xfrm>
          <a:prstGeom prst="rect">
            <a:avLst/>
          </a:prstGeom>
          <a:solidFill>
            <a:srgbClr val="DDF3B8"/>
          </a:solidFill>
          <a:ln w="19050">
            <a:solidFill>
              <a:srgbClr val="12301A"/>
            </a:solidFill>
            <a:prstDash val="solid"/>
          </a:ln>
        </p:spPr>
      </p:sp>
      <p:sp>
        <p:nvSpPr>
          <p:cNvPr id="11" name="Shape 8"/>
          <p:cNvSpPr/>
          <p:nvPr/>
        </p:nvSpPr>
        <p:spPr>
          <a:xfrm>
            <a:off x="8494776" y="2011680"/>
            <a:ext cx="548640" cy="1828800"/>
          </a:xfrm>
          <a:prstGeom prst="rect">
            <a:avLst/>
          </a:prstGeom>
          <a:solidFill>
            <a:srgbClr val="EFFBDC"/>
          </a:solidFill>
          <a:ln w="31750">
            <a:solidFill>
              <a:srgbClr val="FF7A45"/>
            </a:solidFill>
            <a:prstDash val="dash"/>
          </a:ln>
        </p:spPr>
      </p:sp>
      <p:sp>
        <p:nvSpPr>
          <p:cNvPr id="12" name="Text 9"/>
          <p:cNvSpPr txBox="1"/>
          <p:nvPr/>
        </p:nvSpPr>
        <p:spPr>
          <a:xfrm>
            <a:off x="8494776" y="2011680"/>
            <a:ext cx="548640" cy="1828800"/>
          </a:xfrm>
          <a:prstGeom prst="rect">
            <a:avLst/>
          </a:prstGeom>
          <a:noFill/>
          <a:ln/>
        </p:spPr>
        <p:txBody>
          <a:bodyPr wrap="square" lIns="0" tIns="0" rIns="0" bIns="0" rtlCol="0" anchor="ctr"/>
          <a:lstStyle/>
          <a:p>
            <a:pPr algn="ctr" indent="0" marL="0">
              <a:buNone/>
            </a:pPr>
            <a:r>
              <a:rPr lang="en-US" sz="2400" b="1" dirty="0">
                <a:solidFill>
                  <a:srgbClr val="FF7A45"/>
                </a:solidFill>
                <a:latin typeface="Poppins" pitchFamily="34" charset="0"/>
                <a:ea typeface="Poppins" pitchFamily="34" charset="-122"/>
                <a:cs typeface="Poppins" pitchFamily="34" charset="-120"/>
              </a:rPr>
              <a:t>?</a:t>
            </a:r>
            <a:endParaRPr lang="en-US" sz="2400" dirty="0"/>
          </a:p>
        </p:txBody>
      </p:sp>
      <p:sp>
        <p:nvSpPr>
          <p:cNvPr id="13" name="Shape 10"/>
          <p:cNvSpPr/>
          <p:nvPr/>
        </p:nvSpPr>
        <p:spPr>
          <a:xfrm>
            <a:off x="9116568" y="2377440"/>
            <a:ext cx="594360" cy="1463040"/>
          </a:xfrm>
          <a:prstGeom prst="rect">
            <a:avLst/>
          </a:prstGeom>
          <a:solidFill>
            <a:srgbClr val="B8D98A"/>
          </a:solidFill>
          <a:ln w="19050">
            <a:solidFill>
              <a:srgbClr val="12301A"/>
            </a:solidFill>
            <a:prstDash val="solid"/>
          </a:ln>
        </p:spPr>
      </p:sp>
      <p:sp>
        <p:nvSpPr>
          <p:cNvPr id="14" name="Shape 11"/>
          <p:cNvSpPr/>
          <p:nvPr/>
        </p:nvSpPr>
        <p:spPr>
          <a:xfrm>
            <a:off x="9784080" y="2194560"/>
            <a:ext cx="457200" cy="1645920"/>
          </a:xfrm>
          <a:prstGeom prst="rect">
            <a:avLst/>
          </a:prstGeom>
          <a:solidFill>
            <a:srgbClr val="B1FF37"/>
          </a:solidFill>
          <a:ln w="19050">
            <a:solidFill>
              <a:srgbClr val="12301A"/>
            </a:solidFill>
            <a:prstDash val="solid"/>
          </a:ln>
        </p:spPr>
      </p:sp>
      <p:sp>
        <p:nvSpPr>
          <p:cNvPr id="15" name="Shape 12"/>
          <p:cNvSpPr/>
          <p:nvPr/>
        </p:nvSpPr>
        <p:spPr>
          <a:xfrm>
            <a:off x="10314432" y="2468880"/>
            <a:ext cx="640080" cy="1371600"/>
          </a:xfrm>
          <a:prstGeom prst="rect">
            <a:avLst/>
          </a:prstGeom>
          <a:solidFill>
            <a:srgbClr val="26720A"/>
          </a:solidFill>
          <a:ln w="19050">
            <a:solidFill>
              <a:srgbClr val="12301A"/>
            </a:solidFill>
            <a:prstDash val="solid"/>
          </a:ln>
        </p:spPr>
      </p:sp>
      <p:sp>
        <p:nvSpPr>
          <p:cNvPr id="16" name="Shape 13"/>
          <p:cNvSpPr/>
          <p:nvPr/>
        </p:nvSpPr>
        <p:spPr>
          <a:xfrm>
            <a:off x="11027664" y="2103120"/>
            <a:ext cx="502920" cy="1737360"/>
          </a:xfrm>
          <a:prstGeom prst="rect">
            <a:avLst/>
          </a:prstGeom>
          <a:solidFill>
            <a:srgbClr val="DDF3B8"/>
          </a:solidFill>
          <a:ln w="19050">
            <a:solidFill>
              <a:srgbClr val="12301A"/>
            </a:solidFill>
            <a:prstDash val="solid"/>
          </a:ln>
        </p:spPr>
      </p:sp>
      <p:sp>
        <p:nvSpPr>
          <p:cNvPr id="17" name="Shape 14"/>
          <p:cNvSpPr/>
          <p:nvPr/>
        </p:nvSpPr>
        <p:spPr>
          <a:xfrm>
            <a:off x="6583680" y="3840480"/>
            <a:ext cx="4937760" cy="182880"/>
          </a:xfrm>
          <a:prstGeom prst="roundRect">
            <a:avLst>
              <a:gd name="adj" fmla="val 25000"/>
            </a:avLst>
          </a:prstGeom>
          <a:solidFill>
            <a:srgbClr val="12301A"/>
          </a:solidFill>
          <a:ln w="12700">
            <a:solidFill>
              <a:srgbClr val="12301A"/>
            </a:solidFill>
            <a:prstDash val="solid"/>
          </a:ln>
        </p:spPr>
      </p:sp>
      <p:sp>
        <p:nvSpPr>
          <p:cNvPr id="18" name="Shape 15"/>
          <p:cNvSpPr/>
          <p:nvPr/>
        </p:nvSpPr>
        <p:spPr>
          <a:xfrm>
            <a:off x="6675120" y="4389120"/>
            <a:ext cx="502920" cy="1371600"/>
          </a:xfrm>
          <a:prstGeom prst="rect">
            <a:avLst/>
          </a:prstGeom>
          <a:solidFill>
            <a:srgbClr val="B1FF37"/>
          </a:solidFill>
          <a:ln w="19050">
            <a:solidFill>
              <a:srgbClr val="12301A"/>
            </a:solidFill>
            <a:prstDash val="solid"/>
          </a:ln>
        </p:spPr>
      </p:sp>
      <p:sp>
        <p:nvSpPr>
          <p:cNvPr id="19" name="Shape 16"/>
          <p:cNvSpPr/>
          <p:nvPr/>
        </p:nvSpPr>
        <p:spPr>
          <a:xfrm>
            <a:off x="7251192" y="4206240"/>
            <a:ext cx="640080" cy="1554480"/>
          </a:xfrm>
          <a:prstGeom prst="rect">
            <a:avLst/>
          </a:prstGeom>
          <a:solidFill>
            <a:srgbClr val="26720A"/>
          </a:solidFill>
          <a:ln w="19050">
            <a:solidFill>
              <a:srgbClr val="12301A"/>
            </a:solidFill>
            <a:prstDash val="solid"/>
          </a:ln>
        </p:spPr>
      </p:sp>
      <p:sp>
        <p:nvSpPr>
          <p:cNvPr id="20" name="Shape 17"/>
          <p:cNvSpPr/>
          <p:nvPr/>
        </p:nvSpPr>
        <p:spPr>
          <a:xfrm>
            <a:off x="7964424" y="4023360"/>
            <a:ext cx="457200" cy="1737360"/>
          </a:xfrm>
          <a:prstGeom prst="rect">
            <a:avLst/>
          </a:prstGeom>
          <a:solidFill>
            <a:srgbClr val="DDF3B8"/>
          </a:solidFill>
          <a:ln w="19050">
            <a:solidFill>
              <a:srgbClr val="12301A"/>
            </a:solidFill>
            <a:prstDash val="solid"/>
          </a:ln>
        </p:spPr>
      </p:sp>
      <p:sp>
        <p:nvSpPr>
          <p:cNvPr id="21" name="Shape 18"/>
          <p:cNvSpPr/>
          <p:nvPr/>
        </p:nvSpPr>
        <p:spPr>
          <a:xfrm>
            <a:off x="8494776" y="4480560"/>
            <a:ext cx="548640" cy="1280160"/>
          </a:xfrm>
          <a:prstGeom prst="rect">
            <a:avLst/>
          </a:prstGeom>
          <a:solidFill>
            <a:srgbClr val="12301A"/>
          </a:solidFill>
          <a:ln w="19050">
            <a:solidFill>
              <a:srgbClr val="12301A"/>
            </a:solidFill>
            <a:prstDash val="solid"/>
          </a:ln>
        </p:spPr>
      </p:sp>
      <p:sp>
        <p:nvSpPr>
          <p:cNvPr id="22" name="Shape 19"/>
          <p:cNvSpPr/>
          <p:nvPr/>
        </p:nvSpPr>
        <p:spPr>
          <a:xfrm>
            <a:off x="9116568" y="4114800"/>
            <a:ext cx="594360" cy="1645920"/>
          </a:xfrm>
          <a:prstGeom prst="rect">
            <a:avLst/>
          </a:prstGeom>
          <a:solidFill>
            <a:srgbClr val="B8D98A"/>
          </a:solidFill>
          <a:ln w="19050">
            <a:solidFill>
              <a:srgbClr val="12301A"/>
            </a:solidFill>
            <a:prstDash val="solid"/>
          </a:ln>
        </p:spPr>
      </p:sp>
      <p:sp>
        <p:nvSpPr>
          <p:cNvPr id="23" name="Shape 20"/>
          <p:cNvSpPr/>
          <p:nvPr/>
        </p:nvSpPr>
        <p:spPr>
          <a:xfrm>
            <a:off x="9784080" y="4297680"/>
            <a:ext cx="457200" cy="1463040"/>
          </a:xfrm>
          <a:prstGeom prst="rect">
            <a:avLst/>
          </a:prstGeom>
          <a:solidFill>
            <a:srgbClr val="B1FF37"/>
          </a:solidFill>
          <a:ln w="19050">
            <a:solidFill>
              <a:srgbClr val="12301A"/>
            </a:solidFill>
            <a:prstDash val="solid"/>
          </a:ln>
        </p:spPr>
      </p:sp>
      <p:sp>
        <p:nvSpPr>
          <p:cNvPr id="24" name="Shape 21"/>
          <p:cNvSpPr/>
          <p:nvPr/>
        </p:nvSpPr>
        <p:spPr>
          <a:xfrm>
            <a:off x="10314432" y="4389120"/>
            <a:ext cx="640080" cy="1371600"/>
          </a:xfrm>
          <a:prstGeom prst="rect">
            <a:avLst/>
          </a:prstGeom>
          <a:solidFill>
            <a:srgbClr val="26720A"/>
          </a:solidFill>
          <a:ln w="19050">
            <a:solidFill>
              <a:srgbClr val="12301A"/>
            </a:solidFill>
            <a:prstDash val="solid"/>
          </a:ln>
        </p:spPr>
      </p:sp>
      <p:sp>
        <p:nvSpPr>
          <p:cNvPr id="25" name="Shape 22"/>
          <p:cNvSpPr/>
          <p:nvPr/>
        </p:nvSpPr>
        <p:spPr>
          <a:xfrm>
            <a:off x="11027664" y="4206240"/>
            <a:ext cx="502920" cy="1554480"/>
          </a:xfrm>
          <a:prstGeom prst="rect">
            <a:avLst/>
          </a:prstGeom>
          <a:solidFill>
            <a:srgbClr val="DDF3B8"/>
          </a:solidFill>
          <a:ln w="19050">
            <a:solidFill>
              <a:srgbClr val="12301A"/>
            </a:solidFill>
            <a:prstDash val="solid"/>
          </a:ln>
        </p:spPr>
      </p:sp>
      <p:sp>
        <p:nvSpPr>
          <p:cNvPr id="26" name="Shape 23"/>
          <p:cNvSpPr/>
          <p:nvPr/>
        </p:nvSpPr>
        <p:spPr>
          <a:xfrm>
            <a:off x="6583680" y="5760720"/>
            <a:ext cx="4937760" cy="182880"/>
          </a:xfrm>
          <a:prstGeom prst="roundRect">
            <a:avLst>
              <a:gd name="adj" fmla="val 25000"/>
            </a:avLst>
          </a:prstGeom>
          <a:solidFill>
            <a:srgbClr val="12301A"/>
          </a:solidFill>
          <a:ln w="12700">
            <a:solidFill>
              <a:srgbClr val="12301A"/>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Das Ziel</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Die Datenbank soll uns sagen: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Was gibt es? Was ist weg?</a:t>
            </a:r>
            <a:endParaRPr lang="en-US" sz="4000" dirty="0"/>
          </a:p>
        </p:txBody>
      </p:sp>
      <p:sp>
        <p:nvSpPr>
          <p:cNvPr id="5" name="Shape 2"/>
          <p:cNvSpPr/>
          <p:nvPr/>
        </p:nvSpPr>
        <p:spPr>
          <a:xfrm>
            <a:off x="6583680" y="914400"/>
            <a:ext cx="4937760" cy="2377440"/>
          </a:xfrm>
          <a:prstGeom prst="roundRect">
            <a:avLst>
              <a:gd name="adj" fmla="val 5769"/>
            </a:avLst>
          </a:prstGeom>
          <a:solidFill>
            <a:srgbClr val="FBFFF4"/>
          </a:solidFill>
          <a:ln w="15875">
            <a:solidFill>
              <a:srgbClr val="B8D98A"/>
            </a:solidFill>
            <a:prstDash val="solid"/>
          </a:ln>
        </p:spPr>
      </p:sp>
      <p:sp>
        <p:nvSpPr>
          <p:cNvPr id="6" name="Text 3"/>
          <p:cNvSpPr txBox="1"/>
          <p:nvPr/>
        </p:nvSpPr>
        <p:spPr>
          <a:xfrm>
            <a:off x="6812280" y="1051560"/>
            <a:ext cx="4480560" cy="457200"/>
          </a:xfrm>
          <a:prstGeom prst="rect">
            <a:avLst/>
          </a:prstGeom>
          <a:noFill/>
          <a:ln/>
        </p:spPr>
        <p:txBody>
          <a:bodyPr wrap="square" lIns="0" tIns="0" rIns="0" bIns="0" rtlCol="0" anchor="t"/>
          <a:lstStyle/>
          <a:p>
            <a:pPr indent="0" marL="0">
              <a:buNone/>
            </a:pPr>
            <a:r>
              <a:rPr lang="en-US" sz="2000" b="1" dirty="0">
                <a:solidFill>
                  <a:srgbClr val="0E1F0C"/>
                </a:solidFill>
                <a:latin typeface="Poppins" pitchFamily="34" charset="0"/>
                <a:ea typeface="Poppins" pitchFamily="34" charset="-122"/>
                <a:cs typeface="Poppins" pitchFamily="34" charset="-120"/>
              </a:rPr>
              <a:t>Welche Bücher gibt es?</a:t>
            </a:r>
            <a:endParaRPr lang="en-US" sz="2000" dirty="0"/>
          </a:p>
        </p:txBody>
      </p:sp>
      <p:sp>
        <p:nvSpPr>
          <p:cNvPr id="7" name="Shape 4"/>
          <p:cNvSpPr/>
          <p:nvPr/>
        </p:nvSpPr>
        <p:spPr>
          <a:xfrm>
            <a:off x="6812280" y="1737360"/>
            <a:ext cx="1371600" cy="822960"/>
          </a:xfrm>
          <a:prstGeom prst="roundRect">
            <a:avLst>
              <a:gd name="adj" fmla="val 13333"/>
            </a:avLst>
          </a:prstGeom>
          <a:solidFill>
            <a:srgbClr val="DDF3B8"/>
          </a:solidFill>
          <a:ln w="12700">
            <a:solidFill>
              <a:srgbClr val="DDF3B8"/>
            </a:solidFill>
            <a:prstDash val="solid"/>
          </a:ln>
        </p:spPr>
      </p:sp>
      <p:sp>
        <p:nvSpPr>
          <p:cNvPr id="8" name="Text 5"/>
          <p:cNvSpPr txBox="1"/>
          <p:nvPr/>
        </p:nvSpPr>
        <p:spPr>
          <a:xfrm>
            <a:off x="6812280" y="1737360"/>
            <a:ext cx="1371600" cy="822960"/>
          </a:xfrm>
          <a:prstGeom prst="rect">
            <a:avLst/>
          </a:prstGeom>
          <a:noFill/>
          <a:ln/>
        </p:spPr>
        <p:txBody>
          <a:bodyPr wrap="square" lIns="0" tIns="0" rIns="0" bIns="0" rtlCol="0" anchor="ctr"/>
          <a:lstStyle/>
          <a:p>
            <a:pPr algn="ctr" indent="0" marL="0">
              <a:buNone/>
            </a:pPr>
            <a:r>
              <a:rPr lang="en-US" sz="1500" b="1" dirty="0">
                <a:solidFill>
                  <a:srgbClr val="0E1F0C"/>
                </a:solidFill>
                <a:latin typeface="Poppins" pitchFamily="34" charset="0"/>
                <a:ea typeface="Poppins" pitchFamily="34" charset="-122"/>
                <a:cs typeface="Poppins" pitchFamily="34" charset="-120"/>
              </a:rPr>
              <a:t>Buch 1</a:t>
            </a:r>
            <a:endParaRPr lang="en-US" sz="1500" dirty="0"/>
          </a:p>
        </p:txBody>
      </p:sp>
      <p:sp>
        <p:nvSpPr>
          <p:cNvPr id="9" name="Shape 6"/>
          <p:cNvSpPr/>
          <p:nvPr/>
        </p:nvSpPr>
        <p:spPr>
          <a:xfrm>
            <a:off x="8321040" y="1737360"/>
            <a:ext cx="1371600" cy="822960"/>
          </a:xfrm>
          <a:prstGeom prst="roundRect">
            <a:avLst>
              <a:gd name="adj" fmla="val 13333"/>
            </a:avLst>
          </a:prstGeom>
          <a:solidFill>
            <a:srgbClr val="DDF3B8"/>
          </a:solidFill>
          <a:ln w="12700">
            <a:solidFill>
              <a:srgbClr val="DDF3B8"/>
            </a:solidFill>
            <a:prstDash val="solid"/>
          </a:ln>
        </p:spPr>
      </p:sp>
      <p:sp>
        <p:nvSpPr>
          <p:cNvPr id="10" name="Text 7"/>
          <p:cNvSpPr txBox="1"/>
          <p:nvPr/>
        </p:nvSpPr>
        <p:spPr>
          <a:xfrm>
            <a:off x="8321040" y="1737360"/>
            <a:ext cx="1371600" cy="822960"/>
          </a:xfrm>
          <a:prstGeom prst="rect">
            <a:avLst/>
          </a:prstGeom>
          <a:noFill/>
          <a:ln/>
        </p:spPr>
        <p:txBody>
          <a:bodyPr wrap="square" lIns="0" tIns="0" rIns="0" bIns="0" rtlCol="0" anchor="ctr"/>
          <a:lstStyle/>
          <a:p>
            <a:pPr algn="ctr" indent="0" marL="0">
              <a:buNone/>
            </a:pPr>
            <a:r>
              <a:rPr lang="en-US" sz="1500" b="1" dirty="0">
                <a:solidFill>
                  <a:srgbClr val="0E1F0C"/>
                </a:solidFill>
                <a:latin typeface="Poppins" pitchFamily="34" charset="0"/>
                <a:ea typeface="Poppins" pitchFamily="34" charset="-122"/>
                <a:cs typeface="Poppins" pitchFamily="34" charset="-120"/>
              </a:rPr>
              <a:t>Buch 2</a:t>
            </a:r>
            <a:endParaRPr lang="en-US" sz="1500" dirty="0"/>
          </a:p>
        </p:txBody>
      </p:sp>
      <p:sp>
        <p:nvSpPr>
          <p:cNvPr id="11" name="Shape 8"/>
          <p:cNvSpPr/>
          <p:nvPr/>
        </p:nvSpPr>
        <p:spPr>
          <a:xfrm>
            <a:off x="9829800" y="1737360"/>
            <a:ext cx="1371600" cy="822960"/>
          </a:xfrm>
          <a:prstGeom prst="roundRect">
            <a:avLst>
              <a:gd name="adj" fmla="val 13333"/>
            </a:avLst>
          </a:prstGeom>
          <a:solidFill>
            <a:srgbClr val="DDF3B8"/>
          </a:solidFill>
          <a:ln w="12700">
            <a:solidFill>
              <a:srgbClr val="DDF3B8"/>
            </a:solidFill>
            <a:prstDash val="solid"/>
          </a:ln>
        </p:spPr>
      </p:sp>
      <p:sp>
        <p:nvSpPr>
          <p:cNvPr id="12" name="Text 9"/>
          <p:cNvSpPr txBox="1"/>
          <p:nvPr/>
        </p:nvSpPr>
        <p:spPr>
          <a:xfrm>
            <a:off x="9829800" y="1737360"/>
            <a:ext cx="1371600" cy="822960"/>
          </a:xfrm>
          <a:prstGeom prst="rect">
            <a:avLst/>
          </a:prstGeom>
          <a:noFill/>
          <a:ln/>
        </p:spPr>
        <p:txBody>
          <a:bodyPr wrap="square" lIns="0" tIns="0" rIns="0" bIns="0" rtlCol="0" anchor="ctr"/>
          <a:lstStyle/>
          <a:p>
            <a:pPr algn="ctr" indent="0" marL="0">
              <a:buNone/>
            </a:pPr>
            <a:r>
              <a:rPr lang="en-US" sz="1500" b="1" dirty="0">
                <a:solidFill>
                  <a:srgbClr val="0E1F0C"/>
                </a:solidFill>
                <a:latin typeface="Poppins" pitchFamily="34" charset="0"/>
                <a:ea typeface="Poppins" pitchFamily="34" charset="-122"/>
                <a:cs typeface="Poppins" pitchFamily="34" charset="-120"/>
              </a:rPr>
              <a:t>Buch 3</a:t>
            </a:r>
            <a:endParaRPr lang="en-US" sz="1500" dirty="0"/>
          </a:p>
        </p:txBody>
      </p:sp>
      <p:sp>
        <p:nvSpPr>
          <p:cNvPr id="13" name="Text 10"/>
          <p:cNvSpPr txBox="1"/>
          <p:nvPr/>
        </p:nvSpPr>
        <p:spPr>
          <a:xfrm>
            <a:off x="6812280" y="2697480"/>
            <a:ext cx="4480560" cy="365760"/>
          </a:xfrm>
          <a:prstGeom prst="rect">
            <a:avLst/>
          </a:prstGeom>
          <a:noFill/>
          <a:ln/>
        </p:spPr>
        <p:txBody>
          <a:bodyPr wrap="square" lIns="0" tIns="0" rIns="0" bIns="0" rtlCol="0" anchor="t"/>
          <a:lstStyle/>
          <a:p>
            <a:pPr indent="0" marL="0">
              <a:buNone/>
            </a:pPr>
            <a:r>
              <a:rPr lang="en-US" sz="1400" dirty="0">
                <a:solidFill>
                  <a:srgbClr val="5B6B50"/>
                </a:solidFill>
                <a:latin typeface="Poppins" pitchFamily="34" charset="0"/>
                <a:ea typeface="Poppins" pitchFamily="34" charset="-122"/>
                <a:cs typeface="Poppins" pitchFamily="34" charset="-120"/>
              </a:rPr>
              <a:t>der Bestand</a:t>
            </a:r>
            <a:endParaRPr lang="en-US" sz="1400" dirty="0"/>
          </a:p>
        </p:txBody>
      </p:sp>
      <p:sp>
        <p:nvSpPr>
          <p:cNvPr id="14" name="Shape 11"/>
          <p:cNvSpPr/>
          <p:nvPr/>
        </p:nvSpPr>
        <p:spPr>
          <a:xfrm>
            <a:off x="6583680" y="3566160"/>
            <a:ext cx="4937760" cy="2377440"/>
          </a:xfrm>
          <a:prstGeom prst="roundRect">
            <a:avLst>
              <a:gd name="adj" fmla="val 5769"/>
            </a:avLst>
          </a:prstGeom>
          <a:solidFill>
            <a:srgbClr val="FBFFF4"/>
          </a:solidFill>
          <a:ln w="15875">
            <a:solidFill>
              <a:srgbClr val="B8D98A"/>
            </a:solidFill>
            <a:prstDash val="solid"/>
          </a:ln>
        </p:spPr>
      </p:sp>
      <p:sp>
        <p:nvSpPr>
          <p:cNvPr id="15" name="Text 12"/>
          <p:cNvSpPr txBox="1"/>
          <p:nvPr/>
        </p:nvSpPr>
        <p:spPr>
          <a:xfrm>
            <a:off x="6812280" y="3703320"/>
            <a:ext cx="4480560" cy="457200"/>
          </a:xfrm>
          <a:prstGeom prst="rect">
            <a:avLst/>
          </a:prstGeom>
          <a:noFill/>
          <a:ln/>
        </p:spPr>
        <p:txBody>
          <a:bodyPr wrap="square" lIns="0" tIns="0" rIns="0" bIns="0" rtlCol="0" anchor="t"/>
          <a:lstStyle/>
          <a:p>
            <a:pPr indent="0" marL="0">
              <a:buNone/>
            </a:pPr>
            <a:r>
              <a:rPr lang="en-US" sz="2000" b="1" dirty="0">
                <a:solidFill>
                  <a:srgbClr val="0E1F0C"/>
                </a:solidFill>
                <a:latin typeface="Poppins" pitchFamily="34" charset="0"/>
                <a:ea typeface="Poppins" pitchFamily="34" charset="-122"/>
                <a:cs typeface="Poppins" pitchFamily="34" charset="-120"/>
              </a:rPr>
              <a:t>Welche sind gerade ausgeliehen?</a:t>
            </a:r>
            <a:endParaRPr lang="en-US" sz="2000" dirty="0"/>
          </a:p>
        </p:txBody>
      </p:sp>
      <p:sp>
        <p:nvSpPr>
          <p:cNvPr id="16" name="Shape 13"/>
          <p:cNvSpPr/>
          <p:nvPr/>
        </p:nvSpPr>
        <p:spPr>
          <a:xfrm>
            <a:off x="6812280" y="4389120"/>
            <a:ext cx="1371600" cy="548640"/>
          </a:xfrm>
          <a:prstGeom prst="roundRect">
            <a:avLst>
              <a:gd name="adj" fmla="val 20000"/>
            </a:avLst>
          </a:prstGeom>
          <a:solidFill>
            <a:srgbClr val="DDF3B8"/>
          </a:solidFill>
          <a:ln w="12700">
            <a:solidFill>
              <a:srgbClr val="DDF3B8"/>
            </a:solidFill>
            <a:prstDash val="solid"/>
          </a:ln>
        </p:spPr>
      </p:sp>
      <p:sp>
        <p:nvSpPr>
          <p:cNvPr id="17" name="Text 14"/>
          <p:cNvSpPr txBox="1"/>
          <p:nvPr/>
        </p:nvSpPr>
        <p:spPr>
          <a:xfrm>
            <a:off x="6812280" y="4389120"/>
            <a:ext cx="1371600" cy="548640"/>
          </a:xfrm>
          <a:prstGeom prst="rect">
            <a:avLst/>
          </a:prstGeom>
          <a:noFill/>
          <a:ln/>
        </p:spPr>
        <p:txBody>
          <a:bodyPr wrap="square" lIns="0" tIns="0" rIns="0" bIns="0" rtlCol="0" anchor="ctr"/>
          <a:lstStyle/>
          <a:p>
            <a:pPr algn="ctr" indent="0" marL="0">
              <a:buNone/>
            </a:pPr>
            <a:r>
              <a:rPr lang="en-US" sz="1400" b="1" dirty="0">
                <a:solidFill>
                  <a:srgbClr val="0E1F0C"/>
                </a:solidFill>
                <a:latin typeface="Poppins" pitchFamily="34" charset="0"/>
                <a:ea typeface="Poppins" pitchFamily="34" charset="-122"/>
                <a:cs typeface="Poppins" pitchFamily="34" charset="-120"/>
              </a:rPr>
              <a:t>Buch 1</a:t>
            </a:r>
            <a:endParaRPr lang="en-US" sz="1400" dirty="0"/>
          </a:p>
        </p:txBody>
      </p:sp>
      <p:sp>
        <p:nvSpPr>
          <p:cNvPr id="18" name="Shape 15"/>
          <p:cNvSpPr/>
          <p:nvPr/>
        </p:nvSpPr>
        <p:spPr>
          <a:xfrm>
            <a:off x="6812280" y="5029200"/>
            <a:ext cx="1371600" cy="457200"/>
          </a:xfrm>
          <a:prstGeom prst="roundRect">
            <a:avLst>
              <a:gd name="adj" fmla="val 16000"/>
            </a:avLst>
          </a:prstGeom>
          <a:solidFill>
            <a:srgbClr val="FF7A45"/>
          </a:solidFill>
          <a:ln w="12700">
            <a:solidFill>
              <a:srgbClr val="FF7A45"/>
            </a:solidFill>
            <a:prstDash val="solid"/>
          </a:ln>
        </p:spPr>
      </p:sp>
      <p:sp>
        <p:nvSpPr>
          <p:cNvPr id="19" name="Text 16"/>
          <p:cNvSpPr txBox="1"/>
          <p:nvPr/>
        </p:nvSpPr>
        <p:spPr>
          <a:xfrm>
            <a:off x="6812280" y="5029200"/>
            <a:ext cx="1371600" cy="457200"/>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ausgeliehen</a:t>
            </a:r>
            <a:endParaRPr lang="en-US" sz="1300" dirty="0"/>
          </a:p>
        </p:txBody>
      </p:sp>
      <p:sp>
        <p:nvSpPr>
          <p:cNvPr id="20" name="Shape 17"/>
          <p:cNvSpPr/>
          <p:nvPr/>
        </p:nvSpPr>
        <p:spPr>
          <a:xfrm>
            <a:off x="8321040" y="4389120"/>
            <a:ext cx="1371600" cy="548640"/>
          </a:xfrm>
          <a:prstGeom prst="roundRect">
            <a:avLst>
              <a:gd name="adj" fmla="val 20000"/>
            </a:avLst>
          </a:prstGeom>
          <a:solidFill>
            <a:srgbClr val="DDF3B8"/>
          </a:solidFill>
          <a:ln w="12700">
            <a:solidFill>
              <a:srgbClr val="DDF3B8"/>
            </a:solidFill>
            <a:prstDash val="solid"/>
          </a:ln>
        </p:spPr>
      </p:sp>
      <p:sp>
        <p:nvSpPr>
          <p:cNvPr id="21" name="Text 18"/>
          <p:cNvSpPr txBox="1"/>
          <p:nvPr/>
        </p:nvSpPr>
        <p:spPr>
          <a:xfrm>
            <a:off x="8321040" y="4389120"/>
            <a:ext cx="1371600" cy="548640"/>
          </a:xfrm>
          <a:prstGeom prst="rect">
            <a:avLst/>
          </a:prstGeom>
          <a:noFill/>
          <a:ln/>
        </p:spPr>
        <p:txBody>
          <a:bodyPr wrap="square" lIns="0" tIns="0" rIns="0" bIns="0" rtlCol="0" anchor="ctr"/>
          <a:lstStyle/>
          <a:p>
            <a:pPr algn="ctr" indent="0" marL="0">
              <a:buNone/>
            </a:pPr>
            <a:r>
              <a:rPr lang="en-US" sz="1400" b="1" dirty="0">
                <a:solidFill>
                  <a:srgbClr val="0E1F0C"/>
                </a:solidFill>
                <a:latin typeface="Poppins" pitchFamily="34" charset="0"/>
                <a:ea typeface="Poppins" pitchFamily="34" charset="-122"/>
                <a:cs typeface="Poppins" pitchFamily="34" charset="-120"/>
              </a:rPr>
              <a:t>Buch 2</a:t>
            </a:r>
            <a:endParaRPr lang="en-US" sz="1400" dirty="0"/>
          </a:p>
        </p:txBody>
      </p:sp>
      <p:sp>
        <p:nvSpPr>
          <p:cNvPr id="22" name="Shape 19"/>
          <p:cNvSpPr/>
          <p:nvPr/>
        </p:nvSpPr>
        <p:spPr>
          <a:xfrm>
            <a:off x="8321040" y="5029200"/>
            <a:ext cx="1371600" cy="457200"/>
          </a:xfrm>
          <a:prstGeom prst="roundRect">
            <a:avLst>
              <a:gd name="adj" fmla="val 16000"/>
            </a:avLst>
          </a:prstGeom>
          <a:solidFill>
            <a:srgbClr val="B1FF37"/>
          </a:solidFill>
          <a:ln w="12700">
            <a:solidFill>
              <a:srgbClr val="B1FF37"/>
            </a:solidFill>
            <a:prstDash val="solid"/>
          </a:ln>
        </p:spPr>
      </p:sp>
      <p:sp>
        <p:nvSpPr>
          <p:cNvPr id="23" name="Text 20"/>
          <p:cNvSpPr txBox="1"/>
          <p:nvPr/>
        </p:nvSpPr>
        <p:spPr>
          <a:xfrm>
            <a:off x="8321040" y="5029200"/>
            <a:ext cx="1371600" cy="457200"/>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da</a:t>
            </a:r>
            <a:endParaRPr lang="en-US" sz="1300" dirty="0"/>
          </a:p>
        </p:txBody>
      </p:sp>
      <p:sp>
        <p:nvSpPr>
          <p:cNvPr id="24" name="Shape 21"/>
          <p:cNvSpPr/>
          <p:nvPr/>
        </p:nvSpPr>
        <p:spPr>
          <a:xfrm>
            <a:off x="9829800" y="4389120"/>
            <a:ext cx="1371600" cy="548640"/>
          </a:xfrm>
          <a:prstGeom prst="roundRect">
            <a:avLst>
              <a:gd name="adj" fmla="val 20000"/>
            </a:avLst>
          </a:prstGeom>
          <a:solidFill>
            <a:srgbClr val="DDF3B8"/>
          </a:solidFill>
          <a:ln w="12700">
            <a:solidFill>
              <a:srgbClr val="DDF3B8"/>
            </a:solidFill>
            <a:prstDash val="solid"/>
          </a:ln>
        </p:spPr>
      </p:sp>
      <p:sp>
        <p:nvSpPr>
          <p:cNvPr id="25" name="Text 22"/>
          <p:cNvSpPr txBox="1"/>
          <p:nvPr/>
        </p:nvSpPr>
        <p:spPr>
          <a:xfrm>
            <a:off x="9829800" y="4389120"/>
            <a:ext cx="1371600" cy="548640"/>
          </a:xfrm>
          <a:prstGeom prst="rect">
            <a:avLst/>
          </a:prstGeom>
          <a:noFill/>
          <a:ln/>
        </p:spPr>
        <p:txBody>
          <a:bodyPr wrap="square" lIns="0" tIns="0" rIns="0" bIns="0" rtlCol="0" anchor="ctr"/>
          <a:lstStyle/>
          <a:p>
            <a:pPr algn="ctr" indent="0" marL="0">
              <a:buNone/>
            </a:pPr>
            <a:r>
              <a:rPr lang="en-US" sz="1400" b="1" dirty="0">
                <a:solidFill>
                  <a:srgbClr val="0E1F0C"/>
                </a:solidFill>
                <a:latin typeface="Poppins" pitchFamily="34" charset="0"/>
                <a:ea typeface="Poppins" pitchFamily="34" charset="-122"/>
                <a:cs typeface="Poppins" pitchFamily="34" charset="-120"/>
              </a:rPr>
              <a:t>Buch 3</a:t>
            </a:r>
            <a:endParaRPr lang="en-US" sz="1400" dirty="0"/>
          </a:p>
        </p:txBody>
      </p:sp>
      <p:sp>
        <p:nvSpPr>
          <p:cNvPr id="26" name="Shape 23"/>
          <p:cNvSpPr/>
          <p:nvPr/>
        </p:nvSpPr>
        <p:spPr>
          <a:xfrm>
            <a:off x="9829800" y="5029200"/>
            <a:ext cx="1371600" cy="457200"/>
          </a:xfrm>
          <a:prstGeom prst="roundRect">
            <a:avLst>
              <a:gd name="adj" fmla="val 16000"/>
            </a:avLst>
          </a:prstGeom>
          <a:solidFill>
            <a:srgbClr val="FF7A45"/>
          </a:solidFill>
          <a:ln w="12700">
            <a:solidFill>
              <a:srgbClr val="FF7A45"/>
            </a:solidFill>
            <a:prstDash val="solid"/>
          </a:ln>
        </p:spPr>
      </p:sp>
      <p:sp>
        <p:nvSpPr>
          <p:cNvPr id="27" name="Text 24"/>
          <p:cNvSpPr txBox="1"/>
          <p:nvPr/>
        </p:nvSpPr>
        <p:spPr>
          <a:xfrm>
            <a:off x="9829800" y="5029200"/>
            <a:ext cx="1371600" cy="457200"/>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ausgeliehen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Schritt 1</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400" dirty="0">
                <a:solidFill>
                  <a:srgbClr val="26720A"/>
                </a:solidFill>
                <a:highlight>
                  <a:srgbClr val="B1FF37"/>
                </a:highlight>
                <a:latin typeface="Poppins" pitchFamily="34" charset="0"/>
                <a:ea typeface="Poppins" pitchFamily="34" charset="-122"/>
                <a:cs typeface="Poppins" pitchFamily="34" charset="-120"/>
              </a:rPr>
              <a:t>Planen, </a:t>
            </a:r>
            <a:pPr indent="0" marL="0">
              <a:lnSpc>
                <a:spcPct val="105000"/>
              </a:lnSpc>
              <a:buNone/>
            </a:pPr>
            <a:r>
              <a:rPr lang="en-US" sz="4400" dirty="0">
                <a:solidFill>
                  <a:srgbClr val="0E1F0C"/>
                </a:solidFill>
                <a:latin typeface="Poppins" pitchFamily="34" charset="0"/>
                <a:ea typeface="Poppins" pitchFamily="34" charset="-122"/>
                <a:cs typeface="Poppins" pitchFamily="34" charset="-120"/>
              </a:rPr>
              <a:t>bevor wir klicken.</a:t>
            </a:r>
            <a:endParaRPr lang="en-US" sz="4400" dirty="0"/>
          </a:p>
        </p:txBody>
      </p:sp>
      <p:sp>
        <p:nvSpPr>
          <p:cNvPr id="5" name="Text 2"/>
          <p:cNvSpPr txBox="1"/>
          <p:nvPr/>
        </p:nvSpPr>
        <p:spPr>
          <a:xfrm>
            <a:off x="640080" y="420624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Profis beginnen nie sofort mit dem Eintippen.</a:t>
            </a:r>
            <a:endParaRPr lang="en-US" sz="1800" dirty="0"/>
          </a:p>
        </p:txBody>
      </p:sp>
      <p:sp>
        <p:nvSpPr>
          <p:cNvPr id="6" name="Shape 3"/>
          <p:cNvSpPr/>
          <p:nvPr/>
        </p:nvSpPr>
        <p:spPr>
          <a:xfrm>
            <a:off x="6766560" y="1097280"/>
            <a:ext cx="4480560" cy="4754880"/>
          </a:xfrm>
          <a:prstGeom prst="roundRect">
            <a:avLst>
              <a:gd name="adj" fmla="val 3061"/>
            </a:avLst>
          </a:prstGeom>
          <a:solidFill>
            <a:srgbClr val="FBFFF4"/>
          </a:solidFill>
          <a:ln w="19050">
            <a:solidFill>
              <a:srgbClr val="B8D98A"/>
            </a:solidFill>
            <a:prstDash val="solid"/>
          </a:ln>
        </p:spPr>
      </p:sp>
      <p:sp>
        <p:nvSpPr>
          <p:cNvPr id="7" name="Shape 4"/>
          <p:cNvSpPr/>
          <p:nvPr/>
        </p:nvSpPr>
        <p:spPr>
          <a:xfrm>
            <a:off x="6766560" y="1097280"/>
            <a:ext cx="4480560" cy="548640"/>
          </a:xfrm>
          <a:prstGeom prst="roundRect">
            <a:avLst>
              <a:gd name="adj" fmla="val 25000"/>
            </a:avLst>
          </a:prstGeom>
          <a:solidFill>
            <a:srgbClr val="12301A"/>
          </a:solidFill>
          <a:ln w="12700">
            <a:solidFill>
              <a:srgbClr val="12301A"/>
            </a:solidFill>
            <a:prstDash val="solid"/>
          </a:ln>
        </p:spPr>
      </p:sp>
      <p:sp>
        <p:nvSpPr>
          <p:cNvPr id="8" name="Shape 5"/>
          <p:cNvSpPr/>
          <p:nvPr/>
        </p:nvSpPr>
        <p:spPr>
          <a:xfrm>
            <a:off x="7086600" y="960120"/>
            <a:ext cx="274320" cy="274320"/>
          </a:xfrm>
          <a:prstGeom prst="ellipse">
            <a:avLst/>
          </a:prstGeom>
          <a:solidFill>
            <a:srgbClr val="FBFFF4"/>
          </a:solidFill>
          <a:ln w="25400">
            <a:solidFill>
              <a:srgbClr val="12301A"/>
            </a:solidFill>
            <a:prstDash val="solid"/>
          </a:ln>
        </p:spPr>
      </p:sp>
      <p:sp>
        <p:nvSpPr>
          <p:cNvPr id="9" name="Shape 6"/>
          <p:cNvSpPr/>
          <p:nvPr/>
        </p:nvSpPr>
        <p:spPr>
          <a:xfrm>
            <a:off x="7955280" y="960120"/>
            <a:ext cx="274320" cy="274320"/>
          </a:xfrm>
          <a:prstGeom prst="ellipse">
            <a:avLst/>
          </a:prstGeom>
          <a:solidFill>
            <a:srgbClr val="FBFFF4"/>
          </a:solidFill>
          <a:ln w="25400">
            <a:solidFill>
              <a:srgbClr val="12301A"/>
            </a:solidFill>
            <a:prstDash val="solid"/>
          </a:ln>
        </p:spPr>
      </p:sp>
      <p:sp>
        <p:nvSpPr>
          <p:cNvPr id="10" name="Shape 7"/>
          <p:cNvSpPr/>
          <p:nvPr/>
        </p:nvSpPr>
        <p:spPr>
          <a:xfrm>
            <a:off x="8823960" y="960120"/>
            <a:ext cx="274320" cy="274320"/>
          </a:xfrm>
          <a:prstGeom prst="ellipse">
            <a:avLst/>
          </a:prstGeom>
          <a:solidFill>
            <a:srgbClr val="FBFFF4"/>
          </a:solidFill>
          <a:ln w="25400">
            <a:solidFill>
              <a:srgbClr val="12301A"/>
            </a:solidFill>
            <a:prstDash val="solid"/>
          </a:ln>
        </p:spPr>
      </p:sp>
      <p:sp>
        <p:nvSpPr>
          <p:cNvPr id="11" name="Shape 8"/>
          <p:cNvSpPr/>
          <p:nvPr/>
        </p:nvSpPr>
        <p:spPr>
          <a:xfrm>
            <a:off x="9692640" y="960120"/>
            <a:ext cx="274320" cy="274320"/>
          </a:xfrm>
          <a:prstGeom prst="ellipse">
            <a:avLst/>
          </a:prstGeom>
          <a:solidFill>
            <a:srgbClr val="FBFFF4"/>
          </a:solidFill>
          <a:ln w="25400">
            <a:solidFill>
              <a:srgbClr val="12301A"/>
            </a:solidFill>
            <a:prstDash val="solid"/>
          </a:ln>
        </p:spPr>
      </p:sp>
      <p:sp>
        <p:nvSpPr>
          <p:cNvPr id="12" name="Shape 9"/>
          <p:cNvSpPr/>
          <p:nvPr/>
        </p:nvSpPr>
        <p:spPr>
          <a:xfrm>
            <a:off x="10561320" y="960120"/>
            <a:ext cx="274320" cy="274320"/>
          </a:xfrm>
          <a:prstGeom prst="ellipse">
            <a:avLst/>
          </a:prstGeom>
          <a:solidFill>
            <a:srgbClr val="FBFFF4"/>
          </a:solidFill>
          <a:ln w="25400">
            <a:solidFill>
              <a:srgbClr val="12301A"/>
            </a:solidFill>
            <a:prstDash val="solid"/>
          </a:ln>
        </p:spPr>
      </p:sp>
      <p:sp>
        <p:nvSpPr>
          <p:cNvPr id="13" name="Shape 10"/>
          <p:cNvSpPr/>
          <p:nvPr/>
        </p:nvSpPr>
        <p:spPr>
          <a:xfrm>
            <a:off x="7040880" y="2377440"/>
            <a:ext cx="3931920" cy="0"/>
          </a:xfrm>
          <a:prstGeom prst="line">
            <a:avLst/>
          </a:prstGeom>
          <a:noFill/>
          <a:ln w="25400">
            <a:solidFill>
              <a:srgbClr val="DDF3B8"/>
            </a:solidFill>
            <a:prstDash val="solid"/>
          </a:ln>
        </p:spPr>
      </p:sp>
      <p:sp>
        <p:nvSpPr>
          <p:cNvPr id="14" name="Shape 11"/>
          <p:cNvSpPr/>
          <p:nvPr/>
        </p:nvSpPr>
        <p:spPr>
          <a:xfrm>
            <a:off x="7040880" y="3017520"/>
            <a:ext cx="3931920" cy="0"/>
          </a:xfrm>
          <a:prstGeom prst="line">
            <a:avLst/>
          </a:prstGeom>
          <a:noFill/>
          <a:ln w="25400">
            <a:solidFill>
              <a:srgbClr val="DDF3B8"/>
            </a:solidFill>
            <a:prstDash val="solid"/>
          </a:ln>
        </p:spPr>
      </p:sp>
      <p:sp>
        <p:nvSpPr>
          <p:cNvPr id="15" name="Shape 12"/>
          <p:cNvSpPr/>
          <p:nvPr/>
        </p:nvSpPr>
        <p:spPr>
          <a:xfrm>
            <a:off x="7040880" y="4480560"/>
            <a:ext cx="3931920" cy="0"/>
          </a:xfrm>
          <a:prstGeom prst="line">
            <a:avLst/>
          </a:prstGeom>
          <a:noFill/>
          <a:ln w="25400">
            <a:solidFill>
              <a:srgbClr val="DDF3B8"/>
            </a:solidFill>
            <a:prstDash val="solid"/>
          </a:ln>
        </p:spPr>
      </p:sp>
      <p:sp>
        <p:nvSpPr>
          <p:cNvPr id="16" name="Shape 13"/>
          <p:cNvSpPr/>
          <p:nvPr/>
        </p:nvSpPr>
        <p:spPr>
          <a:xfrm>
            <a:off x="7040880" y="5120640"/>
            <a:ext cx="3931920" cy="0"/>
          </a:xfrm>
          <a:prstGeom prst="line">
            <a:avLst/>
          </a:prstGeom>
          <a:noFill/>
          <a:ln w="25400">
            <a:solidFill>
              <a:srgbClr val="DDF3B8"/>
            </a:solidFill>
            <a:prstDash val="solid"/>
          </a:ln>
        </p:spPr>
      </p:sp>
      <p:sp>
        <p:nvSpPr>
          <p:cNvPr id="17" name="Text 14"/>
          <p:cNvSpPr txBox="1"/>
          <p:nvPr/>
        </p:nvSpPr>
        <p:spPr>
          <a:xfrm>
            <a:off x="7132320" y="2926080"/>
            <a:ext cx="3749040" cy="1463040"/>
          </a:xfrm>
          <a:prstGeom prst="rect">
            <a:avLst/>
          </a:prstGeom>
          <a:noFill/>
          <a:ln/>
        </p:spPr>
        <p:txBody>
          <a:bodyPr wrap="square" lIns="0" tIns="0" rIns="0" bIns="0" rtlCol="0" anchor="ctr"/>
          <a:lstStyle/>
          <a:p>
            <a:pPr algn="ctr" indent="0" marL="0">
              <a:buNone/>
            </a:pPr>
            <a:r>
              <a:rPr lang="en-US" sz="2400" b="1" dirty="0">
                <a:solidFill>
                  <a:srgbClr val="0E1F0C"/>
                </a:solidFill>
                <a:latin typeface="Poppins" pitchFamily="34" charset="0"/>
                <a:ea typeface="Poppins" pitchFamily="34" charset="-122"/>
                <a:cs typeface="Poppins" pitchFamily="34" charset="-120"/>
              </a:rPr>
              <a:t>Was will ich über jedes Buch wissen?</a:t>
            </a:r>
            <a:endParaRPr lang="en-US" sz="2400" dirty="0"/>
          </a:p>
        </p:txBody>
      </p:sp>
      <p:sp>
        <p:nvSpPr>
          <p:cNvPr id="18" name="Shape 15"/>
          <p:cNvSpPr/>
          <p:nvPr/>
        </p:nvSpPr>
        <p:spPr>
          <a:xfrm rot="19500000">
            <a:off x="9235440" y="4846320"/>
            <a:ext cx="1828800" cy="274320"/>
          </a:xfrm>
          <a:prstGeom prst="roundRect">
            <a:avLst>
              <a:gd name="adj" fmla="val 20000"/>
            </a:avLst>
          </a:prstGeom>
          <a:solidFill>
            <a:srgbClr val="B1FF37"/>
          </a:solidFill>
          <a:ln w="19050">
            <a:solidFill>
              <a:srgbClr val="12301A"/>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Was wollen wir wissen?</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Das wollen wir über </a:t>
            </a:r>
            <a:pPr indent="0" marL="0">
              <a:lnSpc>
                <a:spcPct val="105000"/>
              </a:lnSpc>
              <a:buNone/>
            </a:pPr>
            <a:r>
              <a:rPr lang="en-US" sz="4000" dirty="0">
                <a:solidFill>
                  <a:srgbClr val="26720A"/>
                </a:solidFill>
                <a:highlight>
                  <a:srgbClr val="B1FF37"/>
                </a:highlight>
                <a:latin typeface="Poppins" pitchFamily="34" charset="0"/>
                <a:ea typeface="Poppins" pitchFamily="34" charset="-122"/>
                <a:cs typeface="Poppins" pitchFamily="34" charset="-120"/>
              </a:rPr>
              <a:t>jedes Buch</a:t>
            </a:r>
            <a:pPr indent="0" marL="0">
              <a:lnSpc>
                <a:spcPct val="105000"/>
              </a:lnSpc>
              <a:buNone/>
            </a:pPr>
            <a:r>
              <a:rPr lang="en-US" sz="4000" dirty="0">
                <a:solidFill>
                  <a:srgbClr val="0E1F0C"/>
                </a:solidFill>
                <a:latin typeface="Poppins" pitchFamily="34" charset="0"/>
                <a:ea typeface="Poppins" pitchFamily="34" charset="-122"/>
                <a:cs typeface="Poppins" pitchFamily="34" charset="-120"/>
              </a:rPr>
              <a:t> wissen.</a:t>
            </a:r>
            <a:endParaRPr lang="en-US" sz="40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Das ist die wichtigste Frage beim Planen einer Datenbank.</a:t>
            </a:r>
            <a:endParaRPr lang="en-US" sz="1800" dirty="0"/>
          </a:p>
        </p:txBody>
      </p:sp>
      <p:sp>
        <p:nvSpPr>
          <p:cNvPr id="6" name="Shape 3"/>
          <p:cNvSpPr/>
          <p:nvPr/>
        </p:nvSpPr>
        <p:spPr>
          <a:xfrm>
            <a:off x="6583680" y="868680"/>
            <a:ext cx="2377440" cy="868680"/>
          </a:xfrm>
          <a:prstGeom prst="roundRect">
            <a:avLst>
              <a:gd name="adj" fmla="val 15789"/>
            </a:avLst>
          </a:prstGeom>
          <a:solidFill>
            <a:srgbClr val="FBFFF4"/>
          </a:solidFill>
          <a:ln w="15875">
            <a:solidFill>
              <a:srgbClr val="B8D98A"/>
            </a:solidFill>
            <a:prstDash val="solid"/>
          </a:ln>
        </p:spPr>
      </p:sp>
      <p:sp>
        <p:nvSpPr>
          <p:cNvPr id="7" name="Shape 4"/>
          <p:cNvSpPr/>
          <p:nvPr/>
        </p:nvSpPr>
        <p:spPr>
          <a:xfrm>
            <a:off x="6720840" y="1069848"/>
            <a:ext cx="457200" cy="457200"/>
          </a:xfrm>
          <a:prstGeom prst="ellipse">
            <a:avLst/>
          </a:prstGeom>
          <a:solidFill>
            <a:srgbClr val="B1FF37"/>
          </a:solidFill>
          <a:ln w="12700">
            <a:solidFill>
              <a:srgbClr val="B1FF37"/>
            </a:solidFill>
            <a:prstDash val="solid"/>
          </a:ln>
        </p:spPr>
      </p:sp>
      <p:sp>
        <p:nvSpPr>
          <p:cNvPr id="8" name="Text 5"/>
          <p:cNvSpPr txBox="1"/>
          <p:nvPr/>
        </p:nvSpPr>
        <p:spPr>
          <a:xfrm>
            <a:off x="6720840" y="1069848"/>
            <a:ext cx="457200" cy="45720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1</a:t>
            </a:r>
            <a:endParaRPr lang="en-US" sz="1600" dirty="0"/>
          </a:p>
        </p:txBody>
      </p:sp>
      <p:sp>
        <p:nvSpPr>
          <p:cNvPr id="9" name="Text 6"/>
          <p:cNvSpPr txBox="1"/>
          <p:nvPr/>
        </p:nvSpPr>
        <p:spPr>
          <a:xfrm>
            <a:off x="7315200" y="868680"/>
            <a:ext cx="1600200" cy="868680"/>
          </a:xfrm>
          <a:prstGeom prst="rect">
            <a:avLst/>
          </a:prstGeom>
          <a:noFill/>
          <a:ln/>
        </p:spPr>
        <p:txBody>
          <a:bodyPr wrap="square" lIns="0" tIns="0" rIns="0" bIns="0" rtlCol="0" anchor="ctr"/>
          <a:lstStyle/>
          <a:p>
            <a:pPr indent="0" marL="0">
              <a:buNone/>
            </a:pPr>
            <a:r>
              <a:rPr lang="en-US" sz="1400" b="1" dirty="0">
                <a:solidFill>
                  <a:srgbClr val="0E1F0C"/>
                </a:solidFill>
                <a:latin typeface="Poppins" pitchFamily="34" charset="0"/>
                <a:ea typeface="Poppins" pitchFamily="34" charset="-122"/>
                <a:cs typeface="Poppins" pitchFamily="34" charset="-120"/>
              </a:rPr>
              <a:t>Buchnummer</a:t>
            </a:r>
            <a:endParaRPr lang="en-US" sz="1400" dirty="0"/>
          </a:p>
        </p:txBody>
      </p:sp>
      <p:sp>
        <p:nvSpPr>
          <p:cNvPr id="10" name="Shape 7"/>
          <p:cNvSpPr/>
          <p:nvPr/>
        </p:nvSpPr>
        <p:spPr>
          <a:xfrm>
            <a:off x="9144000" y="868680"/>
            <a:ext cx="2377440" cy="868680"/>
          </a:xfrm>
          <a:prstGeom prst="roundRect">
            <a:avLst>
              <a:gd name="adj" fmla="val 15789"/>
            </a:avLst>
          </a:prstGeom>
          <a:solidFill>
            <a:srgbClr val="FBFFF4"/>
          </a:solidFill>
          <a:ln w="15875">
            <a:solidFill>
              <a:srgbClr val="B8D98A"/>
            </a:solidFill>
            <a:prstDash val="solid"/>
          </a:ln>
        </p:spPr>
      </p:sp>
      <p:sp>
        <p:nvSpPr>
          <p:cNvPr id="11" name="Shape 8"/>
          <p:cNvSpPr/>
          <p:nvPr/>
        </p:nvSpPr>
        <p:spPr>
          <a:xfrm>
            <a:off x="9281160" y="1069848"/>
            <a:ext cx="457200" cy="457200"/>
          </a:xfrm>
          <a:prstGeom prst="ellipse">
            <a:avLst/>
          </a:prstGeom>
          <a:solidFill>
            <a:srgbClr val="B1FF37"/>
          </a:solidFill>
          <a:ln w="12700">
            <a:solidFill>
              <a:srgbClr val="B1FF37"/>
            </a:solidFill>
            <a:prstDash val="solid"/>
          </a:ln>
        </p:spPr>
      </p:sp>
      <p:sp>
        <p:nvSpPr>
          <p:cNvPr id="12" name="Text 9"/>
          <p:cNvSpPr txBox="1"/>
          <p:nvPr/>
        </p:nvSpPr>
        <p:spPr>
          <a:xfrm>
            <a:off x="9281160" y="1069848"/>
            <a:ext cx="457200" cy="45720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2</a:t>
            </a:r>
            <a:endParaRPr lang="en-US" sz="1600" dirty="0"/>
          </a:p>
        </p:txBody>
      </p:sp>
      <p:sp>
        <p:nvSpPr>
          <p:cNvPr id="13" name="Text 10"/>
          <p:cNvSpPr txBox="1"/>
          <p:nvPr/>
        </p:nvSpPr>
        <p:spPr>
          <a:xfrm>
            <a:off x="9875520" y="868680"/>
            <a:ext cx="1600200" cy="868680"/>
          </a:xfrm>
          <a:prstGeom prst="rect">
            <a:avLst/>
          </a:prstGeom>
          <a:noFill/>
          <a:ln/>
        </p:spPr>
        <p:txBody>
          <a:bodyPr wrap="square" lIns="0" tIns="0" rIns="0" bIns="0" rtlCol="0" anchor="ctr"/>
          <a:lstStyle/>
          <a:p>
            <a:pPr indent="0" marL="0">
              <a:buNone/>
            </a:pPr>
            <a:r>
              <a:rPr lang="en-US" sz="1400" b="1" dirty="0">
                <a:solidFill>
                  <a:srgbClr val="0E1F0C"/>
                </a:solidFill>
                <a:latin typeface="Poppins" pitchFamily="34" charset="0"/>
                <a:ea typeface="Poppins" pitchFamily="34" charset="-122"/>
                <a:cs typeface="Poppins" pitchFamily="34" charset="-120"/>
              </a:rPr>
              <a:t>Titel</a:t>
            </a:r>
            <a:endParaRPr lang="en-US" sz="1400" dirty="0"/>
          </a:p>
        </p:txBody>
      </p:sp>
      <p:sp>
        <p:nvSpPr>
          <p:cNvPr id="14" name="Shape 11"/>
          <p:cNvSpPr/>
          <p:nvPr/>
        </p:nvSpPr>
        <p:spPr>
          <a:xfrm>
            <a:off x="6583680" y="1920240"/>
            <a:ext cx="2377440" cy="868680"/>
          </a:xfrm>
          <a:prstGeom prst="roundRect">
            <a:avLst>
              <a:gd name="adj" fmla="val 15789"/>
            </a:avLst>
          </a:prstGeom>
          <a:solidFill>
            <a:srgbClr val="FBFFF4"/>
          </a:solidFill>
          <a:ln w="15875">
            <a:solidFill>
              <a:srgbClr val="B8D98A"/>
            </a:solidFill>
            <a:prstDash val="solid"/>
          </a:ln>
        </p:spPr>
      </p:sp>
      <p:sp>
        <p:nvSpPr>
          <p:cNvPr id="15" name="Shape 12"/>
          <p:cNvSpPr/>
          <p:nvPr/>
        </p:nvSpPr>
        <p:spPr>
          <a:xfrm>
            <a:off x="6720840" y="2121408"/>
            <a:ext cx="457200" cy="457200"/>
          </a:xfrm>
          <a:prstGeom prst="ellipse">
            <a:avLst/>
          </a:prstGeom>
          <a:solidFill>
            <a:srgbClr val="B1FF37"/>
          </a:solidFill>
          <a:ln w="12700">
            <a:solidFill>
              <a:srgbClr val="B1FF37"/>
            </a:solidFill>
            <a:prstDash val="solid"/>
          </a:ln>
        </p:spPr>
      </p:sp>
      <p:sp>
        <p:nvSpPr>
          <p:cNvPr id="16" name="Text 13"/>
          <p:cNvSpPr txBox="1"/>
          <p:nvPr/>
        </p:nvSpPr>
        <p:spPr>
          <a:xfrm>
            <a:off x="6720840" y="2121408"/>
            <a:ext cx="457200" cy="45720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3</a:t>
            </a:r>
            <a:endParaRPr lang="en-US" sz="1600" dirty="0"/>
          </a:p>
        </p:txBody>
      </p:sp>
      <p:sp>
        <p:nvSpPr>
          <p:cNvPr id="17" name="Text 14"/>
          <p:cNvSpPr txBox="1"/>
          <p:nvPr/>
        </p:nvSpPr>
        <p:spPr>
          <a:xfrm>
            <a:off x="7315200" y="1920240"/>
            <a:ext cx="1600200" cy="868680"/>
          </a:xfrm>
          <a:prstGeom prst="rect">
            <a:avLst/>
          </a:prstGeom>
          <a:noFill/>
          <a:ln/>
        </p:spPr>
        <p:txBody>
          <a:bodyPr wrap="square" lIns="0" tIns="0" rIns="0" bIns="0" rtlCol="0" anchor="ctr"/>
          <a:lstStyle/>
          <a:p>
            <a:pPr indent="0" marL="0">
              <a:buNone/>
            </a:pPr>
            <a:r>
              <a:rPr lang="en-US" sz="1400" b="1" dirty="0">
                <a:solidFill>
                  <a:srgbClr val="0E1F0C"/>
                </a:solidFill>
                <a:latin typeface="Poppins" pitchFamily="34" charset="0"/>
                <a:ea typeface="Poppins" pitchFamily="34" charset="-122"/>
                <a:cs typeface="Poppins" pitchFamily="34" charset="-120"/>
              </a:rPr>
              <a:t>Autor / Autorin</a:t>
            </a:r>
            <a:endParaRPr lang="en-US" sz="1400" dirty="0"/>
          </a:p>
        </p:txBody>
      </p:sp>
      <p:sp>
        <p:nvSpPr>
          <p:cNvPr id="18" name="Shape 15"/>
          <p:cNvSpPr/>
          <p:nvPr/>
        </p:nvSpPr>
        <p:spPr>
          <a:xfrm>
            <a:off x="9144000" y="1920240"/>
            <a:ext cx="2377440" cy="868680"/>
          </a:xfrm>
          <a:prstGeom prst="roundRect">
            <a:avLst>
              <a:gd name="adj" fmla="val 15789"/>
            </a:avLst>
          </a:prstGeom>
          <a:solidFill>
            <a:srgbClr val="FBFFF4"/>
          </a:solidFill>
          <a:ln w="15875">
            <a:solidFill>
              <a:srgbClr val="B8D98A"/>
            </a:solidFill>
            <a:prstDash val="solid"/>
          </a:ln>
        </p:spPr>
      </p:sp>
      <p:sp>
        <p:nvSpPr>
          <p:cNvPr id="19" name="Shape 16"/>
          <p:cNvSpPr/>
          <p:nvPr/>
        </p:nvSpPr>
        <p:spPr>
          <a:xfrm>
            <a:off x="9281160" y="2121408"/>
            <a:ext cx="457200" cy="457200"/>
          </a:xfrm>
          <a:prstGeom prst="ellipse">
            <a:avLst/>
          </a:prstGeom>
          <a:solidFill>
            <a:srgbClr val="B1FF37"/>
          </a:solidFill>
          <a:ln w="12700">
            <a:solidFill>
              <a:srgbClr val="B1FF37"/>
            </a:solidFill>
            <a:prstDash val="solid"/>
          </a:ln>
        </p:spPr>
      </p:sp>
      <p:sp>
        <p:nvSpPr>
          <p:cNvPr id="20" name="Text 17"/>
          <p:cNvSpPr txBox="1"/>
          <p:nvPr/>
        </p:nvSpPr>
        <p:spPr>
          <a:xfrm>
            <a:off x="9281160" y="2121408"/>
            <a:ext cx="457200" cy="45720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4</a:t>
            </a:r>
            <a:endParaRPr lang="en-US" sz="1600" dirty="0"/>
          </a:p>
        </p:txBody>
      </p:sp>
      <p:sp>
        <p:nvSpPr>
          <p:cNvPr id="21" name="Text 18"/>
          <p:cNvSpPr txBox="1"/>
          <p:nvPr/>
        </p:nvSpPr>
        <p:spPr>
          <a:xfrm>
            <a:off x="9875520" y="1920240"/>
            <a:ext cx="1600200" cy="868680"/>
          </a:xfrm>
          <a:prstGeom prst="rect">
            <a:avLst/>
          </a:prstGeom>
          <a:noFill/>
          <a:ln/>
        </p:spPr>
        <p:txBody>
          <a:bodyPr wrap="square" lIns="0" tIns="0" rIns="0" bIns="0" rtlCol="0" anchor="ctr"/>
          <a:lstStyle/>
          <a:p>
            <a:pPr indent="0" marL="0">
              <a:buNone/>
            </a:pPr>
            <a:r>
              <a:rPr lang="en-US" sz="1400" b="1" dirty="0">
                <a:solidFill>
                  <a:srgbClr val="0E1F0C"/>
                </a:solidFill>
                <a:latin typeface="Poppins" pitchFamily="34" charset="0"/>
                <a:ea typeface="Poppins" pitchFamily="34" charset="-122"/>
                <a:cs typeface="Poppins" pitchFamily="34" charset="-120"/>
              </a:rPr>
              <a:t>Erscheinungsjahr</a:t>
            </a:r>
            <a:endParaRPr lang="en-US" sz="1400" dirty="0"/>
          </a:p>
        </p:txBody>
      </p:sp>
      <p:sp>
        <p:nvSpPr>
          <p:cNvPr id="22" name="Shape 19"/>
          <p:cNvSpPr/>
          <p:nvPr/>
        </p:nvSpPr>
        <p:spPr>
          <a:xfrm>
            <a:off x="6583680" y="2971800"/>
            <a:ext cx="2377440" cy="868680"/>
          </a:xfrm>
          <a:prstGeom prst="roundRect">
            <a:avLst>
              <a:gd name="adj" fmla="val 15789"/>
            </a:avLst>
          </a:prstGeom>
          <a:solidFill>
            <a:srgbClr val="FBFFF4"/>
          </a:solidFill>
          <a:ln w="15875">
            <a:solidFill>
              <a:srgbClr val="B8D98A"/>
            </a:solidFill>
            <a:prstDash val="solid"/>
          </a:ln>
        </p:spPr>
      </p:sp>
      <p:sp>
        <p:nvSpPr>
          <p:cNvPr id="23" name="Shape 20"/>
          <p:cNvSpPr/>
          <p:nvPr/>
        </p:nvSpPr>
        <p:spPr>
          <a:xfrm>
            <a:off x="6720840" y="3172968"/>
            <a:ext cx="457200" cy="457200"/>
          </a:xfrm>
          <a:prstGeom prst="ellipse">
            <a:avLst/>
          </a:prstGeom>
          <a:solidFill>
            <a:srgbClr val="B1FF37"/>
          </a:solidFill>
          <a:ln w="12700">
            <a:solidFill>
              <a:srgbClr val="B1FF37"/>
            </a:solidFill>
            <a:prstDash val="solid"/>
          </a:ln>
        </p:spPr>
      </p:sp>
      <p:sp>
        <p:nvSpPr>
          <p:cNvPr id="24" name="Text 21"/>
          <p:cNvSpPr txBox="1"/>
          <p:nvPr/>
        </p:nvSpPr>
        <p:spPr>
          <a:xfrm>
            <a:off x="6720840" y="3172968"/>
            <a:ext cx="457200" cy="45720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5</a:t>
            </a:r>
            <a:endParaRPr lang="en-US" sz="1600" dirty="0"/>
          </a:p>
        </p:txBody>
      </p:sp>
      <p:sp>
        <p:nvSpPr>
          <p:cNvPr id="25" name="Text 22"/>
          <p:cNvSpPr txBox="1"/>
          <p:nvPr/>
        </p:nvSpPr>
        <p:spPr>
          <a:xfrm>
            <a:off x="7315200" y="2971800"/>
            <a:ext cx="1600200" cy="868680"/>
          </a:xfrm>
          <a:prstGeom prst="rect">
            <a:avLst/>
          </a:prstGeom>
          <a:noFill/>
          <a:ln/>
        </p:spPr>
        <p:txBody>
          <a:bodyPr wrap="square" lIns="0" tIns="0" rIns="0" bIns="0" rtlCol="0" anchor="ctr"/>
          <a:lstStyle/>
          <a:p>
            <a:pPr indent="0" marL="0">
              <a:buNone/>
            </a:pPr>
            <a:r>
              <a:rPr lang="en-US" sz="1400" b="1" dirty="0">
                <a:solidFill>
                  <a:srgbClr val="0E1F0C"/>
                </a:solidFill>
                <a:latin typeface="Poppins" pitchFamily="34" charset="0"/>
                <a:ea typeface="Poppins" pitchFamily="34" charset="-122"/>
                <a:cs typeface="Poppins" pitchFamily="34" charset="-120"/>
              </a:rPr>
              <a:t>Seitenanzahl</a:t>
            </a:r>
            <a:endParaRPr lang="en-US" sz="1400" dirty="0"/>
          </a:p>
        </p:txBody>
      </p:sp>
      <p:sp>
        <p:nvSpPr>
          <p:cNvPr id="26" name="Shape 23"/>
          <p:cNvSpPr/>
          <p:nvPr/>
        </p:nvSpPr>
        <p:spPr>
          <a:xfrm>
            <a:off x="9144000" y="2971800"/>
            <a:ext cx="2377440" cy="868680"/>
          </a:xfrm>
          <a:prstGeom prst="roundRect">
            <a:avLst>
              <a:gd name="adj" fmla="val 15789"/>
            </a:avLst>
          </a:prstGeom>
          <a:solidFill>
            <a:srgbClr val="FBFFF4"/>
          </a:solidFill>
          <a:ln w="15875">
            <a:solidFill>
              <a:srgbClr val="B8D98A"/>
            </a:solidFill>
            <a:prstDash val="solid"/>
          </a:ln>
        </p:spPr>
      </p:sp>
      <p:sp>
        <p:nvSpPr>
          <p:cNvPr id="27" name="Shape 24"/>
          <p:cNvSpPr/>
          <p:nvPr/>
        </p:nvSpPr>
        <p:spPr>
          <a:xfrm>
            <a:off x="9281160" y="3172968"/>
            <a:ext cx="457200" cy="457200"/>
          </a:xfrm>
          <a:prstGeom prst="ellipse">
            <a:avLst/>
          </a:prstGeom>
          <a:solidFill>
            <a:srgbClr val="B1FF37"/>
          </a:solidFill>
          <a:ln w="12700">
            <a:solidFill>
              <a:srgbClr val="B1FF37"/>
            </a:solidFill>
            <a:prstDash val="solid"/>
          </a:ln>
        </p:spPr>
      </p:sp>
      <p:sp>
        <p:nvSpPr>
          <p:cNvPr id="28" name="Text 25"/>
          <p:cNvSpPr txBox="1"/>
          <p:nvPr/>
        </p:nvSpPr>
        <p:spPr>
          <a:xfrm>
            <a:off x="9281160" y="3172968"/>
            <a:ext cx="457200" cy="45720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6</a:t>
            </a:r>
            <a:endParaRPr lang="en-US" sz="1600" dirty="0"/>
          </a:p>
        </p:txBody>
      </p:sp>
      <p:sp>
        <p:nvSpPr>
          <p:cNvPr id="29" name="Text 26"/>
          <p:cNvSpPr txBox="1"/>
          <p:nvPr/>
        </p:nvSpPr>
        <p:spPr>
          <a:xfrm>
            <a:off x="9875520" y="2971800"/>
            <a:ext cx="1600200" cy="868680"/>
          </a:xfrm>
          <a:prstGeom prst="rect">
            <a:avLst/>
          </a:prstGeom>
          <a:noFill/>
          <a:ln/>
        </p:spPr>
        <p:txBody>
          <a:bodyPr wrap="square" lIns="0" tIns="0" rIns="0" bIns="0" rtlCol="0" anchor="ctr"/>
          <a:lstStyle/>
          <a:p>
            <a:pPr indent="0" marL="0">
              <a:buNone/>
            </a:pPr>
            <a:r>
              <a:rPr lang="en-US" sz="1400" b="1" dirty="0">
                <a:solidFill>
                  <a:srgbClr val="0E1F0C"/>
                </a:solidFill>
                <a:latin typeface="Poppins" pitchFamily="34" charset="0"/>
                <a:ea typeface="Poppins" pitchFamily="34" charset="-122"/>
                <a:cs typeface="Poppins" pitchFamily="34" charset="-120"/>
              </a:rPr>
              <a:t>Preis</a:t>
            </a:r>
            <a:endParaRPr lang="en-US" sz="1400" dirty="0"/>
          </a:p>
        </p:txBody>
      </p:sp>
      <p:sp>
        <p:nvSpPr>
          <p:cNvPr id="30" name="Shape 27"/>
          <p:cNvSpPr/>
          <p:nvPr/>
        </p:nvSpPr>
        <p:spPr>
          <a:xfrm>
            <a:off x="6583680" y="4023360"/>
            <a:ext cx="2377440" cy="868680"/>
          </a:xfrm>
          <a:prstGeom prst="roundRect">
            <a:avLst>
              <a:gd name="adj" fmla="val 15789"/>
            </a:avLst>
          </a:prstGeom>
          <a:solidFill>
            <a:srgbClr val="FBFFF4"/>
          </a:solidFill>
          <a:ln w="15875">
            <a:solidFill>
              <a:srgbClr val="B8D98A"/>
            </a:solidFill>
            <a:prstDash val="solid"/>
          </a:ln>
        </p:spPr>
      </p:sp>
      <p:sp>
        <p:nvSpPr>
          <p:cNvPr id="31" name="Shape 28"/>
          <p:cNvSpPr/>
          <p:nvPr/>
        </p:nvSpPr>
        <p:spPr>
          <a:xfrm>
            <a:off x="6720840" y="4224528"/>
            <a:ext cx="457200" cy="457200"/>
          </a:xfrm>
          <a:prstGeom prst="ellipse">
            <a:avLst/>
          </a:prstGeom>
          <a:solidFill>
            <a:srgbClr val="B1FF37"/>
          </a:solidFill>
          <a:ln w="12700">
            <a:solidFill>
              <a:srgbClr val="B1FF37"/>
            </a:solidFill>
            <a:prstDash val="solid"/>
          </a:ln>
        </p:spPr>
      </p:sp>
      <p:sp>
        <p:nvSpPr>
          <p:cNvPr id="32" name="Text 29"/>
          <p:cNvSpPr txBox="1"/>
          <p:nvPr/>
        </p:nvSpPr>
        <p:spPr>
          <a:xfrm>
            <a:off x="6720840" y="4224528"/>
            <a:ext cx="457200" cy="45720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7</a:t>
            </a:r>
            <a:endParaRPr lang="en-US" sz="1600" dirty="0"/>
          </a:p>
        </p:txBody>
      </p:sp>
      <p:sp>
        <p:nvSpPr>
          <p:cNvPr id="33" name="Text 30"/>
          <p:cNvSpPr txBox="1"/>
          <p:nvPr/>
        </p:nvSpPr>
        <p:spPr>
          <a:xfrm>
            <a:off x="7315200" y="4023360"/>
            <a:ext cx="1600200" cy="868680"/>
          </a:xfrm>
          <a:prstGeom prst="rect">
            <a:avLst/>
          </a:prstGeom>
          <a:noFill/>
          <a:ln/>
        </p:spPr>
        <p:txBody>
          <a:bodyPr wrap="square" lIns="0" tIns="0" rIns="0" bIns="0" rtlCol="0" anchor="ctr"/>
          <a:lstStyle/>
          <a:p>
            <a:pPr indent="0" marL="0">
              <a:buNone/>
            </a:pPr>
            <a:r>
              <a:rPr lang="en-US" sz="1400" b="1" dirty="0">
                <a:solidFill>
                  <a:srgbClr val="0E1F0C"/>
                </a:solidFill>
                <a:latin typeface="Poppins" pitchFamily="34" charset="0"/>
                <a:ea typeface="Poppins" pitchFamily="34" charset="-122"/>
                <a:cs typeface="Poppins" pitchFamily="34" charset="-120"/>
              </a:rPr>
              <a:t>Bewertung (1–5 Sterne)</a:t>
            </a:r>
            <a:endParaRPr lang="en-US" sz="1400" dirty="0"/>
          </a:p>
        </p:txBody>
      </p:sp>
      <p:sp>
        <p:nvSpPr>
          <p:cNvPr id="34" name="Shape 31"/>
          <p:cNvSpPr/>
          <p:nvPr/>
        </p:nvSpPr>
        <p:spPr>
          <a:xfrm>
            <a:off x="9144000" y="4023360"/>
            <a:ext cx="2377440" cy="868680"/>
          </a:xfrm>
          <a:prstGeom prst="roundRect">
            <a:avLst>
              <a:gd name="adj" fmla="val 15789"/>
            </a:avLst>
          </a:prstGeom>
          <a:solidFill>
            <a:srgbClr val="FBFFF4"/>
          </a:solidFill>
          <a:ln w="15875">
            <a:solidFill>
              <a:srgbClr val="B8D98A"/>
            </a:solidFill>
            <a:prstDash val="solid"/>
          </a:ln>
        </p:spPr>
      </p:sp>
      <p:sp>
        <p:nvSpPr>
          <p:cNvPr id="35" name="Shape 32"/>
          <p:cNvSpPr/>
          <p:nvPr/>
        </p:nvSpPr>
        <p:spPr>
          <a:xfrm>
            <a:off x="9281160" y="4224528"/>
            <a:ext cx="457200" cy="457200"/>
          </a:xfrm>
          <a:prstGeom prst="ellipse">
            <a:avLst/>
          </a:prstGeom>
          <a:solidFill>
            <a:srgbClr val="B1FF37"/>
          </a:solidFill>
          <a:ln w="12700">
            <a:solidFill>
              <a:srgbClr val="B1FF37"/>
            </a:solidFill>
            <a:prstDash val="solid"/>
          </a:ln>
        </p:spPr>
      </p:sp>
      <p:sp>
        <p:nvSpPr>
          <p:cNvPr id="36" name="Text 33"/>
          <p:cNvSpPr txBox="1"/>
          <p:nvPr/>
        </p:nvSpPr>
        <p:spPr>
          <a:xfrm>
            <a:off x="9281160" y="4224528"/>
            <a:ext cx="457200" cy="45720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8</a:t>
            </a:r>
            <a:endParaRPr lang="en-US" sz="1600" dirty="0"/>
          </a:p>
        </p:txBody>
      </p:sp>
      <p:sp>
        <p:nvSpPr>
          <p:cNvPr id="37" name="Text 34"/>
          <p:cNvSpPr txBox="1"/>
          <p:nvPr/>
        </p:nvSpPr>
        <p:spPr>
          <a:xfrm>
            <a:off x="9875520" y="4023360"/>
            <a:ext cx="1600200" cy="868680"/>
          </a:xfrm>
          <a:prstGeom prst="rect">
            <a:avLst/>
          </a:prstGeom>
          <a:noFill/>
          <a:ln/>
        </p:spPr>
        <p:txBody>
          <a:bodyPr wrap="square" lIns="0" tIns="0" rIns="0" bIns="0" rtlCol="0" anchor="ctr"/>
          <a:lstStyle/>
          <a:p>
            <a:pPr indent="0" marL="0">
              <a:buNone/>
            </a:pPr>
            <a:r>
              <a:rPr lang="en-US" sz="1400" b="1" dirty="0">
                <a:solidFill>
                  <a:srgbClr val="0E1F0C"/>
                </a:solidFill>
                <a:latin typeface="Poppins" pitchFamily="34" charset="0"/>
                <a:ea typeface="Poppins" pitchFamily="34" charset="-122"/>
                <a:cs typeface="Poppins" pitchFamily="34" charset="-120"/>
              </a:rPr>
              <a:t>ausgeliehen?</a:t>
            </a:r>
            <a:endParaRPr lang="en-US" sz="1400" dirty="0"/>
          </a:p>
        </p:txBody>
      </p:sp>
      <p:sp>
        <p:nvSpPr>
          <p:cNvPr id="38" name="Shape 35"/>
          <p:cNvSpPr/>
          <p:nvPr/>
        </p:nvSpPr>
        <p:spPr>
          <a:xfrm>
            <a:off x="6583680" y="5074920"/>
            <a:ext cx="2377440" cy="868680"/>
          </a:xfrm>
          <a:prstGeom prst="roundRect">
            <a:avLst>
              <a:gd name="adj" fmla="val 15789"/>
            </a:avLst>
          </a:prstGeom>
          <a:solidFill>
            <a:srgbClr val="FBFFF4"/>
          </a:solidFill>
          <a:ln w="15875">
            <a:solidFill>
              <a:srgbClr val="B8D98A"/>
            </a:solidFill>
            <a:prstDash val="solid"/>
          </a:ln>
        </p:spPr>
      </p:sp>
      <p:sp>
        <p:nvSpPr>
          <p:cNvPr id="39" name="Shape 36"/>
          <p:cNvSpPr/>
          <p:nvPr/>
        </p:nvSpPr>
        <p:spPr>
          <a:xfrm>
            <a:off x="6720840" y="5276088"/>
            <a:ext cx="457200" cy="457200"/>
          </a:xfrm>
          <a:prstGeom prst="ellipse">
            <a:avLst/>
          </a:prstGeom>
          <a:solidFill>
            <a:srgbClr val="B1FF37"/>
          </a:solidFill>
          <a:ln w="12700">
            <a:solidFill>
              <a:srgbClr val="B1FF37"/>
            </a:solidFill>
            <a:prstDash val="solid"/>
          </a:ln>
        </p:spPr>
      </p:sp>
      <p:sp>
        <p:nvSpPr>
          <p:cNvPr id="40" name="Text 37"/>
          <p:cNvSpPr txBox="1"/>
          <p:nvPr/>
        </p:nvSpPr>
        <p:spPr>
          <a:xfrm>
            <a:off x="6720840" y="5276088"/>
            <a:ext cx="457200" cy="457200"/>
          </a:xfrm>
          <a:prstGeom prst="rect">
            <a:avLst/>
          </a:prstGeom>
          <a:noFill/>
          <a:ln/>
        </p:spPr>
        <p:txBody>
          <a:bodyPr wrap="square" lIns="0" tIns="0" rIns="0" bIns="0" rtlCol="0" anchor="ctr"/>
          <a:lstStyle/>
          <a:p>
            <a:pPr algn="ctr" indent="0" marL="0">
              <a:buNone/>
            </a:pPr>
            <a:r>
              <a:rPr lang="en-US" sz="1600" b="1" dirty="0">
                <a:solidFill>
                  <a:srgbClr val="0E1F0C"/>
                </a:solidFill>
                <a:latin typeface="Poppins" pitchFamily="34" charset="0"/>
                <a:ea typeface="Poppins" pitchFamily="34" charset="-122"/>
                <a:cs typeface="Poppins" pitchFamily="34" charset="-120"/>
              </a:rPr>
              <a:t>9</a:t>
            </a:r>
            <a:endParaRPr lang="en-US" sz="1600" dirty="0"/>
          </a:p>
        </p:txBody>
      </p:sp>
      <p:sp>
        <p:nvSpPr>
          <p:cNvPr id="41" name="Text 38"/>
          <p:cNvSpPr txBox="1"/>
          <p:nvPr/>
        </p:nvSpPr>
        <p:spPr>
          <a:xfrm>
            <a:off x="7315200" y="5074920"/>
            <a:ext cx="1600200" cy="868680"/>
          </a:xfrm>
          <a:prstGeom prst="rect">
            <a:avLst/>
          </a:prstGeom>
          <a:noFill/>
          <a:ln/>
        </p:spPr>
        <p:txBody>
          <a:bodyPr wrap="square" lIns="0" tIns="0" rIns="0" bIns="0" rtlCol="0" anchor="ctr"/>
          <a:lstStyle/>
          <a:p>
            <a:pPr indent="0" marL="0">
              <a:buNone/>
            </a:pPr>
            <a:r>
              <a:rPr lang="en-US" sz="1400" b="1" dirty="0">
                <a:solidFill>
                  <a:srgbClr val="0E1F0C"/>
                </a:solidFill>
                <a:latin typeface="Poppins" pitchFamily="34" charset="0"/>
                <a:ea typeface="Poppins" pitchFamily="34" charset="-122"/>
                <a:cs typeface="Poppins" pitchFamily="34" charset="-120"/>
              </a:rPr>
              <a:t>Rückgabedatum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Feld und Datensatz</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600" dirty="0">
                <a:solidFill>
                  <a:srgbClr val="0E1F0C"/>
                </a:solidFill>
                <a:latin typeface="Poppins" pitchFamily="34" charset="0"/>
                <a:ea typeface="Poppins" pitchFamily="34" charset="-122"/>
                <a:cs typeface="Poppins" pitchFamily="34" charset="-120"/>
              </a:rPr>
              <a:t>Jeder Punkt wird ein </a:t>
            </a:r>
            <a:pPr indent="0" marL="0">
              <a:lnSpc>
                <a:spcPct val="105000"/>
              </a:lnSpc>
              <a:buNone/>
            </a:pPr>
            <a:r>
              <a:rPr lang="en-US" sz="3600" dirty="0">
                <a:solidFill>
                  <a:srgbClr val="26720A"/>
                </a:solidFill>
                <a:highlight>
                  <a:srgbClr val="B1FF37"/>
                </a:highlight>
                <a:latin typeface="Poppins" pitchFamily="34" charset="0"/>
                <a:ea typeface="Poppins" pitchFamily="34" charset="-122"/>
                <a:cs typeface="Poppins" pitchFamily="34" charset="-120"/>
              </a:rPr>
              <a:t>Feld</a:t>
            </a:r>
            <a:pPr indent="0" marL="0">
              <a:lnSpc>
                <a:spcPct val="105000"/>
              </a:lnSpc>
              <a:buNone/>
            </a:pPr>
            <a:r>
              <a:rPr lang="en-US" sz="3600" dirty="0">
                <a:solidFill>
                  <a:srgbClr val="0E1F0C"/>
                </a:solidFill>
                <a:latin typeface="Poppins" pitchFamily="34" charset="0"/>
                <a:ea typeface="Poppins" pitchFamily="34" charset="-122"/>
                <a:cs typeface="Poppins" pitchFamily="34" charset="-120"/>
              </a:rPr>
              <a:t>, jedes Buch ein </a:t>
            </a:r>
            <a:pPr indent="0" marL="0">
              <a:lnSpc>
                <a:spcPct val="105000"/>
              </a:lnSpc>
              <a:buNone/>
            </a:pPr>
            <a:r>
              <a:rPr lang="en-US" sz="3600" dirty="0">
                <a:solidFill>
                  <a:srgbClr val="26720A"/>
                </a:solidFill>
                <a:highlight>
                  <a:srgbClr val="B1FF37"/>
                </a:highlight>
                <a:latin typeface="Poppins" pitchFamily="34" charset="0"/>
                <a:ea typeface="Poppins" pitchFamily="34" charset="-122"/>
                <a:cs typeface="Poppins" pitchFamily="34" charset="-120"/>
              </a:rPr>
              <a:t>Datensatz.</a:t>
            </a:r>
            <a:endParaRPr lang="en-US" sz="3600" dirty="0"/>
          </a:p>
        </p:txBody>
      </p:sp>
      <p:sp>
        <p:nvSpPr>
          <p:cNvPr id="5" name="Text 2"/>
          <p:cNvSpPr txBox="1"/>
          <p:nvPr/>
        </p:nvSpPr>
        <p:spPr>
          <a:xfrm>
            <a:off x="640080" y="448056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In Access sagt man Feld zur Spalte und Datensatz zur Zeile.</a:t>
            </a:r>
            <a:endParaRPr lang="en-US" sz="1800" dirty="0"/>
          </a:p>
        </p:txBody>
      </p:sp>
      <p:sp>
        <p:nvSpPr>
          <p:cNvPr id="6" name="Shape 3"/>
          <p:cNvSpPr/>
          <p:nvPr/>
        </p:nvSpPr>
        <p:spPr>
          <a:xfrm>
            <a:off x="6675120" y="1280160"/>
            <a:ext cx="1645920" cy="777240"/>
          </a:xfrm>
          <a:prstGeom prst="rect">
            <a:avLst/>
          </a:prstGeom>
          <a:solidFill>
            <a:srgbClr val="12301A"/>
          </a:solidFill>
          <a:ln w="12700">
            <a:solidFill>
              <a:srgbClr val="B8D98A"/>
            </a:solidFill>
            <a:prstDash val="solid"/>
          </a:ln>
        </p:spPr>
      </p:sp>
      <p:sp>
        <p:nvSpPr>
          <p:cNvPr id="7" name="Text 4"/>
          <p:cNvSpPr txBox="1"/>
          <p:nvPr/>
        </p:nvSpPr>
        <p:spPr>
          <a:xfrm>
            <a:off x="6766560" y="1280160"/>
            <a:ext cx="1463040" cy="777240"/>
          </a:xfrm>
          <a:prstGeom prst="rect">
            <a:avLst/>
          </a:prstGeom>
          <a:noFill/>
          <a:ln/>
        </p:spPr>
        <p:txBody>
          <a:bodyPr wrap="square" lIns="0" tIns="0" rIns="0" bIns="0" rtlCol="0" anchor="ctr"/>
          <a:lstStyle/>
          <a:p>
            <a:pPr algn="l" indent="0" marL="0">
              <a:buNone/>
            </a:pPr>
            <a:r>
              <a:rPr lang="en-US" sz="1500" b="1" dirty="0">
                <a:solidFill>
                  <a:srgbClr val="FBFFF4"/>
                </a:solidFill>
                <a:latin typeface="Poppins" pitchFamily="34" charset="0"/>
                <a:ea typeface="Poppins" pitchFamily="34" charset="-122"/>
                <a:cs typeface="Poppins" pitchFamily="34" charset="-120"/>
              </a:rPr>
              <a:t>Buchnummer</a:t>
            </a:r>
            <a:endParaRPr lang="en-US" sz="1500" dirty="0"/>
          </a:p>
        </p:txBody>
      </p:sp>
      <p:sp>
        <p:nvSpPr>
          <p:cNvPr id="8" name="Shape 5"/>
          <p:cNvSpPr/>
          <p:nvPr/>
        </p:nvSpPr>
        <p:spPr>
          <a:xfrm>
            <a:off x="8321040" y="1280160"/>
            <a:ext cx="1280160" cy="777240"/>
          </a:xfrm>
          <a:prstGeom prst="rect">
            <a:avLst/>
          </a:prstGeom>
          <a:solidFill>
            <a:srgbClr val="12301A"/>
          </a:solidFill>
          <a:ln w="12700">
            <a:solidFill>
              <a:srgbClr val="B8D98A"/>
            </a:solidFill>
            <a:prstDash val="solid"/>
          </a:ln>
        </p:spPr>
      </p:sp>
      <p:sp>
        <p:nvSpPr>
          <p:cNvPr id="9" name="Text 6"/>
          <p:cNvSpPr txBox="1"/>
          <p:nvPr/>
        </p:nvSpPr>
        <p:spPr>
          <a:xfrm>
            <a:off x="8412480" y="1280160"/>
            <a:ext cx="1097280" cy="777240"/>
          </a:xfrm>
          <a:prstGeom prst="rect">
            <a:avLst/>
          </a:prstGeom>
          <a:noFill/>
          <a:ln/>
        </p:spPr>
        <p:txBody>
          <a:bodyPr wrap="square" lIns="0" tIns="0" rIns="0" bIns="0" rtlCol="0" anchor="ctr"/>
          <a:lstStyle/>
          <a:p>
            <a:pPr algn="l" indent="0" marL="0">
              <a:buNone/>
            </a:pPr>
            <a:r>
              <a:rPr lang="en-US" sz="1500" b="1" dirty="0">
                <a:solidFill>
                  <a:srgbClr val="FBFFF4"/>
                </a:solidFill>
                <a:latin typeface="Poppins" pitchFamily="34" charset="0"/>
                <a:ea typeface="Poppins" pitchFamily="34" charset="-122"/>
                <a:cs typeface="Poppins" pitchFamily="34" charset="-120"/>
              </a:rPr>
              <a:t>Titel</a:t>
            </a:r>
            <a:endParaRPr lang="en-US" sz="1500" dirty="0"/>
          </a:p>
        </p:txBody>
      </p:sp>
      <p:sp>
        <p:nvSpPr>
          <p:cNvPr id="10" name="Shape 7"/>
          <p:cNvSpPr/>
          <p:nvPr/>
        </p:nvSpPr>
        <p:spPr>
          <a:xfrm>
            <a:off x="9601200" y="1280160"/>
            <a:ext cx="1280160" cy="777240"/>
          </a:xfrm>
          <a:prstGeom prst="rect">
            <a:avLst/>
          </a:prstGeom>
          <a:solidFill>
            <a:srgbClr val="12301A"/>
          </a:solidFill>
          <a:ln w="12700">
            <a:solidFill>
              <a:srgbClr val="B8D98A"/>
            </a:solidFill>
            <a:prstDash val="solid"/>
          </a:ln>
        </p:spPr>
      </p:sp>
      <p:sp>
        <p:nvSpPr>
          <p:cNvPr id="11" name="Text 8"/>
          <p:cNvSpPr txBox="1"/>
          <p:nvPr/>
        </p:nvSpPr>
        <p:spPr>
          <a:xfrm>
            <a:off x="9692640" y="1280160"/>
            <a:ext cx="1097280" cy="777240"/>
          </a:xfrm>
          <a:prstGeom prst="rect">
            <a:avLst/>
          </a:prstGeom>
          <a:noFill/>
          <a:ln/>
        </p:spPr>
        <p:txBody>
          <a:bodyPr wrap="square" lIns="0" tIns="0" rIns="0" bIns="0" rtlCol="0" anchor="ctr"/>
          <a:lstStyle/>
          <a:p>
            <a:pPr algn="l" indent="0" marL="0">
              <a:buNone/>
            </a:pPr>
            <a:r>
              <a:rPr lang="en-US" sz="1500" b="1" dirty="0">
                <a:solidFill>
                  <a:srgbClr val="FBFFF4"/>
                </a:solidFill>
                <a:latin typeface="Poppins" pitchFamily="34" charset="0"/>
                <a:ea typeface="Poppins" pitchFamily="34" charset="-122"/>
                <a:cs typeface="Poppins" pitchFamily="34" charset="-120"/>
              </a:rPr>
              <a:t>Autor</a:t>
            </a:r>
            <a:endParaRPr lang="en-US" sz="1500" dirty="0"/>
          </a:p>
        </p:txBody>
      </p:sp>
      <p:sp>
        <p:nvSpPr>
          <p:cNvPr id="12" name="Shape 9"/>
          <p:cNvSpPr/>
          <p:nvPr/>
        </p:nvSpPr>
        <p:spPr>
          <a:xfrm>
            <a:off x="10881360" y="1280160"/>
            <a:ext cx="640080" cy="777240"/>
          </a:xfrm>
          <a:prstGeom prst="rect">
            <a:avLst/>
          </a:prstGeom>
          <a:solidFill>
            <a:srgbClr val="12301A"/>
          </a:solidFill>
          <a:ln w="12700">
            <a:solidFill>
              <a:srgbClr val="B8D98A"/>
            </a:solidFill>
            <a:prstDash val="solid"/>
          </a:ln>
        </p:spPr>
      </p:sp>
      <p:sp>
        <p:nvSpPr>
          <p:cNvPr id="13" name="Text 10"/>
          <p:cNvSpPr txBox="1"/>
          <p:nvPr/>
        </p:nvSpPr>
        <p:spPr>
          <a:xfrm>
            <a:off x="10972800" y="1280160"/>
            <a:ext cx="457200" cy="777240"/>
          </a:xfrm>
          <a:prstGeom prst="rect">
            <a:avLst/>
          </a:prstGeom>
          <a:noFill/>
          <a:ln/>
        </p:spPr>
        <p:txBody>
          <a:bodyPr wrap="square" lIns="0" tIns="0" rIns="0" bIns="0" rtlCol="0" anchor="ctr"/>
          <a:lstStyle/>
          <a:p>
            <a:pPr algn="l" indent="0" marL="0">
              <a:buNone/>
            </a:pPr>
            <a:r>
              <a:rPr lang="en-US" sz="1500" b="1" dirty="0">
                <a:solidFill>
                  <a:srgbClr val="FBFFF4"/>
                </a:solidFill>
                <a:latin typeface="Poppins" pitchFamily="34" charset="0"/>
                <a:ea typeface="Poppins" pitchFamily="34" charset="-122"/>
                <a:cs typeface="Poppins" pitchFamily="34" charset="-120"/>
              </a:rPr>
              <a:t>…</a:t>
            </a:r>
            <a:endParaRPr lang="en-US" sz="1500" dirty="0"/>
          </a:p>
        </p:txBody>
      </p:sp>
      <p:sp>
        <p:nvSpPr>
          <p:cNvPr id="14" name="Shape 11"/>
          <p:cNvSpPr/>
          <p:nvPr/>
        </p:nvSpPr>
        <p:spPr>
          <a:xfrm>
            <a:off x="6675120" y="2057400"/>
            <a:ext cx="1645920" cy="777240"/>
          </a:xfrm>
          <a:prstGeom prst="rect">
            <a:avLst/>
          </a:prstGeom>
          <a:solidFill>
            <a:srgbClr val="FBFFF4"/>
          </a:solidFill>
          <a:ln w="12700">
            <a:solidFill>
              <a:srgbClr val="B8D98A"/>
            </a:solidFill>
            <a:prstDash val="solid"/>
          </a:ln>
        </p:spPr>
      </p:sp>
      <p:sp>
        <p:nvSpPr>
          <p:cNvPr id="15" name="Text 12"/>
          <p:cNvSpPr txBox="1"/>
          <p:nvPr/>
        </p:nvSpPr>
        <p:spPr>
          <a:xfrm>
            <a:off x="6766560" y="2057400"/>
            <a:ext cx="1463040" cy="777240"/>
          </a:xfrm>
          <a:prstGeom prst="rect">
            <a:avLst/>
          </a:prstGeom>
          <a:noFill/>
          <a:ln/>
        </p:spPr>
        <p:txBody>
          <a:bodyPr wrap="square" lIns="0" tIns="0" rIns="0" bIns="0" rtlCol="0" anchor="ctr"/>
          <a:lstStyle/>
          <a:p>
            <a:pPr algn="l" indent="0" marL="0">
              <a:buNone/>
            </a:pPr>
            <a:r>
              <a:rPr lang="en-US" sz="1500" dirty="0">
                <a:solidFill>
                  <a:srgbClr val="0E1F0C"/>
                </a:solidFill>
                <a:latin typeface="Poppins" pitchFamily="34" charset="0"/>
                <a:ea typeface="Poppins" pitchFamily="34" charset="-122"/>
                <a:cs typeface="Poppins" pitchFamily="34" charset="-120"/>
              </a:rPr>
              <a:t>1</a:t>
            </a:r>
            <a:endParaRPr lang="en-US" sz="1500" dirty="0"/>
          </a:p>
        </p:txBody>
      </p:sp>
      <p:sp>
        <p:nvSpPr>
          <p:cNvPr id="16" name="Shape 13"/>
          <p:cNvSpPr/>
          <p:nvPr/>
        </p:nvSpPr>
        <p:spPr>
          <a:xfrm>
            <a:off x="8321040" y="2057400"/>
            <a:ext cx="1280160" cy="777240"/>
          </a:xfrm>
          <a:prstGeom prst="rect">
            <a:avLst/>
          </a:prstGeom>
          <a:solidFill>
            <a:srgbClr val="DDF3B8"/>
          </a:solidFill>
          <a:ln w="12700">
            <a:solidFill>
              <a:srgbClr val="B8D98A"/>
            </a:solidFill>
            <a:prstDash val="solid"/>
          </a:ln>
        </p:spPr>
      </p:sp>
      <p:sp>
        <p:nvSpPr>
          <p:cNvPr id="17" name="Text 14"/>
          <p:cNvSpPr txBox="1"/>
          <p:nvPr/>
        </p:nvSpPr>
        <p:spPr>
          <a:xfrm>
            <a:off x="8412480" y="2057400"/>
            <a:ext cx="1097280" cy="777240"/>
          </a:xfrm>
          <a:prstGeom prst="rect">
            <a:avLst/>
          </a:prstGeom>
          <a:noFill/>
          <a:ln/>
        </p:spPr>
        <p:txBody>
          <a:bodyPr wrap="square" lIns="0" tIns="0" rIns="0" bIns="0" rtlCol="0" anchor="ctr"/>
          <a:lstStyle/>
          <a:p>
            <a:pPr algn="l" indent="0" marL="0">
              <a:buNone/>
            </a:pPr>
            <a:r>
              <a:rPr lang="en-US" sz="1500" dirty="0">
                <a:solidFill>
                  <a:srgbClr val="0E1F0C"/>
                </a:solidFill>
                <a:latin typeface="Poppins" pitchFamily="34" charset="0"/>
                <a:ea typeface="Poppins" pitchFamily="34" charset="-122"/>
                <a:cs typeface="Poppins" pitchFamily="34" charset="-120"/>
              </a:rPr>
              <a:t>…</a:t>
            </a:r>
            <a:endParaRPr lang="en-US" sz="1500" dirty="0"/>
          </a:p>
        </p:txBody>
      </p:sp>
      <p:sp>
        <p:nvSpPr>
          <p:cNvPr id="18" name="Shape 15"/>
          <p:cNvSpPr/>
          <p:nvPr/>
        </p:nvSpPr>
        <p:spPr>
          <a:xfrm>
            <a:off x="9601200" y="2057400"/>
            <a:ext cx="1280160" cy="777240"/>
          </a:xfrm>
          <a:prstGeom prst="rect">
            <a:avLst/>
          </a:prstGeom>
          <a:solidFill>
            <a:srgbClr val="FBFFF4"/>
          </a:solidFill>
          <a:ln w="12700">
            <a:solidFill>
              <a:srgbClr val="B8D98A"/>
            </a:solidFill>
            <a:prstDash val="solid"/>
          </a:ln>
        </p:spPr>
      </p:sp>
      <p:sp>
        <p:nvSpPr>
          <p:cNvPr id="19" name="Text 16"/>
          <p:cNvSpPr txBox="1"/>
          <p:nvPr/>
        </p:nvSpPr>
        <p:spPr>
          <a:xfrm>
            <a:off x="9692640" y="2057400"/>
            <a:ext cx="1097280" cy="777240"/>
          </a:xfrm>
          <a:prstGeom prst="rect">
            <a:avLst/>
          </a:prstGeom>
          <a:noFill/>
          <a:ln/>
        </p:spPr>
        <p:txBody>
          <a:bodyPr wrap="square" lIns="0" tIns="0" rIns="0" bIns="0" rtlCol="0" anchor="ctr"/>
          <a:lstStyle/>
          <a:p>
            <a:pPr algn="l" indent="0" marL="0">
              <a:buNone/>
            </a:pPr>
            <a:r>
              <a:rPr lang="en-US" sz="1500" dirty="0">
                <a:solidFill>
                  <a:srgbClr val="0E1F0C"/>
                </a:solidFill>
                <a:latin typeface="Poppins" pitchFamily="34" charset="0"/>
                <a:ea typeface="Poppins" pitchFamily="34" charset="-122"/>
                <a:cs typeface="Poppins" pitchFamily="34" charset="-120"/>
              </a:rPr>
              <a:t>…</a:t>
            </a:r>
            <a:endParaRPr lang="en-US" sz="1500" dirty="0"/>
          </a:p>
        </p:txBody>
      </p:sp>
      <p:sp>
        <p:nvSpPr>
          <p:cNvPr id="20" name="Shape 17"/>
          <p:cNvSpPr/>
          <p:nvPr/>
        </p:nvSpPr>
        <p:spPr>
          <a:xfrm>
            <a:off x="10881360" y="2057400"/>
            <a:ext cx="640080" cy="777240"/>
          </a:xfrm>
          <a:prstGeom prst="rect">
            <a:avLst/>
          </a:prstGeom>
          <a:solidFill>
            <a:srgbClr val="FBFFF4"/>
          </a:solidFill>
          <a:ln w="12700">
            <a:solidFill>
              <a:srgbClr val="B8D98A"/>
            </a:solidFill>
            <a:prstDash val="solid"/>
          </a:ln>
        </p:spPr>
      </p:sp>
      <p:sp>
        <p:nvSpPr>
          <p:cNvPr id="21" name="Text 18"/>
          <p:cNvSpPr txBox="1"/>
          <p:nvPr/>
        </p:nvSpPr>
        <p:spPr>
          <a:xfrm>
            <a:off x="10972800" y="2057400"/>
            <a:ext cx="457200" cy="777240"/>
          </a:xfrm>
          <a:prstGeom prst="rect">
            <a:avLst/>
          </a:prstGeom>
          <a:noFill/>
          <a:ln/>
        </p:spPr>
        <p:txBody>
          <a:bodyPr wrap="square" lIns="0" tIns="0" rIns="0" bIns="0" rtlCol="0" anchor="ctr"/>
          <a:lstStyle/>
          <a:p>
            <a:pPr algn="l" indent="0" marL="0">
              <a:buNone/>
            </a:pPr>
            <a:r>
              <a:rPr lang="en-US" sz="1500" dirty="0">
                <a:solidFill>
                  <a:srgbClr val="0E1F0C"/>
                </a:solidFill>
                <a:latin typeface="Poppins" pitchFamily="34" charset="0"/>
                <a:ea typeface="Poppins" pitchFamily="34" charset="-122"/>
                <a:cs typeface="Poppins" pitchFamily="34" charset="-120"/>
              </a:rPr>
              <a:t>…</a:t>
            </a:r>
            <a:endParaRPr lang="en-US" sz="1500" dirty="0"/>
          </a:p>
        </p:txBody>
      </p:sp>
      <p:sp>
        <p:nvSpPr>
          <p:cNvPr id="22" name="Shape 19"/>
          <p:cNvSpPr/>
          <p:nvPr/>
        </p:nvSpPr>
        <p:spPr>
          <a:xfrm>
            <a:off x="6675120" y="2834640"/>
            <a:ext cx="1645920" cy="777240"/>
          </a:xfrm>
          <a:prstGeom prst="rect">
            <a:avLst/>
          </a:prstGeom>
          <a:solidFill>
            <a:srgbClr val="EAF8CF"/>
          </a:solidFill>
          <a:ln w="12700">
            <a:solidFill>
              <a:srgbClr val="B8D98A"/>
            </a:solidFill>
            <a:prstDash val="solid"/>
          </a:ln>
        </p:spPr>
      </p:sp>
      <p:sp>
        <p:nvSpPr>
          <p:cNvPr id="23" name="Text 20"/>
          <p:cNvSpPr txBox="1"/>
          <p:nvPr/>
        </p:nvSpPr>
        <p:spPr>
          <a:xfrm>
            <a:off x="6766560" y="2834640"/>
            <a:ext cx="1463040" cy="777240"/>
          </a:xfrm>
          <a:prstGeom prst="rect">
            <a:avLst/>
          </a:prstGeom>
          <a:noFill/>
          <a:ln/>
        </p:spPr>
        <p:txBody>
          <a:bodyPr wrap="square" lIns="0" tIns="0" rIns="0" bIns="0" rtlCol="0" anchor="ctr"/>
          <a:lstStyle/>
          <a:p>
            <a:pPr algn="l" indent="0" marL="0">
              <a:buNone/>
            </a:pPr>
            <a:r>
              <a:rPr lang="en-US" sz="1500" dirty="0">
                <a:solidFill>
                  <a:srgbClr val="0E1F0C"/>
                </a:solidFill>
                <a:latin typeface="Poppins" pitchFamily="34" charset="0"/>
                <a:ea typeface="Poppins" pitchFamily="34" charset="-122"/>
                <a:cs typeface="Poppins" pitchFamily="34" charset="-120"/>
              </a:rPr>
              <a:t>2</a:t>
            </a:r>
            <a:endParaRPr lang="en-US" sz="1500" dirty="0"/>
          </a:p>
        </p:txBody>
      </p:sp>
      <p:sp>
        <p:nvSpPr>
          <p:cNvPr id="24" name="Shape 21"/>
          <p:cNvSpPr/>
          <p:nvPr/>
        </p:nvSpPr>
        <p:spPr>
          <a:xfrm>
            <a:off x="8321040" y="2834640"/>
            <a:ext cx="1280160" cy="777240"/>
          </a:xfrm>
          <a:prstGeom prst="rect">
            <a:avLst/>
          </a:prstGeom>
          <a:solidFill>
            <a:srgbClr val="B1FF37"/>
          </a:solidFill>
          <a:ln w="12700">
            <a:solidFill>
              <a:srgbClr val="B8D98A"/>
            </a:solidFill>
            <a:prstDash val="solid"/>
          </a:ln>
        </p:spPr>
      </p:sp>
      <p:sp>
        <p:nvSpPr>
          <p:cNvPr id="25" name="Text 22"/>
          <p:cNvSpPr txBox="1"/>
          <p:nvPr/>
        </p:nvSpPr>
        <p:spPr>
          <a:xfrm>
            <a:off x="8412480" y="2834640"/>
            <a:ext cx="1097280" cy="777240"/>
          </a:xfrm>
          <a:prstGeom prst="rect">
            <a:avLst/>
          </a:prstGeom>
          <a:noFill/>
          <a:ln/>
        </p:spPr>
        <p:txBody>
          <a:bodyPr wrap="square" lIns="0" tIns="0" rIns="0" bIns="0" rtlCol="0" anchor="ctr"/>
          <a:lstStyle/>
          <a:p>
            <a:pPr algn="l" indent="0" marL="0">
              <a:buNone/>
            </a:pPr>
            <a:r>
              <a:rPr lang="en-US" sz="1500" dirty="0">
                <a:solidFill>
                  <a:srgbClr val="0E1F0C"/>
                </a:solidFill>
                <a:latin typeface="Poppins" pitchFamily="34" charset="0"/>
                <a:ea typeface="Poppins" pitchFamily="34" charset="-122"/>
                <a:cs typeface="Poppins" pitchFamily="34" charset="-120"/>
              </a:rPr>
              <a:t>…</a:t>
            </a:r>
            <a:endParaRPr lang="en-US" sz="1500" dirty="0"/>
          </a:p>
        </p:txBody>
      </p:sp>
      <p:sp>
        <p:nvSpPr>
          <p:cNvPr id="26" name="Shape 23"/>
          <p:cNvSpPr/>
          <p:nvPr/>
        </p:nvSpPr>
        <p:spPr>
          <a:xfrm>
            <a:off x="9601200" y="2834640"/>
            <a:ext cx="1280160" cy="777240"/>
          </a:xfrm>
          <a:prstGeom prst="rect">
            <a:avLst/>
          </a:prstGeom>
          <a:solidFill>
            <a:srgbClr val="EAF8CF"/>
          </a:solidFill>
          <a:ln w="12700">
            <a:solidFill>
              <a:srgbClr val="B8D98A"/>
            </a:solidFill>
            <a:prstDash val="solid"/>
          </a:ln>
        </p:spPr>
      </p:sp>
      <p:sp>
        <p:nvSpPr>
          <p:cNvPr id="27" name="Text 24"/>
          <p:cNvSpPr txBox="1"/>
          <p:nvPr/>
        </p:nvSpPr>
        <p:spPr>
          <a:xfrm>
            <a:off x="9692640" y="2834640"/>
            <a:ext cx="1097280" cy="777240"/>
          </a:xfrm>
          <a:prstGeom prst="rect">
            <a:avLst/>
          </a:prstGeom>
          <a:noFill/>
          <a:ln/>
        </p:spPr>
        <p:txBody>
          <a:bodyPr wrap="square" lIns="0" tIns="0" rIns="0" bIns="0" rtlCol="0" anchor="ctr"/>
          <a:lstStyle/>
          <a:p>
            <a:pPr algn="l" indent="0" marL="0">
              <a:buNone/>
            </a:pPr>
            <a:r>
              <a:rPr lang="en-US" sz="1500" dirty="0">
                <a:solidFill>
                  <a:srgbClr val="0E1F0C"/>
                </a:solidFill>
                <a:latin typeface="Poppins" pitchFamily="34" charset="0"/>
                <a:ea typeface="Poppins" pitchFamily="34" charset="-122"/>
                <a:cs typeface="Poppins" pitchFamily="34" charset="-120"/>
              </a:rPr>
              <a:t>…</a:t>
            </a:r>
            <a:endParaRPr lang="en-US" sz="1500" dirty="0"/>
          </a:p>
        </p:txBody>
      </p:sp>
      <p:sp>
        <p:nvSpPr>
          <p:cNvPr id="28" name="Shape 25"/>
          <p:cNvSpPr/>
          <p:nvPr/>
        </p:nvSpPr>
        <p:spPr>
          <a:xfrm>
            <a:off x="10881360" y="2834640"/>
            <a:ext cx="640080" cy="777240"/>
          </a:xfrm>
          <a:prstGeom prst="rect">
            <a:avLst/>
          </a:prstGeom>
          <a:solidFill>
            <a:srgbClr val="EAF8CF"/>
          </a:solidFill>
          <a:ln w="12700">
            <a:solidFill>
              <a:srgbClr val="B8D98A"/>
            </a:solidFill>
            <a:prstDash val="solid"/>
          </a:ln>
        </p:spPr>
      </p:sp>
      <p:sp>
        <p:nvSpPr>
          <p:cNvPr id="29" name="Text 26"/>
          <p:cNvSpPr txBox="1"/>
          <p:nvPr/>
        </p:nvSpPr>
        <p:spPr>
          <a:xfrm>
            <a:off x="10972800" y="2834640"/>
            <a:ext cx="457200" cy="777240"/>
          </a:xfrm>
          <a:prstGeom prst="rect">
            <a:avLst/>
          </a:prstGeom>
          <a:noFill/>
          <a:ln/>
        </p:spPr>
        <p:txBody>
          <a:bodyPr wrap="square" lIns="0" tIns="0" rIns="0" bIns="0" rtlCol="0" anchor="ctr"/>
          <a:lstStyle/>
          <a:p>
            <a:pPr algn="l" indent="0" marL="0">
              <a:buNone/>
            </a:pPr>
            <a:r>
              <a:rPr lang="en-US" sz="1500" dirty="0">
                <a:solidFill>
                  <a:srgbClr val="0E1F0C"/>
                </a:solidFill>
                <a:latin typeface="Poppins" pitchFamily="34" charset="0"/>
                <a:ea typeface="Poppins" pitchFamily="34" charset="-122"/>
                <a:cs typeface="Poppins" pitchFamily="34" charset="-120"/>
              </a:rPr>
              <a:t>…</a:t>
            </a:r>
            <a:endParaRPr lang="en-US" sz="1500" dirty="0"/>
          </a:p>
        </p:txBody>
      </p:sp>
      <p:sp>
        <p:nvSpPr>
          <p:cNvPr id="30" name="Shape 27"/>
          <p:cNvSpPr/>
          <p:nvPr/>
        </p:nvSpPr>
        <p:spPr>
          <a:xfrm>
            <a:off x="6675120" y="3611880"/>
            <a:ext cx="1645920" cy="777240"/>
          </a:xfrm>
          <a:prstGeom prst="rect">
            <a:avLst/>
          </a:prstGeom>
          <a:solidFill>
            <a:srgbClr val="FBFFF4"/>
          </a:solidFill>
          <a:ln w="12700">
            <a:solidFill>
              <a:srgbClr val="B8D98A"/>
            </a:solidFill>
            <a:prstDash val="solid"/>
          </a:ln>
        </p:spPr>
      </p:sp>
      <p:sp>
        <p:nvSpPr>
          <p:cNvPr id="31" name="Text 28"/>
          <p:cNvSpPr txBox="1"/>
          <p:nvPr/>
        </p:nvSpPr>
        <p:spPr>
          <a:xfrm>
            <a:off x="6766560" y="3611880"/>
            <a:ext cx="1463040" cy="777240"/>
          </a:xfrm>
          <a:prstGeom prst="rect">
            <a:avLst/>
          </a:prstGeom>
          <a:noFill/>
          <a:ln/>
        </p:spPr>
        <p:txBody>
          <a:bodyPr wrap="square" lIns="0" tIns="0" rIns="0" bIns="0" rtlCol="0" anchor="ctr"/>
          <a:lstStyle/>
          <a:p>
            <a:pPr algn="l" indent="0" marL="0">
              <a:buNone/>
            </a:pPr>
            <a:r>
              <a:rPr lang="en-US" sz="1500" dirty="0">
                <a:solidFill>
                  <a:srgbClr val="0E1F0C"/>
                </a:solidFill>
                <a:latin typeface="Poppins" pitchFamily="34" charset="0"/>
                <a:ea typeface="Poppins" pitchFamily="34" charset="-122"/>
                <a:cs typeface="Poppins" pitchFamily="34" charset="-120"/>
              </a:rPr>
              <a:t>3</a:t>
            </a:r>
            <a:endParaRPr lang="en-US" sz="1500" dirty="0"/>
          </a:p>
        </p:txBody>
      </p:sp>
      <p:sp>
        <p:nvSpPr>
          <p:cNvPr id="32" name="Shape 29"/>
          <p:cNvSpPr/>
          <p:nvPr/>
        </p:nvSpPr>
        <p:spPr>
          <a:xfrm>
            <a:off x="8321040" y="3611880"/>
            <a:ext cx="1280160" cy="777240"/>
          </a:xfrm>
          <a:prstGeom prst="rect">
            <a:avLst/>
          </a:prstGeom>
          <a:solidFill>
            <a:srgbClr val="DDF3B8"/>
          </a:solidFill>
          <a:ln w="12700">
            <a:solidFill>
              <a:srgbClr val="B8D98A"/>
            </a:solidFill>
            <a:prstDash val="solid"/>
          </a:ln>
        </p:spPr>
      </p:sp>
      <p:sp>
        <p:nvSpPr>
          <p:cNvPr id="33" name="Text 30"/>
          <p:cNvSpPr txBox="1"/>
          <p:nvPr/>
        </p:nvSpPr>
        <p:spPr>
          <a:xfrm>
            <a:off x="8412480" y="3611880"/>
            <a:ext cx="1097280" cy="777240"/>
          </a:xfrm>
          <a:prstGeom prst="rect">
            <a:avLst/>
          </a:prstGeom>
          <a:noFill/>
          <a:ln/>
        </p:spPr>
        <p:txBody>
          <a:bodyPr wrap="square" lIns="0" tIns="0" rIns="0" bIns="0" rtlCol="0" anchor="ctr"/>
          <a:lstStyle/>
          <a:p>
            <a:pPr algn="l" indent="0" marL="0">
              <a:buNone/>
            </a:pPr>
            <a:r>
              <a:rPr lang="en-US" sz="1500" dirty="0">
                <a:solidFill>
                  <a:srgbClr val="0E1F0C"/>
                </a:solidFill>
                <a:latin typeface="Poppins" pitchFamily="34" charset="0"/>
                <a:ea typeface="Poppins" pitchFamily="34" charset="-122"/>
                <a:cs typeface="Poppins" pitchFamily="34" charset="-120"/>
              </a:rPr>
              <a:t>…</a:t>
            </a:r>
            <a:endParaRPr lang="en-US" sz="1500" dirty="0"/>
          </a:p>
        </p:txBody>
      </p:sp>
      <p:sp>
        <p:nvSpPr>
          <p:cNvPr id="34" name="Shape 31"/>
          <p:cNvSpPr/>
          <p:nvPr/>
        </p:nvSpPr>
        <p:spPr>
          <a:xfrm>
            <a:off x="9601200" y="3611880"/>
            <a:ext cx="1280160" cy="777240"/>
          </a:xfrm>
          <a:prstGeom prst="rect">
            <a:avLst/>
          </a:prstGeom>
          <a:solidFill>
            <a:srgbClr val="FBFFF4"/>
          </a:solidFill>
          <a:ln w="12700">
            <a:solidFill>
              <a:srgbClr val="B8D98A"/>
            </a:solidFill>
            <a:prstDash val="solid"/>
          </a:ln>
        </p:spPr>
      </p:sp>
      <p:sp>
        <p:nvSpPr>
          <p:cNvPr id="35" name="Text 32"/>
          <p:cNvSpPr txBox="1"/>
          <p:nvPr/>
        </p:nvSpPr>
        <p:spPr>
          <a:xfrm>
            <a:off x="9692640" y="3611880"/>
            <a:ext cx="1097280" cy="777240"/>
          </a:xfrm>
          <a:prstGeom prst="rect">
            <a:avLst/>
          </a:prstGeom>
          <a:noFill/>
          <a:ln/>
        </p:spPr>
        <p:txBody>
          <a:bodyPr wrap="square" lIns="0" tIns="0" rIns="0" bIns="0" rtlCol="0" anchor="ctr"/>
          <a:lstStyle/>
          <a:p>
            <a:pPr algn="l" indent="0" marL="0">
              <a:buNone/>
            </a:pPr>
            <a:r>
              <a:rPr lang="en-US" sz="1500" dirty="0">
                <a:solidFill>
                  <a:srgbClr val="0E1F0C"/>
                </a:solidFill>
                <a:latin typeface="Poppins" pitchFamily="34" charset="0"/>
                <a:ea typeface="Poppins" pitchFamily="34" charset="-122"/>
                <a:cs typeface="Poppins" pitchFamily="34" charset="-120"/>
              </a:rPr>
              <a:t>…</a:t>
            </a:r>
            <a:endParaRPr lang="en-US" sz="1500" dirty="0"/>
          </a:p>
        </p:txBody>
      </p:sp>
      <p:sp>
        <p:nvSpPr>
          <p:cNvPr id="36" name="Shape 33"/>
          <p:cNvSpPr/>
          <p:nvPr/>
        </p:nvSpPr>
        <p:spPr>
          <a:xfrm>
            <a:off x="10881360" y="3611880"/>
            <a:ext cx="640080" cy="777240"/>
          </a:xfrm>
          <a:prstGeom prst="rect">
            <a:avLst/>
          </a:prstGeom>
          <a:solidFill>
            <a:srgbClr val="FBFFF4"/>
          </a:solidFill>
          <a:ln w="12700">
            <a:solidFill>
              <a:srgbClr val="B8D98A"/>
            </a:solidFill>
            <a:prstDash val="solid"/>
          </a:ln>
        </p:spPr>
      </p:sp>
      <p:sp>
        <p:nvSpPr>
          <p:cNvPr id="37" name="Text 34"/>
          <p:cNvSpPr txBox="1"/>
          <p:nvPr/>
        </p:nvSpPr>
        <p:spPr>
          <a:xfrm>
            <a:off x="10972800" y="3611880"/>
            <a:ext cx="457200" cy="777240"/>
          </a:xfrm>
          <a:prstGeom prst="rect">
            <a:avLst/>
          </a:prstGeom>
          <a:noFill/>
          <a:ln/>
        </p:spPr>
        <p:txBody>
          <a:bodyPr wrap="square" lIns="0" tIns="0" rIns="0" bIns="0" rtlCol="0" anchor="ctr"/>
          <a:lstStyle/>
          <a:p>
            <a:pPr algn="l" indent="0" marL="0">
              <a:buNone/>
            </a:pPr>
            <a:r>
              <a:rPr lang="en-US" sz="1500" dirty="0">
                <a:solidFill>
                  <a:srgbClr val="0E1F0C"/>
                </a:solidFill>
                <a:latin typeface="Poppins" pitchFamily="34" charset="0"/>
                <a:ea typeface="Poppins" pitchFamily="34" charset="-122"/>
                <a:cs typeface="Poppins" pitchFamily="34" charset="-120"/>
              </a:rPr>
              <a:t>…</a:t>
            </a:r>
            <a:endParaRPr lang="en-US" sz="1500" dirty="0"/>
          </a:p>
        </p:txBody>
      </p:sp>
      <p:sp>
        <p:nvSpPr>
          <p:cNvPr id="38" name="Shape 35"/>
          <p:cNvSpPr/>
          <p:nvPr/>
        </p:nvSpPr>
        <p:spPr>
          <a:xfrm>
            <a:off x="6675120" y="4663440"/>
            <a:ext cx="2194560" cy="548640"/>
          </a:xfrm>
          <a:prstGeom prst="roundRect">
            <a:avLst>
              <a:gd name="adj" fmla="val 13333"/>
            </a:avLst>
          </a:prstGeom>
          <a:solidFill>
            <a:srgbClr val="DDF3B8"/>
          </a:solidFill>
          <a:ln w="12700">
            <a:solidFill>
              <a:srgbClr val="DDF3B8"/>
            </a:solidFill>
            <a:prstDash val="solid"/>
          </a:ln>
        </p:spPr>
      </p:sp>
      <p:sp>
        <p:nvSpPr>
          <p:cNvPr id="39" name="Text 36"/>
          <p:cNvSpPr txBox="1"/>
          <p:nvPr/>
        </p:nvSpPr>
        <p:spPr>
          <a:xfrm>
            <a:off x="6675120" y="4663440"/>
            <a:ext cx="2194560" cy="548640"/>
          </a:xfrm>
          <a:prstGeom prst="rect">
            <a:avLst/>
          </a:prstGeom>
          <a:noFill/>
          <a:ln/>
        </p:spPr>
        <p:txBody>
          <a:bodyPr wrap="square" lIns="0" tIns="0" rIns="0" bIns="0" rtlCol="0" anchor="ctr"/>
          <a:lstStyle/>
          <a:p>
            <a:pPr algn="ctr" indent="0" marL="0">
              <a:buNone/>
            </a:pPr>
            <a:r>
              <a:rPr lang="en-US" sz="1500" b="1" dirty="0">
                <a:solidFill>
                  <a:srgbClr val="0E1F0C"/>
                </a:solidFill>
                <a:latin typeface="Poppins" pitchFamily="34" charset="0"/>
                <a:ea typeface="Poppins" pitchFamily="34" charset="-122"/>
                <a:cs typeface="Poppins" pitchFamily="34" charset="-120"/>
              </a:rPr>
              <a:t>Spalte = Feld</a:t>
            </a:r>
            <a:endParaRPr lang="en-US" sz="1500" dirty="0"/>
          </a:p>
        </p:txBody>
      </p:sp>
      <p:sp>
        <p:nvSpPr>
          <p:cNvPr id="40" name="Shape 37"/>
          <p:cNvSpPr/>
          <p:nvPr/>
        </p:nvSpPr>
        <p:spPr>
          <a:xfrm>
            <a:off x="9052560" y="4663440"/>
            <a:ext cx="2468880" cy="548640"/>
          </a:xfrm>
          <a:prstGeom prst="roundRect">
            <a:avLst>
              <a:gd name="adj" fmla="val 13333"/>
            </a:avLst>
          </a:prstGeom>
          <a:solidFill>
            <a:srgbClr val="B1FF37"/>
          </a:solidFill>
          <a:ln w="12700">
            <a:solidFill>
              <a:srgbClr val="B1FF37"/>
            </a:solidFill>
            <a:prstDash val="solid"/>
          </a:ln>
        </p:spPr>
      </p:sp>
      <p:sp>
        <p:nvSpPr>
          <p:cNvPr id="41" name="Text 38"/>
          <p:cNvSpPr txBox="1"/>
          <p:nvPr/>
        </p:nvSpPr>
        <p:spPr>
          <a:xfrm>
            <a:off x="9052560" y="4663440"/>
            <a:ext cx="2468880" cy="548640"/>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Zeile = Datensatz (ein Buch)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Datentypen festlegen</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Für jedes Feld legen wir den </a:t>
            </a:r>
            <a:pPr indent="0" marL="0">
              <a:lnSpc>
                <a:spcPct val="105000"/>
              </a:lnSpc>
              <a:buNone/>
            </a:pPr>
            <a:r>
              <a:rPr lang="en-US" sz="3800" dirty="0">
                <a:solidFill>
                  <a:srgbClr val="26720A"/>
                </a:solidFill>
                <a:highlight>
                  <a:srgbClr val="B1FF37"/>
                </a:highlight>
                <a:latin typeface="Poppins" pitchFamily="34" charset="0"/>
                <a:ea typeface="Poppins" pitchFamily="34" charset="-122"/>
                <a:cs typeface="Poppins" pitchFamily="34" charset="-120"/>
              </a:rPr>
              <a:t>Datentyp</a:t>
            </a:r>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 fest.</a:t>
            </a:r>
            <a:endParaRPr lang="en-US" sz="38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Das haben wir im letzten Video gelernt.</a:t>
            </a:r>
            <a:endParaRPr lang="en-US" sz="1800" dirty="0"/>
          </a:p>
        </p:txBody>
      </p:sp>
      <p:sp>
        <p:nvSpPr>
          <p:cNvPr id="6" name="Shape 3"/>
          <p:cNvSpPr/>
          <p:nvPr/>
        </p:nvSpPr>
        <p:spPr>
          <a:xfrm>
            <a:off x="6583680" y="777240"/>
            <a:ext cx="4937760" cy="512064"/>
          </a:xfrm>
          <a:prstGeom prst="roundRect">
            <a:avLst>
              <a:gd name="adj" fmla="val 21429"/>
            </a:avLst>
          </a:prstGeom>
          <a:solidFill>
            <a:srgbClr val="FBFFF4"/>
          </a:solidFill>
          <a:ln w="38100">
            <a:solidFill>
              <a:srgbClr val="26720A"/>
            </a:solidFill>
            <a:prstDash val="solid"/>
          </a:ln>
        </p:spPr>
      </p:sp>
      <p:sp>
        <p:nvSpPr>
          <p:cNvPr id="7" name="Text 4"/>
          <p:cNvSpPr txBox="1"/>
          <p:nvPr/>
        </p:nvSpPr>
        <p:spPr>
          <a:xfrm>
            <a:off x="6766560" y="777240"/>
            <a:ext cx="2560320" cy="512064"/>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Buchnummer</a:t>
            </a:r>
            <a:endParaRPr lang="en-US" sz="1400" dirty="0"/>
          </a:p>
        </p:txBody>
      </p:sp>
      <p:sp>
        <p:nvSpPr>
          <p:cNvPr id="8" name="Shape 5"/>
          <p:cNvSpPr/>
          <p:nvPr/>
        </p:nvSpPr>
        <p:spPr>
          <a:xfrm>
            <a:off x="9326880" y="832104"/>
            <a:ext cx="2057400" cy="402336"/>
          </a:xfrm>
          <a:prstGeom prst="roundRect">
            <a:avLst>
              <a:gd name="adj" fmla="val 18182"/>
            </a:avLst>
          </a:prstGeom>
          <a:solidFill>
            <a:srgbClr val="B1FF37"/>
          </a:solidFill>
          <a:ln w="12700">
            <a:solidFill>
              <a:srgbClr val="B1FF37"/>
            </a:solidFill>
            <a:prstDash val="solid"/>
          </a:ln>
        </p:spPr>
      </p:sp>
      <p:sp>
        <p:nvSpPr>
          <p:cNvPr id="9" name="Text 6"/>
          <p:cNvSpPr txBox="1"/>
          <p:nvPr/>
        </p:nvSpPr>
        <p:spPr>
          <a:xfrm>
            <a:off x="9326880" y="832104"/>
            <a:ext cx="2057400" cy="402336"/>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AutoWert</a:t>
            </a:r>
            <a:endParaRPr lang="en-US" sz="1300" dirty="0"/>
          </a:p>
        </p:txBody>
      </p:sp>
      <p:sp>
        <p:nvSpPr>
          <p:cNvPr id="10" name="Shape 7"/>
          <p:cNvSpPr/>
          <p:nvPr/>
        </p:nvSpPr>
        <p:spPr>
          <a:xfrm>
            <a:off x="6583680" y="1380744"/>
            <a:ext cx="4937760" cy="512064"/>
          </a:xfrm>
          <a:prstGeom prst="roundRect">
            <a:avLst>
              <a:gd name="adj" fmla="val 21429"/>
            </a:avLst>
          </a:prstGeom>
          <a:solidFill>
            <a:srgbClr val="FBFFF4"/>
          </a:solidFill>
          <a:ln w="15875">
            <a:solidFill>
              <a:srgbClr val="B8D98A"/>
            </a:solidFill>
            <a:prstDash val="solid"/>
          </a:ln>
        </p:spPr>
      </p:sp>
      <p:sp>
        <p:nvSpPr>
          <p:cNvPr id="11" name="Text 8"/>
          <p:cNvSpPr txBox="1"/>
          <p:nvPr/>
        </p:nvSpPr>
        <p:spPr>
          <a:xfrm>
            <a:off x="6766560" y="1380744"/>
            <a:ext cx="2560320" cy="512064"/>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Titel</a:t>
            </a:r>
            <a:endParaRPr lang="en-US" sz="1400" dirty="0"/>
          </a:p>
        </p:txBody>
      </p:sp>
      <p:sp>
        <p:nvSpPr>
          <p:cNvPr id="12" name="Shape 9"/>
          <p:cNvSpPr/>
          <p:nvPr/>
        </p:nvSpPr>
        <p:spPr>
          <a:xfrm>
            <a:off x="9326880" y="1435608"/>
            <a:ext cx="2057400" cy="402336"/>
          </a:xfrm>
          <a:prstGeom prst="roundRect">
            <a:avLst>
              <a:gd name="adj" fmla="val 18182"/>
            </a:avLst>
          </a:prstGeom>
          <a:solidFill>
            <a:srgbClr val="DDF3B8"/>
          </a:solidFill>
          <a:ln w="12700">
            <a:solidFill>
              <a:srgbClr val="DDF3B8"/>
            </a:solidFill>
            <a:prstDash val="solid"/>
          </a:ln>
        </p:spPr>
      </p:sp>
      <p:sp>
        <p:nvSpPr>
          <p:cNvPr id="13" name="Text 10"/>
          <p:cNvSpPr txBox="1"/>
          <p:nvPr/>
        </p:nvSpPr>
        <p:spPr>
          <a:xfrm>
            <a:off x="9326880" y="1435608"/>
            <a:ext cx="2057400" cy="402336"/>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Kurzer Text</a:t>
            </a:r>
            <a:endParaRPr lang="en-US" sz="1300" dirty="0"/>
          </a:p>
        </p:txBody>
      </p:sp>
      <p:sp>
        <p:nvSpPr>
          <p:cNvPr id="14" name="Shape 11"/>
          <p:cNvSpPr/>
          <p:nvPr/>
        </p:nvSpPr>
        <p:spPr>
          <a:xfrm>
            <a:off x="6583680" y="1984248"/>
            <a:ext cx="4937760" cy="512064"/>
          </a:xfrm>
          <a:prstGeom prst="roundRect">
            <a:avLst>
              <a:gd name="adj" fmla="val 21429"/>
            </a:avLst>
          </a:prstGeom>
          <a:solidFill>
            <a:srgbClr val="FBFFF4"/>
          </a:solidFill>
          <a:ln w="15875">
            <a:solidFill>
              <a:srgbClr val="B8D98A"/>
            </a:solidFill>
            <a:prstDash val="solid"/>
          </a:ln>
        </p:spPr>
      </p:sp>
      <p:sp>
        <p:nvSpPr>
          <p:cNvPr id="15" name="Text 12"/>
          <p:cNvSpPr txBox="1"/>
          <p:nvPr/>
        </p:nvSpPr>
        <p:spPr>
          <a:xfrm>
            <a:off x="6766560" y="1984248"/>
            <a:ext cx="2560320" cy="512064"/>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Autor</a:t>
            </a:r>
            <a:endParaRPr lang="en-US" sz="1400" dirty="0"/>
          </a:p>
        </p:txBody>
      </p:sp>
      <p:sp>
        <p:nvSpPr>
          <p:cNvPr id="16" name="Shape 13"/>
          <p:cNvSpPr/>
          <p:nvPr/>
        </p:nvSpPr>
        <p:spPr>
          <a:xfrm>
            <a:off x="9326880" y="2039112"/>
            <a:ext cx="2057400" cy="402336"/>
          </a:xfrm>
          <a:prstGeom prst="roundRect">
            <a:avLst>
              <a:gd name="adj" fmla="val 18182"/>
            </a:avLst>
          </a:prstGeom>
          <a:solidFill>
            <a:srgbClr val="DDF3B8"/>
          </a:solidFill>
          <a:ln w="12700">
            <a:solidFill>
              <a:srgbClr val="DDF3B8"/>
            </a:solidFill>
            <a:prstDash val="solid"/>
          </a:ln>
        </p:spPr>
      </p:sp>
      <p:sp>
        <p:nvSpPr>
          <p:cNvPr id="17" name="Text 14"/>
          <p:cNvSpPr txBox="1"/>
          <p:nvPr/>
        </p:nvSpPr>
        <p:spPr>
          <a:xfrm>
            <a:off x="9326880" y="2039112"/>
            <a:ext cx="2057400" cy="402336"/>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Kurzer Text</a:t>
            </a:r>
            <a:endParaRPr lang="en-US" sz="1300" dirty="0"/>
          </a:p>
        </p:txBody>
      </p:sp>
      <p:sp>
        <p:nvSpPr>
          <p:cNvPr id="18" name="Shape 15"/>
          <p:cNvSpPr/>
          <p:nvPr/>
        </p:nvSpPr>
        <p:spPr>
          <a:xfrm>
            <a:off x="6583680" y="2587752"/>
            <a:ext cx="4937760" cy="512064"/>
          </a:xfrm>
          <a:prstGeom prst="roundRect">
            <a:avLst>
              <a:gd name="adj" fmla="val 21429"/>
            </a:avLst>
          </a:prstGeom>
          <a:solidFill>
            <a:srgbClr val="FBFFF4"/>
          </a:solidFill>
          <a:ln w="15875">
            <a:solidFill>
              <a:srgbClr val="B8D98A"/>
            </a:solidFill>
            <a:prstDash val="solid"/>
          </a:ln>
        </p:spPr>
      </p:sp>
      <p:sp>
        <p:nvSpPr>
          <p:cNvPr id="19" name="Text 16"/>
          <p:cNvSpPr txBox="1"/>
          <p:nvPr/>
        </p:nvSpPr>
        <p:spPr>
          <a:xfrm>
            <a:off x="6766560" y="2587752"/>
            <a:ext cx="2560320" cy="512064"/>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Erscheinungsjahr</a:t>
            </a:r>
            <a:endParaRPr lang="en-US" sz="1400" dirty="0"/>
          </a:p>
        </p:txBody>
      </p:sp>
      <p:sp>
        <p:nvSpPr>
          <p:cNvPr id="20" name="Shape 17"/>
          <p:cNvSpPr/>
          <p:nvPr/>
        </p:nvSpPr>
        <p:spPr>
          <a:xfrm>
            <a:off x="9326880" y="2642616"/>
            <a:ext cx="2057400" cy="402336"/>
          </a:xfrm>
          <a:prstGeom prst="roundRect">
            <a:avLst>
              <a:gd name="adj" fmla="val 18182"/>
            </a:avLst>
          </a:prstGeom>
          <a:solidFill>
            <a:srgbClr val="DDF3B8"/>
          </a:solidFill>
          <a:ln w="12700">
            <a:solidFill>
              <a:srgbClr val="DDF3B8"/>
            </a:solidFill>
            <a:prstDash val="solid"/>
          </a:ln>
        </p:spPr>
      </p:sp>
      <p:sp>
        <p:nvSpPr>
          <p:cNvPr id="21" name="Text 18"/>
          <p:cNvSpPr txBox="1"/>
          <p:nvPr/>
        </p:nvSpPr>
        <p:spPr>
          <a:xfrm>
            <a:off x="9326880" y="2642616"/>
            <a:ext cx="2057400" cy="402336"/>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Zahl</a:t>
            </a:r>
            <a:endParaRPr lang="en-US" sz="1300" dirty="0"/>
          </a:p>
        </p:txBody>
      </p:sp>
      <p:sp>
        <p:nvSpPr>
          <p:cNvPr id="22" name="Shape 19"/>
          <p:cNvSpPr/>
          <p:nvPr/>
        </p:nvSpPr>
        <p:spPr>
          <a:xfrm>
            <a:off x="6583680" y="3191256"/>
            <a:ext cx="4937760" cy="512064"/>
          </a:xfrm>
          <a:prstGeom prst="roundRect">
            <a:avLst>
              <a:gd name="adj" fmla="val 21429"/>
            </a:avLst>
          </a:prstGeom>
          <a:solidFill>
            <a:srgbClr val="FBFFF4"/>
          </a:solidFill>
          <a:ln w="15875">
            <a:solidFill>
              <a:srgbClr val="B8D98A"/>
            </a:solidFill>
            <a:prstDash val="solid"/>
          </a:ln>
        </p:spPr>
      </p:sp>
      <p:sp>
        <p:nvSpPr>
          <p:cNvPr id="23" name="Text 20"/>
          <p:cNvSpPr txBox="1"/>
          <p:nvPr/>
        </p:nvSpPr>
        <p:spPr>
          <a:xfrm>
            <a:off x="6766560" y="3191256"/>
            <a:ext cx="2560320" cy="512064"/>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Seiten</a:t>
            </a:r>
            <a:endParaRPr lang="en-US" sz="1400" dirty="0"/>
          </a:p>
        </p:txBody>
      </p:sp>
      <p:sp>
        <p:nvSpPr>
          <p:cNvPr id="24" name="Shape 21"/>
          <p:cNvSpPr/>
          <p:nvPr/>
        </p:nvSpPr>
        <p:spPr>
          <a:xfrm>
            <a:off x="9326880" y="3246120"/>
            <a:ext cx="2057400" cy="402336"/>
          </a:xfrm>
          <a:prstGeom prst="roundRect">
            <a:avLst>
              <a:gd name="adj" fmla="val 18182"/>
            </a:avLst>
          </a:prstGeom>
          <a:solidFill>
            <a:srgbClr val="DDF3B8"/>
          </a:solidFill>
          <a:ln w="12700">
            <a:solidFill>
              <a:srgbClr val="DDF3B8"/>
            </a:solidFill>
            <a:prstDash val="solid"/>
          </a:ln>
        </p:spPr>
      </p:sp>
      <p:sp>
        <p:nvSpPr>
          <p:cNvPr id="25" name="Text 22"/>
          <p:cNvSpPr txBox="1"/>
          <p:nvPr/>
        </p:nvSpPr>
        <p:spPr>
          <a:xfrm>
            <a:off x="9326880" y="3246120"/>
            <a:ext cx="2057400" cy="402336"/>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Zahl</a:t>
            </a:r>
            <a:endParaRPr lang="en-US" sz="1300" dirty="0"/>
          </a:p>
        </p:txBody>
      </p:sp>
      <p:sp>
        <p:nvSpPr>
          <p:cNvPr id="26" name="Shape 23"/>
          <p:cNvSpPr/>
          <p:nvPr/>
        </p:nvSpPr>
        <p:spPr>
          <a:xfrm>
            <a:off x="6583680" y="3794760"/>
            <a:ext cx="4937760" cy="512064"/>
          </a:xfrm>
          <a:prstGeom prst="roundRect">
            <a:avLst>
              <a:gd name="adj" fmla="val 21429"/>
            </a:avLst>
          </a:prstGeom>
          <a:solidFill>
            <a:srgbClr val="FBFFF4"/>
          </a:solidFill>
          <a:ln w="15875">
            <a:solidFill>
              <a:srgbClr val="B8D98A"/>
            </a:solidFill>
            <a:prstDash val="solid"/>
          </a:ln>
        </p:spPr>
      </p:sp>
      <p:sp>
        <p:nvSpPr>
          <p:cNvPr id="27" name="Text 24"/>
          <p:cNvSpPr txBox="1"/>
          <p:nvPr/>
        </p:nvSpPr>
        <p:spPr>
          <a:xfrm>
            <a:off x="6766560" y="3794760"/>
            <a:ext cx="2560320" cy="512064"/>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Preis</a:t>
            </a:r>
            <a:endParaRPr lang="en-US" sz="1400" dirty="0"/>
          </a:p>
        </p:txBody>
      </p:sp>
      <p:sp>
        <p:nvSpPr>
          <p:cNvPr id="28" name="Shape 25"/>
          <p:cNvSpPr/>
          <p:nvPr/>
        </p:nvSpPr>
        <p:spPr>
          <a:xfrm>
            <a:off x="9326880" y="3849624"/>
            <a:ext cx="2057400" cy="402336"/>
          </a:xfrm>
          <a:prstGeom prst="roundRect">
            <a:avLst>
              <a:gd name="adj" fmla="val 18182"/>
            </a:avLst>
          </a:prstGeom>
          <a:solidFill>
            <a:srgbClr val="DDF3B8"/>
          </a:solidFill>
          <a:ln w="12700">
            <a:solidFill>
              <a:srgbClr val="DDF3B8"/>
            </a:solidFill>
            <a:prstDash val="solid"/>
          </a:ln>
        </p:spPr>
      </p:sp>
      <p:sp>
        <p:nvSpPr>
          <p:cNvPr id="29" name="Text 26"/>
          <p:cNvSpPr txBox="1"/>
          <p:nvPr/>
        </p:nvSpPr>
        <p:spPr>
          <a:xfrm>
            <a:off x="9326880" y="3849624"/>
            <a:ext cx="2057400" cy="402336"/>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Währung</a:t>
            </a:r>
            <a:endParaRPr lang="en-US" sz="1300" dirty="0"/>
          </a:p>
        </p:txBody>
      </p:sp>
      <p:sp>
        <p:nvSpPr>
          <p:cNvPr id="30" name="Shape 27"/>
          <p:cNvSpPr/>
          <p:nvPr/>
        </p:nvSpPr>
        <p:spPr>
          <a:xfrm>
            <a:off x="6583680" y="4398264"/>
            <a:ext cx="4937760" cy="512064"/>
          </a:xfrm>
          <a:prstGeom prst="roundRect">
            <a:avLst>
              <a:gd name="adj" fmla="val 21429"/>
            </a:avLst>
          </a:prstGeom>
          <a:solidFill>
            <a:srgbClr val="FBFFF4"/>
          </a:solidFill>
          <a:ln w="15875">
            <a:solidFill>
              <a:srgbClr val="B8D98A"/>
            </a:solidFill>
            <a:prstDash val="solid"/>
          </a:ln>
        </p:spPr>
      </p:sp>
      <p:sp>
        <p:nvSpPr>
          <p:cNvPr id="31" name="Text 28"/>
          <p:cNvSpPr txBox="1"/>
          <p:nvPr/>
        </p:nvSpPr>
        <p:spPr>
          <a:xfrm>
            <a:off x="6766560" y="4398264"/>
            <a:ext cx="2560320" cy="512064"/>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Bewertung</a:t>
            </a:r>
            <a:endParaRPr lang="en-US" sz="1400" dirty="0"/>
          </a:p>
        </p:txBody>
      </p:sp>
      <p:sp>
        <p:nvSpPr>
          <p:cNvPr id="32" name="Shape 29"/>
          <p:cNvSpPr/>
          <p:nvPr/>
        </p:nvSpPr>
        <p:spPr>
          <a:xfrm>
            <a:off x="9326880" y="4453128"/>
            <a:ext cx="2057400" cy="402336"/>
          </a:xfrm>
          <a:prstGeom prst="roundRect">
            <a:avLst>
              <a:gd name="adj" fmla="val 18182"/>
            </a:avLst>
          </a:prstGeom>
          <a:solidFill>
            <a:srgbClr val="DDF3B8"/>
          </a:solidFill>
          <a:ln w="12700">
            <a:solidFill>
              <a:srgbClr val="DDF3B8"/>
            </a:solidFill>
            <a:prstDash val="solid"/>
          </a:ln>
        </p:spPr>
      </p:sp>
      <p:sp>
        <p:nvSpPr>
          <p:cNvPr id="33" name="Text 30"/>
          <p:cNvSpPr txBox="1"/>
          <p:nvPr/>
        </p:nvSpPr>
        <p:spPr>
          <a:xfrm>
            <a:off x="9326880" y="4453128"/>
            <a:ext cx="2057400" cy="402336"/>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Zahl</a:t>
            </a:r>
            <a:endParaRPr lang="en-US" sz="1300" dirty="0"/>
          </a:p>
        </p:txBody>
      </p:sp>
      <p:sp>
        <p:nvSpPr>
          <p:cNvPr id="34" name="Shape 31"/>
          <p:cNvSpPr/>
          <p:nvPr/>
        </p:nvSpPr>
        <p:spPr>
          <a:xfrm>
            <a:off x="6583680" y="5001768"/>
            <a:ext cx="4937760" cy="512064"/>
          </a:xfrm>
          <a:prstGeom prst="roundRect">
            <a:avLst>
              <a:gd name="adj" fmla="val 21429"/>
            </a:avLst>
          </a:prstGeom>
          <a:solidFill>
            <a:srgbClr val="FBFFF4"/>
          </a:solidFill>
          <a:ln w="15875">
            <a:solidFill>
              <a:srgbClr val="B8D98A"/>
            </a:solidFill>
            <a:prstDash val="solid"/>
          </a:ln>
        </p:spPr>
      </p:sp>
      <p:sp>
        <p:nvSpPr>
          <p:cNvPr id="35" name="Text 32"/>
          <p:cNvSpPr txBox="1"/>
          <p:nvPr/>
        </p:nvSpPr>
        <p:spPr>
          <a:xfrm>
            <a:off x="6766560" y="5001768"/>
            <a:ext cx="2560320" cy="512064"/>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Ausgeliehen</a:t>
            </a:r>
            <a:endParaRPr lang="en-US" sz="1400" dirty="0"/>
          </a:p>
        </p:txBody>
      </p:sp>
      <p:sp>
        <p:nvSpPr>
          <p:cNvPr id="36" name="Shape 33"/>
          <p:cNvSpPr/>
          <p:nvPr/>
        </p:nvSpPr>
        <p:spPr>
          <a:xfrm>
            <a:off x="9326880" y="5056632"/>
            <a:ext cx="2057400" cy="402336"/>
          </a:xfrm>
          <a:prstGeom prst="roundRect">
            <a:avLst>
              <a:gd name="adj" fmla="val 18182"/>
            </a:avLst>
          </a:prstGeom>
          <a:solidFill>
            <a:srgbClr val="DDF3B8"/>
          </a:solidFill>
          <a:ln w="12700">
            <a:solidFill>
              <a:srgbClr val="DDF3B8"/>
            </a:solidFill>
            <a:prstDash val="solid"/>
          </a:ln>
        </p:spPr>
      </p:sp>
      <p:sp>
        <p:nvSpPr>
          <p:cNvPr id="37" name="Text 34"/>
          <p:cNvSpPr txBox="1"/>
          <p:nvPr/>
        </p:nvSpPr>
        <p:spPr>
          <a:xfrm>
            <a:off x="9326880" y="5056632"/>
            <a:ext cx="2057400" cy="402336"/>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Ja/Nein</a:t>
            </a:r>
            <a:endParaRPr lang="en-US" sz="1300" dirty="0"/>
          </a:p>
        </p:txBody>
      </p:sp>
      <p:sp>
        <p:nvSpPr>
          <p:cNvPr id="38" name="Shape 35"/>
          <p:cNvSpPr/>
          <p:nvPr/>
        </p:nvSpPr>
        <p:spPr>
          <a:xfrm>
            <a:off x="6583680" y="5605272"/>
            <a:ext cx="4937760" cy="512064"/>
          </a:xfrm>
          <a:prstGeom prst="roundRect">
            <a:avLst>
              <a:gd name="adj" fmla="val 21429"/>
            </a:avLst>
          </a:prstGeom>
          <a:solidFill>
            <a:srgbClr val="FBFFF4"/>
          </a:solidFill>
          <a:ln w="15875">
            <a:solidFill>
              <a:srgbClr val="B8D98A"/>
            </a:solidFill>
            <a:prstDash val="solid"/>
          </a:ln>
        </p:spPr>
      </p:sp>
      <p:sp>
        <p:nvSpPr>
          <p:cNvPr id="39" name="Text 36"/>
          <p:cNvSpPr txBox="1"/>
          <p:nvPr/>
        </p:nvSpPr>
        <p:spPr>
          <a:xfrm>
            <a:off x="6766560" y="5605272"/>
            <a:ext cx="2560320" cy="512064"/>
          </a:xfrm>
          <a:prstGeom prst="rect">
            <a:avLst/>
          </a:prstGeom>
          <a:noFill/>
          <a:ln/>
        </p:spPr>
        <p:txBody>
          <a:bodyPr wrap="square" lIns="0" tIns="0" rIns="0" bIns="0" rtlCol="0" anchor="ctr"/>
          <a:lstStyle/>
          <a:p>
            <a:pPr indent="0" marL="0">
              <a:buNone/>
            </a:pPr>
            <a:r>
              <a:rPr lang="en-US" sz="1400" dirty="0">
                <a:solidFill>
                  <a:srgbClr val="0E1F0C"/>
                </a:solidFill>
                <a:latin typeface="Poppins" pitchFamily="34" charset="0"/>
                <a:ea typeface="Poppins" pitchFamily="34" charset="-122"/>
                <a:cs typeface="Poppins" pitchFamily="34" charset="-120"/>
              </a:rPr>
              <a:t>Rückgabedatum</a:t>
            </a:r>
            <a:endParaRPr lang="en-US" sz="1400" dirty="0"/>
          </a:p>
        </p:txBody>
      </p:sp>
      <p:sp>
        <p:nvSpPr>
          <p:cNvPr id="40" name="Shape 37"/>
          <p:cNvSpPr/>
          <p:nvPr/>
        </p:nvSpPr>
        <p:spPr>
          <a:xfrm>
            <a:off x="9326880" y="5660136"/>
            <a:ext cx="2057400" cy="402336"/>
          </a:xfrm>
          <a:prstGeom prst="roundRect">
            <a:avLst>
              <a:gd name="adj" fmla="val 18182"/>
            </a:avLst>
          </a:prstGeom>
          <a:solidFill>
            <a:srgbClr val="DDF3B8"/>
          </a:solidFill>
          <a:ln w="12700">
            <a:solidFill>
              <a:srgbClr val="DDF3B8"/>
            </a:solidFill>
            <a:prstDash val="solid"/>
          </a:ln>
        </p:spPr>
      </p:sp>
      <p:sp>
        <p:nvSpPr>
          <p:cNvPr id="41" name="Text 38"/>
          <p:cNvSpPr txBox="1"/>
          <p:nvPr/>
        </p:nvSpPr>
        <p:spPr>
          <a:xfrm>
            <a:off x="9326880" y="5660136"/>
            <a:ext cx="2057400" cy="402336"/>
          </a:xfrm>
          <a:prstGeom prst="rect">
            <a:avLst/>
          </a:prstGeom>
          <a:noFill/>
          <a:ln/>
        </p:spPr>
        <p:txBody>
          <a:bodyPr wrap="square" lIns="0" tIns="0" rIns="0" bIns="0" rtlCol="0" anchor="ctr"/>
          <a:lstStyle/>
          <a:p>
            <a:pPr algn="ctr" indent="0" marL="0">
              <a:buNone/>
            </a:pPr>
            <a:r>
              <a:rPr lang="en-US" sz="1300" b="1" dirty="0">
                <a:solidFill>
                  <a:srgbClr val="0E1F0C"/>
                </a:solidFill>
                <a:latin typeface="Poppins" pitchFamily="34" charset="0"/>
                <a:ea typeface="Poppins" pitchFamily="34" charset="-122"/>
                <a:cs typeface="Poppins" pitchFamily="34" charset="-120"/>
              </a:rPr>
              <a:t>Datum/Uhrzeit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Die Buchnummer</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3800" dirty="0">
                <a:solidFill>
                  <a:srgbClr val="0E1F0C"/>
                </a:solidFill>
                <a:latin typeface="Poppins" pitchFamily="34" charset="0"/>
                <a:ea typeface="Poppins" pitchFamily="34" charset="-122"/>
                <a:cs typeface="Poppins" pitchFamily="34" charset="-120"/>
              </a:rPr>
              <a:t>Die Buchnummer wird unser </a:t>
            </a:r>
            <a:pPr indent="0" marL="0">
              <a:lnSpc>
                <a:spcPct val="105000"/>
              </a:lnSpc>
              <a:buNone/>
            </a:pPr>
            <a:r>
              <a:rPr lang="en-US" sz="3800" dirty="0">
                <a:solidFill>
                  <a:srgbClr val="26720A"/>
                </a:solidFill>
                <a:highlight>
                  <a:srgbClr val="B1FF37"/>
                </a:highlight>
                <a:latin typeface="Poppins" pitchFamily="34" charset="0"/>
                <a:ea typeface="Poppins" pitchFamily="34" charset="-122"/>
                <a:cs typeface="Poppins" pitchFamily="34" charset="-120"/>
              </a:rPr>
              <a:t>Primärschlüssel.</a:t>
            </a:r>
            <a:endParaRPr lang="en-US" sz="38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AutoWert: Access zählt von selbst hoch – 1, 2, 3 und so weiter.</a:t>
            </a:r>
            <a:endParaRPr lang="en-US" sz="1800" dirty="0"/>
          </a:p>
        </p:txBody>
      </p:sp>
      <p:sp>
        <p:nvSpPr>
          <p:cNvPr id="6" name="Shape 3"/>
          <p:cNvSpPr/>
          <p:nvPr/>
        </p:nvSpPr>
        <p:spPr>
          <a:xfrm>
            <a:off x="6697980" y="1028700"/>
            <a:ext cx="502920" cy="502920"/>
          </a:xfrm>
          <a:prstGeom prst="ellipse">
            <a:avLst/>
          </a:prstGeom>
          <a:solidFill>
            <a:srgbClr val="B1FF37"/>
          </a:solidFill>
          <a:ln w="25400">
            <a:solidFill>
              <a:srgbClr val="12301A"/>
            </a:solidFill>
            <a:prstDash val="solid"/>
          </a:ln>
        </p:spPr>
      </p:sp>
      <p:sp>
        <p:nvSpPr>
          <p:cNvPr id="7" name="Shape 4"/>
          <p:cNvSpPr/>
          <p:nvPr/>
        </p:nvSpPr>
        <p:spPr>
          <a:xfrm>
            <a:off x="7205472" y="1280160"/>
            <a:ext cx="731520" cy="0"/>
          </a:xfrm>
          <a:prstGeom prst="line">
            <a:avLst/>
          </a:prstGeom>
          <a:noFill/>
          <a:ln w="38100">
            <a:solidFill>
              <a:srgbClr val="12301A"/>
            </a:solidFill>
            <a:prstDash val="solid"/>
          </a:ln>
        </p:spPr>
      </p:sp>
      <p:sp>
        <p:nvSpPr>
          <p:cNvPr id="8" name="Shape 5"/>
          <p:cNvSpPr/>
          <p:nvPr/>
        </p:nvSpPr>
        <p:spPr>
          <a:xfrm>
            <a:off x="7680960" y="1280160"/>
            <a:ext cx="0" cy="201168"/>
          </a:xfrm>
          <a:prstGeom prst="line">
            <a:avLst/>
          </a:prstGeom>
          <a:noFill/>
          <a:ln w="38100">
            <a:solidFill>
              <a:srgbClr val="12301A"/>
            </a:solidFill>
            <a:prstDash val="solid"/>
          </a:ln>
        </p:spPr>
      </p:sp>
      <p:sp>
        <p:nvSpPr>
          <p:cNvPr id="9" name="Shape 6"/>
          <p:cNvSpPr/>
          <p:nvPr/>
        </p:nvSpPr>
        <p:spPr>
          <a:xfrm>
            <a:off x="7882128" y="1280160"/>
            <a:ext cx="0" cy="155448"/>
          </a:xfrm>
          <a:prstGeom prst="line">
            <a:avLst/>
          </a:prstGeom>
          <a:noFill/>
          <a:ln w="38100">
            <a:solidFill>
              <a:srgbClr val="12301A"/>
            </a:solidFill>
            <a:prstDash val="solid"/>
          </a:ln>
        </p:spPr>
      </p:sp>
      <p:sp>
        <p:nvSpPr>
          <p:cNvPr id="10" name="Text 7"/>
          <p:cNvSpPr txBox="1"/>
          <p:nvPr/>
        </p:nvSpPr>
        <p:spPr>
          <a:xfrm>
            <a:off x="8138160" y="1051560"/>
            <a:ext cx="3383280" cy="457200"/>
          </a:xfrm>
          <a:prstGeom prst="rect">
            <a:avLst/>
          </a:prstGeom>
          <a:noFill/>
          <a:ln/>
        </p:spPr>
        <p:txBody>
          <a:bodyPr wrap="square" lIns="0" tIns="0" rIns="0" bIns="0" rtlCol="0" anchor="t"/>
          <a:lstStyle/>
          <a:p>
            <a:pPr indent="0" marL="0">
              <a:buNone/>
            </a:pPr>
            <a:r>
              <a:rPr lang="en-US" sz="1600" b="1" dirty="0">
                <a:solidFill>
                  <a:srgbClr val="26720A"/>
                </a:solidFill>
                <a:latin typeface="Poppins" pitchFamily="34" charset="0"/>
                <a:ea typeface="Poppins" pitchFamily="34" charset="-122"/>
                <a:cs typeface="Poppins" pitchFamily="34" charset="-120"/>
              </a:rPr>
              <a:t>Primärschlüssel</a:t>
            </a:r>
            <a:endParaRPr lang="en-US" sz="1600" dirty="0"/>
          </a:p>
        </p:txBody>
      </p:sp>
      <p:sp>
        <p:nvSpPr>
          <p:cNvPr id="11" name="Shape 8"/>
          <p:cNvSpPr/>
          <p:nvPr/>
        </p:nvSpPr>
        <p:spPr>
          <a:xfrm>
            <a:off x="6583680" y="2011680"/>
            <a:ext cx="4023360" cy="914400"/>
          </a:xfrm>
          <a:prstGeom prst="roundRect">
            <a:avLst>
              <a:gd name="adj" fmla="val 15000"/>
            </a:avLst>
          </a:prstGeom>
          <a:solidFill>
            <a:srgbClr val="FBFFF4"/>
          </a:solidFill>
          <a:ln w="15875">
            <a:solidFill>
              <a:srgbClr val="B8D98A"/>
            </a:solidFill>
            <a:prstDash val="solid"/>
          </a:ln>
        </p:spPr>
      </p:sp>
      <p:sp>
        <p:nvSpPr>
          <p:cNvPr id="12" name="Shape 9"/>
          <p:cNvSpPr/>
          <p:nvPr/>
        </p:nvSpPr>
        <p:spPr>
          <a:xfrm>
            <a:off x="6766560" y="2148840"/>
            <a:ext cx="1005840" cy="640080"/>
          </a:xfrm>
          <a:prstGeom prst="roundRect">
            <a:avLst>
              <a:gd name="adj" fmla="val 17143"/>
            </a:avLst>
          </a:prstGeom>
          <a:solidFill>
            <a:srgbClr val="B1FF37"/>
          </a:solidFill>
          <a:ln w="12700">
            <a:solidFill>
              <a:srgbClr val="B1FF37"/>
            </a:solidFill>
            <a:prstDash val="solid"/>
          </a:ln>
        </p:spPr>
      </p:sp>
      <p:sp>
        <p:nvSpPr>
          <p:cNvPr id="13" name="Text 10"/>
          <p:cNvSpPr txBox="1"/>
          <p:nvPr/>
        </p:nvSpPr>
        <p:spPr>
          <a:xfrm>
            <a:off x="6766560" y="2148840"/>
            <a:ext cx="1005840" cy="640080"/>
          </a:xfrm>
          <a:prstGeom prst="rect">
            <a:avLst/>
          </a:prstGeom>
          <a:noFill/>
          <a:ln/>
        </p:spPr>
        <p:txBody>
          <a:bodyPr wrap="square" lIns="0" tIns="0" rIns="0" bIns="0" rtlCol="0" anchor="ctr"/>
          <a:lstStyle/>
          <a:p>
            <a:pPr algn="ctr" indent="0" marL="0">
              <a:buNone/>
            </a:pPr>
            <a:r>
              <a:rPr lang="en-US" sz="2200" b="1" dirty="0">
                <a:solidFill>
                  <a:srgbClr val="0E1F0C"/>
                </a:solidFill>
                <a:latin typeface="Poppins" pitchFamily="34" charset="0"/>
                <a:ea typeface="Poppins" pitchFamily="34" charset="-122"/>
                <a:cs typeface="Poppins" pitchFamily="34" charset="-120"/>
              </a:rPr>
              <a:t>1</a:t>
            </a:r>
            <a:endParaRPr lang="en-US" sz="2200" dirty="0"/>
          </a:p>
        </p:txBody>
      </p:sp>
      <p:sp>
        <p:nvSpPr>
          <p:cNvPr id="14" name="Shape 11"/>
          <p:cNvSpPr/>
          <p:nvPr/>
        </p:nvSpPr>
        <p:spPr>
          <a:xfrm>
            <a:off x="7955280" y="2331720"/>
            <a:ext cx="2468880" cy="274320"/>
          </a:xfrm>
          <a:prstGeom prst="roundRect">
            <a:avLst>
              <a:gd name="adj" fmla="val 33333"/>
            </a:avLst>
          </a:prstGeom>
          <a:solidFill>
            <a:srgbClr val="DDF3B8"/>
          </a:solidFill>
          <a:ln w="12700">
            <a:solidFill>
              <a:srgbClr val="DDF3B8"/>
            </a:solidFill>
            <a:prstDash val="solid"/>
          </a:ln>
        </p:spPr>
      </p:sp>
      <p:sp>
        <p:nvSpPr>
          <p:cNvPr id="15" name="Shape 12"/>
          <p:cNvSpPr/>
          <p:nvPr/>
        </p:nvSpPr>
        <p:spPr>
          <a:xfrm>
            <a:off x="10789920" y="2788920"/>
            <a:ext cx="548640" cy="548640"/>
          </a:xfrm>
          <a:prstGeom prst="ellipse">
            <a:avLst/>
          </a:prstGeom>
          <a:solidFill>
            <a:srgbClr val="12301A"/>
          </a:solidFill>
          <a:ln w="12700">
            <a:solidFill>
              <a:srgbClr val="12301A"/>
            </a:solidFill>
            <a:prstDash val="solid"/>
          </a:ln>
        </p:spPr>
      </p:sp>
      <p:sp>
        <p:nvSpPr>
          <p:cNvPr id="16" name="Text 13"/>
          <p:cNvSpPr txBox="1"/>
          <p:nvPr/>
        </p:nvSpPr>
        <p:spPr>
          <a:xfrm>
            <a:off x="10789920" y="2788920"/>
            <a:ext cx="548640" cy="548640"/>
          </a:xfrm>
          <a:prstGeom prst="rect">
            <a:avLst/>
          </a:prstGeom>
          <a:noFill/>
          <a:ln/>
        </p:spPr>
        <p:txBody>
          <a:bodyPr wrap="square" lIns="0" tIns="0" rIns="0" bIns="0" rtlCol="0" anchor="ctr"/>
          <a:lstStyle/>
          <a:p>
            <a:pPr algn="ctr" indent="0" marL="0">
              <a:buNone/>
            </a:pPr>
            <a:r>
              <a:rPr lang="en-US" sz="1500" b="1" dirty="0">
                <a:solidFill>
                  <a:srgbClr val="B1FF37"/>
                </a:solidFill>
                <a:latin typeface="Poppins" pitchFamily="34" charset="0"/>
                <a:ea typeface="Poppins" pitchFamily="34" charset="-122"/>
                <a:cs typeface="Poppins" pitchFamily="34" charset="-120"/>
              </a:rPr>
              <a:t>+1</a:t>
            </a:r>
            <a:endParaRPr lang="en-US" sz="1500" dirty="0"/>
          </a:p>
        </p:txBody>
      </p:sp>
      <p:sp>
        <p:nvSpPr>
          <p:cNvPr id="17" name="Shape 14"/>
          <p:cNvSpPr/>
          <p:nvPr/>
        </p:nvSpPr>
        <p:spPr>
          <a:xfrm>
            <a:off x="6583680" y="3200400"/>
            <a:ext cx="4023360" cy="914400"/>
          </a:xfrm>
          <a:prstGeom prst="roundRect">
            <a:avLst>
              <a:gd name="adj" fmla="val 15000"/>
            </a:avLst>
          </a:prstGeom>
          <a:solidFill>
            <a:srgbClr val="FBFFF4"/>
          </a:solidFill>
          <a:ln w="15875">
            <a:solidFill>
              <a:srgbClr val="B8D98A"/>
            </a:solidFill>
            <a:prstDash val="solid"/>
          </a:ln>
        </p:spPr>
      </p:sp>
      <p:sp>
        <p:nvSpPr>
          <p:cNvPr id="18" name="Shape 15"/>
          <p:cNvSpPr/>
          <p:nvPr/>
        </p:nvSpPr>
        <p:spPr>
          <a:xfrm>
            <a:off x="6766560" y="3337560"/>
            <a:ext cx="1005840" cy="640080"/>
          </a:xfrm>
          <a:prstGeom prst="roundRect">
            <a:avLst>
              <a:gd name="adj" fmla="val 17143"/>
            </a:avLst>
          </a:prstGeom>
          <a:solidFill>
            <a:srgbClr val="B1FF37"/>
          </a:solidFill>
          <a:ln w="12700">
            <a:solidFill>
              <a:srgbClr val="B1FF37"/>
            </a:solidFill>
            <a:prstDash val="solid"/>
          </a:ln>
        </p:spPr>
      </p:sp>
      <p:sp>
        <p:nvSpPr>
          <p:cNvPr id="19" name="Text 16"/>
          <p:cNvSpPr txBox="1"/>
          <p:nvPr/>
        </p:nvSpPr>
        <p:spPr>
          <a:xfrm>
            <a:off x="6766560" y="3337560"/>
            <a:ext cx="1005840" cy="640080"/>
          </a:xfrm>
          <a:prstGeom prst="rect">
            <a:avLst/>
          </a:prstGeom>
          <a:noFill/>
          <a:ln/>
        </p:spPr>
        <p:txBody>
          <a:bodyPr wrap="square" lIns="0" tIns="0" rIns="0" bIns="0" rtlCol="0" anchor="ctr"/>
          <a:lstStyle/>
          <a:p>
            <a:pPr algn="ctr" indent="0" marL="0">
              <a:buNone/>
            </a:pPr>
            <a:r>
              <a:rPr lang="en-US" sz="2200" b="1" dirty="0">
                <a:solidFill>
                  <a:srgbClr val="0E1F0C"/>
                </a:solidFill>
                <a:latin typeface="Poppins" pitchFamily="34" charset="0"/>
                <a:ea typeface="Poppins" pitchFamily="34" charset="-122"/>
                <a:cs typeface="Poppins" pitchFamily="34" charset="-120"/>
              </a:rPr>
              <a:t>2</a:t>
            </a:r>
            <a:endParaRPr lang="en-US" sz="2200" dirty="0"/>
          </a:p>
        </p:txBody>
      </p:sp>
      <p:sp>
        <p:nvSpPr>
          <p:cNvPr id="20" name="Shape 17"/>
          <p:cNvSpPr/>
          <p:nvPr/>
        </p:nvSpPr>
        <p:spPr>
          <a:xfrm>
            <a:off x="7955280" y="3520440"/>
            <a:ext cx="2468880" cy="274320"/>
          </a:xfrm>
          <a:prstGeom prst="roundRect">
            <a:avLst>
              <a:gd name="adj" fmla="val 33333"/>
            </a:avLst>
          </a:prstGeom>
          <a:solidFill>
            <a:srgbClr val="DDF3B8"/>
          </a:solidFill>
          <a:ln w="12700">
            <a:solidFill>
              <a:srgbClr val="DDF3B8"/>
            </a:solidFill>
            <a:prstDash val="solid"/>
          </a:ln>
        </p:spPr>
      </p:sp>
      <p:sp>
        <p:nvSpPr>
          <p:cNvPr id="21" name="Shape 18"/>
          <p:cNvSpPr/>
          <p:nvPr/>
        </p:nvSpPr>
        <p:spPr>
          <a:xfrm>
            <a:off x="10789920" y="3977640"/>
            <a:ext cx="548640" cy="548640"/>
          </a:xfrm>
          <a:prstGeom prst="ellipse">
            <a:avLst/>
          </a:prstGeom>
          <a:solidFill>
            <a:srgbClr val="12301A"/>
          </a:solidFill>
          <a:ln w="12700">
            <a:solidFill>
              <a:srgbClr val="12301A"/>
            </a:solidFill>
            <a:prstDash val="solid"/>
          </a:ln>
        </p:spPr>
      </p:sp>
      <p:sp>
        <p:nvSpPr>
          <p:cNvPr id="22" name="Text 19"/>
          <p:cNvSpPr txBox="1"/>
          <p:nvPr/>
        </p:nvSpPr>
        <p:spPr>
          <a:xfrm>
            <a:off x="10789920" y="3977640"/>
            <a:ext cx="548640" cy="548640"/>
          </a:xfrm>
          <a:prstGeom prst="rect">
            <a:avLst/>
          </a:prstGeom>
          <a:noFill/>
          <a:ln/>
        </p:spPr>
        <p:txBody>
          <a:bodyPr wrap="square" lIns="0" tIns="0" rIns="0" bIns="0" rtlCol="0" anchor="ctr"/>
          <a:lstStyle/>
          <a:p>
            <a:pPr algn="ctr" indent="0" marL="0">
              <a:buNone/>
            </a:pPr>
            <a:r>
              <a:rPr lang="en-US" sz="1500" b="1" dirty="0">
                <a:solidFill>
                  <a:srgbClr val="B1FF37"/>
                </a:solidFill>
                <a:latin typeface="Poppins" pitchFamily="34" charset="0"/>
                <a:ea typeface="Poppins" pitchFamily="34" charset="-122"/>
                <a:cs typeface="Poppins" pitchFamily="34" charset="-120"/>
              </a:rPr>
              <a:t>+1</a:t>
            </a:r>
            <a:endParaRPr lang="en-US" sz="1500" dirty="0"/>
          </a:p>
        </p:txBody>
      </p:sp>
      <p:sp>
        <p:nvSpPr>
          <p:cNvPr id="23" name="Shape 20"/>
          <p:cNvSpPr/>
          <p:nvPr/>
        </p:nvSpPr>
        <p:spPr>
          <a:xfrm>
            <a:off x="6583680" y="4389120"/>
            <a:ext cx="4023360" cy="914400"/>
          </a:xfrm>
          <a:prstGeom prst="roundRect">
            <a:avLst>
              <a:gd name="adj" fmla="val 15000"/>
            </a:avLst>
          </a:prstGeom>
          <a:solidFill>
            <a:srgbClr val="FBFFF4"/>
          </a:solidFill>
          <a:ln w="15875">
            <a:solidFill>
              <a:srgbClr val="B8D98A"/>
            </a:solidFill>
            <a:prstDash val="solid"/>
          </a:ln>
        </p:spPr>
      </p:sp>
      <p:sp>
        <p:nvSpPr>
          <p:cNvPr id="24" name="Shape 21"/>
          <p:cNvSpPr/>
          <p:nvPr/>
        </p:nvSpPr>
        <p:spPr>
          <a:xfrm>
            <a:off x="6766560" y="4526280"/>
            <a:ext cx="1005840" cy="640080"/>
          </a:xfrm>
          <a:prstGeom prst="roundRect">
            <a:avLst>
              <a:gd name="adj" fmla="val 17143"/>
            </a:avLst>
          </a:prstGeom>
          <a:solidFill>
            <a:srgbClr val="B1FF37"/>
          </a:solidFill>
          <a:ln w="12700">
            <a:solidFill>
              <a:srgbClr val="B1FF37"/>
            </a:solidFill>
            <a:prstDash val="solid"/>
          </a:ln>
        </p:spPr>
      </p:sp>
      <p:sp>
        <p:nvSpPr>
          <p:cNvPr id="25" name="Text 22"/>
          <p:cNvSpPr txBox="1"/>
          <p:nvPr/>
        </p:nvSpPr>
        <p:spPr>
          <a:xfrm>
            <a:off x="6766560" y="4526280"/>
            <a:ext cx="1005840" cy="640080"/>
          </a:xfrm>
          <a:prstGeom prst="rect">
            <a:avLst/>
          </a:prstGeom>
          <a:noFill/>
          <a:ln/>
        </p:spPr>
        <p:txBody>
          <a:bodyPr wrap="square" lIns="0" tIns="0" rIns="0" bIns="0" rtlCol="0" anchor="ctr"/>
          <a:lstStyle/>
          <a:p>
            <a:pPr algn="ctr" indent="0" marL="0">
              <a:buNone/>
            </a:pPr>
            <a:r>
              <a:rPr lang="en-US" sz="2200" b="1" dirty="0">
                <a:solidFill>
                  <a:srgbClr val="0E1F0C"/>
                </a:solidFill>
                <a:latin typeface="Poppins" pitchFamily="34" charset="0"/>
                <a:ea typeface="Poppins" pitchFamily="34" charset="-122"/>
                <a:cs typeface="Poppins" pitchFamily="34" charset="-120"/>
              </a:rPr>
              <a:t>3</a:t>
            </a:r>
            <a:endParaRPr lang="en-US" sz="2200" dirty="0"/>
          </a:p>
        </p:txBody>
      </p:sp>
      <p:sp>
        <p:nvSpPr>
          <p:cNvPr id="26" name="Shape 23"/>
          <p:cNvSpPr/>
          <p:nvPr/>
        </p:nvSpPr>
        <p:spPr>
          <a:xfrm>
            <a:off x="7955280" y="4709160"/>
            <a:ext cx="2468880" cy="274320"/>
          </a:xfrm>
          <a:prstGeom prst="roundRect">
            <a:avLst>
              <a:gd name="adj" fmla="val 33333"/>
            </a:avLst>
          </a:prstGeom>
          <a:solidFill>
            <a:srgbClr val="DDF3B8"/>
          </a:solidFill>
          <a:ln w="12700">
            <a:solidFill>
              <a:srgbClr val="DDF3B8"/>
            </a:solidFill>
            <a:prstDash val="solid"/>
          </a:ln>
        </p:spPr>
      </p:sp>
      <p:sp>
        <p:nvSpPr>
          <p:cNvPr id="27" name="Text 24"/>
          <p:cNvSpPr txBox="1"/>
          <p:nvPr/>
        </p:nvSpPr>
        <p:spPr>
          <a:xfrm>
            <a:off x="6583680" y="5577840"/>
            <a:ext cx="4937760" cy="457200"/>
          </a:xfrm>
          <a:prstGeom prst="rect">
            <a:avLst/>
          </a:prstGeom>
          <a:noFill/>
          <a:ln/>
        </p:spPr>
        <p:txBody>
          <a:bodyPr wrap="square" lIns="0" tIns="0" rIns="0" bIns="0" rtlCol="0" anchor="t"/>
          <a:lstStyle/>
          <a:p>
            <a:pPr indent="0" marL="0">
              <a:buNone/>
            </a:pPr>
            <a:r>
              <a:rPr lang="en-US" sz="1500" dirty="0">
                <a:solidFill>
                  <a:srgbClr val="5B6B50"/>
                </a:solidFill>
                <a:latin typeface="Poppins" pitchFamily="34" charset="0"/>
                <a:ea typeface="Poppins" pitchFamily="34" charset="-122"/>
                <a:cs typeface="Poppins" pitchFamily="34" charset="-120"/>
              </a:rPr>
              <a:t>jedes Buch bekommt eine eigene Nummer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Dein Plan</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200" dirty="0">
                <a:solidFill>
                  <a:srgbClr val="0E1F0C"/>
                </a:solidFill>
                <a:latin typeface="Poppins" pitchFamily="34" charset="0"/>
                <a:ea typeface="Poppins" pitchFamily="34" charset="-122"/>
                <a:cs typeface="Poppins" pitchFamily="34" charset="-120"/>
              </a:rPr>
              <a:t>Schreib dir den </a:t>
            </a:r>
            <a:pPr indent="0" marL="0">
              <a:lnSpc>
                <a:spcPct val="105000"/>
              </a:lnSpc>
              <a:buNone/>
            </a:pPr>
            <a:r>
              <a:rPr lang="en-US" sz="4200" dirty="0">
                <a:solidFill>
                  <a:srgbClr val="26720A"/>
                </a:solidFill>
                <a:highlight>
                  <a:srgbClr val="B1FF37"/>
                </a:highlight>
                <a:latin typeface="Poppins" pitchFamily="34" charset="0"/>
                <a:ea typeface="Poppins" pitchFamily="34" charset="-122"/>
                <a:cs typeface="Poppins" pitchFamily="34" charset="-120"/>
              </a:rPr>
              <a:t>Plan</a:t>
            </a:r>
            <a:pPr indent="0" marL="0">
              <a:lnSpc>
                <a:spcPct val="105000"/>
              </a:lnSpc>
              <a:buNone/>
            </a:pPr>
            <a:r>
              <a:rPr lang="en-US" sz="4200" dirty="0">
                <a:solidFill>
                  <a:srgbClr val="0E1F0C"/>
                </a:solidFill>
                <a:latin typeface="Poppins" pitchFamily="34" charset="0"/>
                <a:ea typeface="Poppins" pitchFamily="34" charset="-122"/>
                <a:cs typeface="Poppins" pitchFamily="34" charset="-120"/>
              </a:rPr>
              <a:t> auf einen Zettel.</a:t>
            </a:r>
            <a:endParaRPr lang="en-US" sz="4200" dirty="0"/>
          </a:p>
        </p:txBody>
      </p:sp>
      <p:sp>
        <p:nvSpPr>
          <p:cNvPr id="5" name="Text 2"/>
          <p:cNvSpPr txBox="1"/>
          <p:nvPr/>
        </p:nvSpPr>
        <p:spPr>
          <a:xfrm>
            <a:off x="640080" y="438912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Das spart später viel Ärger.</a:t>
            </a:r>
            <a:endParaRPr lang="en-US" sz="1800" dirty="0"/>
          </a:p>
        </p:txBody>
      </p:sp>
      <p:sp>
        <p:nvSpPr>
          <p:cNvPr id="6" name="Shape 3"/>
          <p:cNvSpPr/>
          <p:nvPr/>
        </p:nvSpPr>
        <p:spPr>
          <a:xfrm>
            <a:off x="6903720" y="1097280"/>
            <a:ext cx="4572000" cy="4754880"/>
          </a:xfrm>
          <a:prstGeom prst="rect">
            <a:avLst/>
          </a:prstGeom>
          <a:solidFill>
            <a:srgbClr val="B8D98A"/>
          </a:solidFill>
          <a:ln w="12700">
            <a:solidFill>
              <a:srgbClr val="B8D98A"/>
            </a:solidFill>
            <a:prstDash val="solid"/>
          </a:ln>
        </p:spPr>
      </p:sp>
      <p:sp>
        <p:nvSpPr>
          <p:cNvPr id="7" name="Shape 4"/>
          <p:cNvSpPr/>
          <p:nvPr/>
        </p:nvSpPr>
        <p:spPr>
          <a:xfrm>
            <a:off x="6766560" y="960120"/>
            <a:ext cx="4572000" cy="4754880"/>
          </a:xfrm>
          <a:prstGeom prst="rect">
            <a:avLst/>
          </a:prstGeom>
          <a:solidFill>
            <a:srgbClr val="B1FF37"/>
          </a:solidFill>
          <a:ln w="25400">
            <a:solidFill>
              <a:srgbClr val="12301A"/>
            </a:solidFill>
            <a:prstDash val="solid"/>
          </a:ln>
        </p:spPr>
      </p:sp>
      <p:sp>
        <p:nvSpPr>
          <p:cNvPr id="8" name="Shape 5"/>
          <p:cNvSpPr/>
          <p:nvPr/>
        </p:nvSpPr>
        <p:spPr>
          <a:xfrm>
            <a:off x="8846820" y="754380"/>
            <a:ext cx="411480" cy="411480"/>
          </a:xfrm>
          <a:prstGeom prst="ellipse">
            <a:avLst/>
          </a:prstGeom>
          <a:solidFill>
            <a:srgbClr val="FF7A45"/>
          </a:solidFill>
          <a:ln w="25400">
            <a:solidFill>
              <a:srgbClr val="12301A"/>
            </a:solidFill>
            <a:prstDash val="solid"/>
          </a:ln>
        </p:spPr>
      </p:sp>
      <p:sp>
        <p:nvSpPr>
          <p:cNvPr id="9" name="Text 6"/>
          <p:cNvSpPr txBox="1"/>
          <p:nvPr/>
        </p:nvSpPr>
        <p:spPr>
          <a:xfrm>
            <a:off x="7040880" y="1371600"/>
            <a:ext cx="4023360" cy="548640"/>
          </a:xfrm>
          <a:prstGeom prst="rect">
            <a:avLst/>
          </a:prstGeom>
          <a:noFill/>
          <a:ln/>
        </p:spPr>
        <p:txBody>
          <a:bodyPr wrap="square" lIns="0" tIns="0" rIns="0" bIns="0" rtlCol="0" anchor="t"/>
          <a:lstStyle/>
          <a:p>
            <a:pPr indent="0" marL="0">
              <a:buNone/>
            </a:pPr>
            <a:r>
              <a:rPr lang="en-US" sz="2400" b="1" dirty="0">
                <a:solidFill>
                  <a:srgbClr val="0E1F0C"/>
                </a:solidFill>
                <a:latin typeface="Poppins" pitchFamily="34" charset="0"/>
                <a:ea typeface="Poppins" pitchFamily="34" charset="-122"/>
                <a:cs typeface="Poppins" pitchFamily="34" charset="-120"/>
              </a:rPr>
              <a:t>Mein Plan</a:t>
            </a:r>
            <a:endParaRPr lang="en-US" sz="2400" dirty="0"/>
          </a:p>
        </p:txBody>
      </p:sp>
      <p:sp>
        <p:nvSpPr>
          <p:cNvPr id="10" name="Text 7"/>
          <p:cNvSpPr txBox="1"/>
          <p:nvPr/>
        </p:nvSpPr>
        <p:spPr>
          <a:xfrm>
            <a:off x="7040880" y="2103120"/>
            <a:ext cx="4023360" cy="33832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0E1F0C"/>
                </a:solidFill>
                <a:latin typeface="Poppins" pitchFamily="34" charset="0"/>
                <a:ea typeface="Poppins" pitchFamily="34" charset="-122"/>
                <a:cs typeface="Poppins" pitchFamily="34" charset="-120"/>
              </a:rPr>
              <a:t>Buchnummer – AutoWert</a:t>
            </a:r>
            <a:endParaRPr lang="en-US" sz="1700" dirty="0"/>
          </a:p>
          <a:p>
            <a:pPr marL="342900" indent="-342900">
              <a:spcAft>
                <a:spcPts val="800"/>
              </a:spcAft>
              <a:buSzPct val="100000"/>
              <a:buChar char="•"/>
            </a:pPr>
            <a:r>
              <a:rPr lang="en-US" sz="1700" dirty="0">
                <a:solidFill>
                  <a:srgbClr val="0E1F0C"/>
                </a:solidFill>
                <a:latin typeface="Poppins" pitchFamily="34" charset="0"/>
                <a:ea typeface="Poppins" pitchFamily="34" charset="-122"/>
                <a:cs typeface="Poppins" pitchFamily="34" charset="-120"/>
              </a:rPr>
              <a:t>Titel, Autor – Kurzer Text</a:t>
            </a:r>
            <a:endParaRPr lang="en-US" sz="1700" dirty="0"/>
          </a:p>
          <a:p>
            <a:pPr marL="342900" indent="-342900">
              <a:spcAft>
                <a:spcPts val="800"/>
              </a:spcAft>
              <a:buSzPct val="100000"/>
              <a:buChar char="•"/>
            </a:pPr>
            <a:r>
              <a:rPr lang="en-US" sz="1700" dirty="0">
                <a:solidFill>
                  <a:srgbClr val="0E1F0C"/>
                </a:solidFill>
                <a:latin typeface="Poppins" pitchFamily="34" charset="0"/>
                <a:ea typeface="Poppins" pitchFamily="34" charset="-122"/>
                <a:cs typeface="Poppins" pitchFamily="34" charset="-120"/>
              </a:rPr>
              <a:t>Jahr, Seiten, Bewertung – Zahl</a:t>
            </a:r>
            <a:endParaRPr lang="en-US" sz="1700" dirty="0"/>
          </a:p>
          <a:p>
            <a:pPr marL="342900" indent="-342900">
              <a:spcAft>
                <a:spcPts val="800"/>
              </a:spcAft>
              <a:buSzPct val="100000"/>
              <a:buChar char="•"/>
            </a:pPr>
            <a:r>
              <a:rPr lang="en-US" sz="1700" dirty="0">
                <a:solidFill>
                  <a:srgbClr val="0E1F0C"/>
                </a:solidFill>
                <a:latin typeface="Poppins" pitchFamily="34" charset="0"/>
                <a:ea typeface="Poppins" pitchFamily="34" charset="-122"/>
                <a:cs typeface="Poppins" pitchFamily="34" charset="-120"/>
              </a:rPr>
              <a:t>Preis – Währung</a:t>
            </a:r>
            <a:endParaRPr lang="en-US" sz="1700" dirty="0"/>
          </a:p>
          <a:p>
            <a:pPr marL="342900" indent="-342900">
              <a:spcAft>
                <a:spcPts val="800"/>
              </a:spcAft>
              <a:buSzPct val="100000"/>
              <a:buChar char="•"/>
            </a:pPr>
            <a:r>
              <a:rPr lang="en-US" sz="1700" dirty="0">
                <a:solidFill>
                  <a:srgbClr val="0E1F0C"/>
                </a:solidFill>
                <a:latin typeface="Poppins" pitchFamily="34" charset="0"/>
                <a:ea typeface="Poppins" pitchFamily="34" charset="-122"/>
                <a:cs typeface="Poppins" pitchFamily="34" charset="-120"/>
              </a:rPr>
              <a:t>Ausgeliehen – Ja/Nein</a:t>
            </a:r>
            <a:endParaRPr lang="en-US" sz="1700" dirty="0"/>
          </a:p>
          <a:p>
            <a:pPr marL="342900" indent="-342900">
              <a:spcAft>
                <a:spcPts val="800"/>
              </a:spcAft>
              <a:buSzPct val="100000"/>
              <a:buChar char="•"/>
            </a:pPr>
            <a:r>
              <a:rPr lang="en-US" sz="1700" dirty="0">
                <a:solidFill>
                  <a:srgbClr val="0E1F0C"/>
                </a:solidFill>
                <a:latin typeface="Poppins" pitchFamily="34" charset="0"/>
                <a:ea typeface="Poppins" pitchFamily="34" charset="-122"/>
                <a:cs typeface="Poppins" pitchFamily="34" charset="-120"/>
              </a:rPr>
              <a:t>Rückgabedatum – Datum/Uhrzeit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640080" y="1097280"/>
            <a:ext cx="7315200" cy="365760"/>
          </a:xfrm>
          <a:prstGeom prst="rect">
            <a:avLst/>
          </a:prstGeom>
          <a:noFill/>
          <a:ln/>
        </p:spPr>
        <p:txBody>
          <a:bodyPr wrap="square" lIns="0" tIns="0" rIns="0" bIns="0" rtlCol="0" anchor="t"/>
          <a:lstStyle/>
          <a:p>
            <a:pPr indent="0" marL="0">
              <a:buNone/>
            </a:pPr>
            <a:r>
              <a:rPr lang="en-US" sz="1800" b="1" dirty="0">
                <a:solidFill>
                  <a:srgbClr val="26720A"/>
                </a:solidFill>
                <a:latin typeface="Poppins" pitchFamily="34" charset="0"/>
                <a:ea typeface="Poppins" pitchFamily="34" charset="-122"/>
                <a:cs typeface="Poppins" pitchFamily="34" charset="-120"/>
              </a:rPr>
              <a:t>Jetzt geht es los</a:t>
            </a:r>
            <a:endParaRPr lang="en-US" sz="1800" dirty="0"/>
          </a:p>
        </p:txBody>
      </p:sp>
      <p:sp>
        <p:nvSpPr>
          <p:cNvPr id="4" name="Text 1"/>
          <p:cNvSpPr txBox="1"/>
          <p:nvPr/>
        </p:nvSpPr>
        <p:spPr>
          <a:xfrm>
            <a:off x="640080" y="1600200"/>
            <a:ext cx="5669280" cy="2743200"/>
          </a:xfrm>
          <a:prstGeom prst="rect">
            <a:avLst/>
          </a:prstGeom>
          <a:noFill/>
          <a:ln/>
        </p:spPr>
        <p:txBody>
          <a:bodyPr wrap="square" lIns="0" tIns="0" rIns="0" bIns="0" rtlCol="0" anchor="t"/>
          <a:lstStyle/>
          <a:p>
            <a:pPr indent="0" marL="0">
              <a:lnSpc>
                <a:spcPct val="105000"/>
              </a:lnSpc>
              <a:buNone/>
            </a:pPr>
            <a:r>
              <a:rPr lang="en-US" sz="4400" dirty="0">
                <a:solidFill>
                  <a:srgbClr val="0E1F0C"/>
                </a:solidFill>
                <a:latin typeface="Poppins" pitchFamily="34" charset="0"/>
                <a:ea typeface="Poppins" pitchFamily="34" charset="-122"/>
                <a:cs typeface="Poppins" pitchFamily="34" charset="-120"/>
              </a:rPr>
              <a:t>Jetzt öffnen wir </a:t>
            </a:r>
            <a:pPr indent="0" marL="0">
              <a:lnSpc>
                <a:spcPct val="105000"/>
              </a:lnSpc>
              <a:buNone/>
            </a:pPr>
            <a:r>
              <a:rPr lang="en-US" sz="4400" dirty="0">
                <a:solidFill>
                  <a:srgbClr val="26720A"/>
                </a:solidFill>
                <a:highlight>
                  <a:srgbClr val="B1FF37"/>
                </a:highlight>
                <a:latin typeface="Poppins" pitchFamily="34" charset="0"/>
                <a:ea typeface="Poppins" pitchFamily="34" charset="-122"/>
                <a:cs typeface="Poppins" pitchFamily="34" charset="-120"/>
              </a:rPr>
              <a:t>Access.</a:t>
            </a:r>
            <a:endParaRPr lang="en-US" sz="4400" dirty="0"/>
          </a:p>
        </p:txBody>
      </p:sp>
      <p:sp>
        <p:nvSpPr>
          <p:cNvPr id="5" name="Text 2"/>
          <p:cNvSpPr txBox="1"/>
          <p:nvPr/>
        </p:nvSpPr>
        <p:spPr>
          <a:xfrm>
            <a:off x="640080" y="4206240"/>
            <a:ext cx="5486400" cy="1645920"/>
          </a:xfrm>
          <a:prstGeom prst="rect">
            <a:avLst/>
          </a:prstGeom>
          <a:noFill/>
          <a:ln/>
        </p:spPr>
        <p:txBody>
          <a:bodyPr wrap="square" lIns="0" tIns="0" rIns="0" bIns="0" rtlCol="0" anchor="t"/>
          <a:lstStyle/>
          <a:p>
            <a:pPr indent="0" marL="0">
              <a:lnSpc>
                <a:spcPct val="120000"/>
              </a:lnSpc>
              <a:buNone/>
            </a:pPr>
            <a:r>
              <a:rPr lang="en-US" sz="1800" dirty="0">
                <a:solidFill>
                  <a:srgbClr val="5B6B50"/>
                </a:solidFill>
                <a:latin typeface="Poppins" pitchFamily="34" charset="0"/>
                <a:ea typeface="Poppins" pitchFamily="34" charset="-122"/>
                <a:cs typeface="Poppins" pitchFamily="34" charset="-120"/>
              </a:rPr>
              <a:t>Leg deinen Zettel bereit – wir bauen die Tabelle nach deinem Plan.</a:t>
            </a:r>
            <a:endParaRPr lang="en-US" sz="1800" dirty="0"/>
          </a:p>
        </p:txBody>
      </p:sp>
      <p:sp>
        <p:nvSpPr>
          <p:cNvPr id="6" name="Shape 3"/>
          <p:cNvSpPr/>
          <p:nvPr/>
        </p:nvSpPr>
        <p:spPr>
          <a:xfrm>
            <a:off x="6720840" y="1234440"/>
            <a:ext cx="2103120" cy="2651760"/>
          </a:xfrm>
          <a:prstGeom prst="rect">
            <a:avLst/>
          </a:prstGeom>
          <a:solidFill>
            <a:srgbClr val="B8D98A"/>
          </a:solidFill>
          <a:ln w="12700">
            <a:solidFill>
              <a:srgbClr val="B8D98A"/>
            </a:solidFill>
            <a:prstDash val="solid"/>
          </a:ln>
        </p:spPr>
      </p:sp>
      <p:sp>
        <p:nvSpPr>
          <p:cNvPr id="7" name="Shape 4"/>
          <p:cNvSpPr/>
          <p:nvPr/>
        </p:nvSpPr>
        <p:spPr>
          <a:xfrm>
            <a:off x="6629400" y="1143000"/>
            <a:ext cx="2103120" cy="2651760"/>
          </a:xfrm>
          <a:prstGeom prst="rect">
            <a:avLst/>
          </a:prstGeom>
          <a:solidFill>
            <a:srgbClr val="B1FF37"/>
          </a:solidFill>
          <a:ln w="25400">
            <a:solidFill>
              <a:srgbClr val="12301A"/>
            </a:solidFill>
            <a:prstDash val="solid"/>
          </a:ln>
        </p:spPr>
      </p:sp>
      <p:sp>
        <p:nvSpPr>
          <p:cNvPr id="8" name="Shape 5"/>
          <p:cNvSpPr/>
          <p:nvPr/>
        </p:nvSpPr>
        <p:spPr>
          <a:xfrm>
            <a:off x="7543800" y="1005840"/>
            <a:ext cx="274320" cy="274320"/>
          </a:xfrm>
          <a:prstGeom prst="ellipse">
            <a:avLst/>
          </a:prstGeom>
          <a:solidFill>
            <a:srgbClr val="FF7A45"/>
          </a:solidFill>
          <a:ln w="25400">
            <a:solidFill>
              <a:srgbClr val="12301A"/>
            </a:solidFill>
            <a:prstDash val="solid"/>
          </a:ln>
        </p:spPr>
      </p:sp>
      <p:sp>
        <p:nvSpPr>
          <p:cNvPr id="9" name="Text 6"/>
          <p:cNvSpPr txBox="1"/>
          <p:nvPr/>
        </p:nvSpPr>
        <p:spPr>
          <a:xfrm>
            <a:off x="6766560" y="1417320"/>
            <a:ext cx="1828800" cy="365760"/>
          </a:xfrm>
          <a:prstGeom prst="rect">
            <a:avLst/>
          </a:prstGeom>
          <a:noFill/>
          <a:ln/>
        </p:spPr>
        <p:txBody>
          <a:bodyPr wrap="square" lIns="0" tIns="0" rIns="0" bIns="0" rtlCol="0" anchor="t"/>
          <a:lstStyle/>
          <a:p>
            <a:pPr algn="ctr" indent="0" marL="0">
              <a:buNone/>
            </a:pPr>
            <a:r>
              <a:rPr lang="en-US" sz="1500" b="1" dirty="0">
                <a:solidFill>
                  <a:srgbClr val="0E1F0C"/>
                </a:solidFill>
                <a:latin typeface="Poppins" pitchFamily="34" charset="0"/>
                <a:ea typeface="Poppins" pitchFamily="34" charset="-122"/>
                <a:cs typeface="Poppins" pitchFamily="34" charset="-120"/>
              </a:rPr>
              <a:t>Mein Plan</a:t>
            </a:r>
            <a:endParaRPr lang="en-US" sz="1500" dirty="0"/>
          </a:p>
        </p:txBody>
      </p:sp>
      <p:sp>
        <p:nvSpPr>
          <p:cNvPr id="10" name="Shape 7"/>
          <p:cNvSpPr/>
          <p:nvPr/>
        </p:nvSpPr>
        <p:spPr>
          <a:xfrm>
            <a:off x="6858000" y="1965960"/>
            <a:ext cx="1645920" cy="0"/>
          </a:xfrm>
          <a:prstGeom prst="line">
            <a:avLst/>
          </a:prstGeom>
          <a:noFill/>
          <a:ln w="25400">
            <a:solidFill>
              <a:srgbClr val="12301A"/>
            </a:solidFill>
            <a:prstDash val="solid"/>
          </a:ln>
        </p:spPr>
      </p:sp>
      <p:sp>
        <p:nvSpPr>
          <p:cNvPr id="11" name="Shape 8"/>
          <p:cNvSpPr/>
          <p:nvPr/>
        </p:nvSpPr>
        <p:spPr>
          <a:xfrm>
            <a:off x="6858000" y="2377440"/>
            <a:ext cx="1645920" cy="0"/>
          </a:xfrm>
          <a:prstGeom prst="line">
            <a:avLst/>
          </a:prstGeom>
          <a:noFill/>
          <a:ln w="25400">
            <a:solidFill>
              <a:srgbClr val="12301A"/>
            </a:solidFill>
            <a:prstDash val="solid"/>
          </a:ln>
        </p:spPr>
      </p:sp>
      <p:sp>
        <p:nvSpPr>
          <p:cNvPr id="12" name="Shape 9"/>
          <p:cNvSpPr/>
          <p:nvPr/>
        </p:nvSpPr>
        <p:spPr>
          <a:xfrm>
            <a:off x="6858000" y="2788920"/>
            <a:ext cx="1645920" cy="0"/>
          </a:xfrm>
          <a:prstGeom prst="line">
            <a:avLst/>
          </a:prstGeom>
          <a:noFill/>
          <a:ln w="25400">
            <a:solidFill>
              <a:srgbClr val="12301A"/>
            </a:solidFill>
            <a:prstDash val="solid"/>
          </a:ln>
        </p:spPr>
      </p:sp>
      <p:sp>
        <p:nvSpPr>
          <p:cNvPr id="13" name="Shape 10"/>
          <p:cNvSpPr/>
          <p:nvPr/>
        </p:nvSpPr>
        <p:spPr>
          <a:xfrm>
            <a:off x="6858000" y="3200400"/>
            <a:ext cx="1645920" cy="0"/>
          </a:xfrm>
          <a:prstGeom prst="line">
            <a:avLst/>
          </a:prstGeom>
          <a:noFill/>
          <a:ln w="25400">
            <a:solidFill>
              <a:srgbClr val="12301A"/>
            </a:solidFill>
            <a:prstDash val="solid"/>
          </a:ln>
        </p:spPr>
      </p:sp>
      <p:sp>
        <p:nvSpPr>
          <p:cNvPr id="14" name="Shape 11"/>
          <p:cNvSpPr/>
          <p:nvPr/>
        </p:nvSpPr>
        <p:spPr>
          <a:xfrm>
            <a:off x="9006840" y="2240280"/>
            <a:ext cx="640080" cy="457200"/>
          </a:xfrm>
          <a:prstGeom prst="rightArrow">
            <a:avLst/>
          </a:prstGeom>
          <a:solidFill>
            <a:srgbClr val="26720A"/>
          </a:solidFill>
          <a:ln w="12700">
            <a:solidFill>
              <a:srgbClr val="26720A"/>
            </a:solidFill>
            <a:prstDash val="solid"/>
          </a:ln>
        </p:spPr>
      </p:sp>
      <p:sp>
        <p:nvSpPr>
          <p:cNvPr id="15" name="Shape 12"/>
          <p:cNvSpPr/>
          <p:nvPr/>
        </p:nvSpPr>
        <p:spPr>
          <a:xfrm>
            <a:off x="9784080" y="1828800"/>
            <a:ext cx="1737360" cy="502920"/>
          </a:xfrm>
          <a:prstGeom prst="ellipse">
            <a:avLst/>
          </a:prstGeom>
          <a:solidFill>
            <a:srgbClr val="12301A"/>
          </a:solidFill>
          <a:ln w="12700">
            <a:solidFill>
              <a:srgbClr val="12301A"/>
            </a:solidFill>
            <a:prstDash val="solid"/>
          </a:ln>
        </p:spPr>
      </p:sp>
      <p:sp>
        <p:nvSpPr>
          <p:cNvPr id="16" name="Shape 13"/>
          <p:cNvSpPr/>
          <p:nvPr/>
        </p:nvSpPr>
        <p:spPr>
          <a:xfrm>
            <a:off x="9784080" y="1627632"/>
            <a:ext cx="1737360" cy="457200"/>
          </a:xfrm>
          <a:prstGeom prst="rect">
            <a:avLst/>
          </a:prstGeom>
          <a:solidFill>
            <a:srgbClr val="12301A"/>
          </a:solidFill>
          <a:ln w="12700">
            <a:solidFill>
              <a:srgbClr val="12301A"/>
            </a:solidFill>
            <a:prstDash val="solid"/>
          </a:ln>
        </p:spPr>
      </p:sp>
      <p:sp>
        <p:nvSpPr>
          <p:cNvPr id="17" name="Shape 14"/>
          <p:cNvSpPr/>
          <p:nvPr/>
        </p:nvSpPr>
        <p:spPr>
          <a:xfrm>
            <a:off x="9784080" y="1371600"/>
            <a:ext cx="1737360" cy="502920"/>
          </a:xfrm>
          <a:prstGeom prst="ellipse">
            <a:avLst/>
          </a:prstGeom>
          <a:solidFill>
            <a:srgbClr val="B1FF37"/>
          </a:solidFill>
          <a:ln w="31750">
            <a:solidFill>
              <a:srgbClr val="12301A"/>
            </a:solidFill>
            <a:prstDash val="solid"/>
          </a:ln>
        </p:spPr>
      </p:sp>
      <p:sp>
        <p:nvSpPr>
          <p:cNvPr id="18" name="Shape 15"/>
          <p:cNvSpPr/>
          <p:nvPr/>
        </p:nvSpPr>
        <p:spPr>
          <a:xfrm>
            <a:off x="9784080" y="2606040"/>
            <a:ext cx="1737360" cy="502920"/>
          </a:xfrm>
          <a:prstGeom prst="ellipse">
            <a:avLst/>
          </a:prstGeom>
          <a:solidFill>
            <a:srgbClr val="12301A"/>
          </a:solidFill>
          <a:ln w="12700">
            <a:solidFill>
              <a:srgbClr val="12301A"/>
            </a:solidFill>
            <a:prstDash val="solid"/>
          </a:ln>
        </p:spPr>
      </p:sp>
      <p:sp>
        <p:nvSpPr>
          <p:cNvPr id="19" name="Shape 16"/>
          <p:cNvSpPr/>
          <p:nvPr/>
        </p:nvSpPr>
        <p:spPr>
          <a:xfrm>
            <a:off x="9784080" y="2404872"/>
            <a:ext cx="1737360" cy="457200"/>
          </a:xfrm>
          <a:prstGeom prst="rect">
            <a:avLst/>
          </a:prstGeom>
          <a:solidFill>
            <a:srgbClr val="12301A"/>
          </a:solidFill>
          <a:ln w="12700">
            <a:solidFill>
              <a:srgbClr val="12301A"/>
            </a:solidFill>
            <a:prstDash val="solid"/>
          </a:ln>
        </p:spPr>
      </p:sp>
      <p:sp>
        <p:nvSpPr>
          <p:cNvPr id="20" name="Shape 17"/>
          <p:cNvSpPr/>
          <p:nvPr/>
        </p:nvSpPr>
        <p:spPr>
          <a:xfrm>
            <a:off x="9784080" y="2148840"/>
            <a:ext cx="1737360" cy="502920"/>
          </a:xfrm>
          <a:prstGeom prst="ellipse">
            <a:avLst/>
          </a:prstGeom>
          <a:solidFill>
            <a:srgbClr val="C9EF8F"/>
          </a:solidFill>
          <a:ln w="31750">
            <a:solidFill>
              <a:srgbClr val="12301A"/>
            </a:solidFill>
            <a:prstDash val="solid"/>
          </a:ln>
        </p:spPr>
      </p:sp>
      <p:sp>
        <p:nvSpPr>
          <p:cNvPr id="21" name="Shape 18"/>
          <p:cNvSpPr/>
          <p:nvPr/>
        </p:nvSpPr>
        <p:spPr>
          <a:xfrm>
            <a:off x="9784080" y="3383280"/>
            <a:ext cx="1737360" cy="502920"/>
          </a:xfrm>
          <a:prstGeom prst="ellipse">
            <a:avLst/>
          </a:prstGeom>
          <a:solidFill>
            <a:srgbClr val="12301A"/>
          </a:solidFill>
          <a:ln w="12700">
            <a:solidFill>
              <a:srgbClr val="12301A"/>
            </a:solidFill>
            <a:prstDash val="solid"/>
          </a:ln>
        </p:spPr>
      </p:sp>
      <p:sp>
        <p:nvSpPr>
          <p:cNvPr id="22" name="Shape 19"/>
          <p:cNvSpPr/>
          <p:nvPr/>
        </p:nvSpPr>
        <p:spPr>
          <a:xfrm>
            <a:off x="9784080" y="3182112"/>
            <a:ext cx="1737360" cy="457200"/>
          </a:xfrm>
          <a:prstGeom prst="rect">
            <a:avLst/>
          </a:prstGeom>
          <a:solidFill>
            <a:srgbClr val="12301A"/>
          </a:solidFill>
          <a:ln w="12700">
            <a:solidFill>
              <a:srgbClr val="12301A"/>
            </a:solidFill>
            <a:prstDash val="solid"/>
          </a:ln>
        </p:spPr>
      </p:sp>
      <p:sp>
        <p:nvSpPr>
          <p:cNvPr id="23" name="Shape 20"/>
          <p:cNvSpPr/>
          <p:nvPr/>
        </p:nvSpPr>
        <p:spPr>
          <a:xfrm>
            <a:off x="9784080" y="2926080"/>
            <a:ext cx="1737360" cy="502920"/>
          </a:xfrm>
          <a:prstGeom prst="ellipse">
            <a:avLst/>
          </a:prstGeom>
          <a:solidFill>
            <a:srgbClr val="C9EF8F"/>
          </a:solidFill>
          <a:ln w="31750">
            <a:solidFill>
              <a:srgbClr val="12301A"/>
            </a:solidFill>
            <a:prstDash val="solid"/>
          </a:ln>
        </p:spPr>
      </p:sp>
      <p:sp>
        <p:nvSpPr>
          <p:cNvPr id="24" name="Shape 21"/>
          <p:cNvSpPr/>
          <p:nvPr/>
        </p:nvSpPr>
        <p:spPr>
          <a:xfrm>
            <a:off x="6629400" y="4480560"/>
            <a:ext cx="1737360" cy="502920"/>
          </a:xfrm>
          <a:prstGeom prst="rect">
            <a:avLst/>
          </a:prstGeom>
          <a:solidFill>
            <a:srgbClr val="12301A"/>
          </a:solidFill>
          <a:ln w="12700">
            <a:solidFill>
              <a:srgbClr val="B8D98A"/>
            </a:solidFill>
            <a:prstDash val="solid"/>
          </a:ln>
        </p:spPr>
      </p:sp>
      <p:sp>
        <p:nvSpPr>
          <p:cNvPr id="25" name="Text 22"/>
          <p:cNvSpPr txBox="1"/>
          <p:nvPr/>
        </p:nvSpPr>
        <p:spPr>
          <a:xfrm>
            <a:off x="6720840" y="4480560"/>
            <a:ext cx="1554480" cy="502920"/>
          </a:xfrm>
          <a:prstGeom prst="rect">
            <a:avLst/>
          </a:prstGeom>
          <a:noFill/>
          <a:ln/>
        </p:spPr>
        <p:txBody>
          <a:bodyPr wrap="square" lIns="0" tIns="0" rIns="0" bIns="0" rtlCol="0" anchor="ctr"/>
          <a:lstStyle/>
          <a:p>
            <a:pPr algn="l" indent="0" marL="0">
              <a:buNone/>
            </a:pPr>
            <a:r>
              <a:rPr lang="en-US" sz="1400" b="1" dirty="0">
                <a:solidFill>
                  <a:srgbClr val="FBFFF4"/>
                </a:solidFill>
                <a:latin typeface="Poppins" pitchFamily="34" charset="0"/>
                <a:ea typeface="Poppins" pitchFamily="34" charset="-122"/>
                <a:cs typeface="Poppins" pitchFamily="34" charset="-120"/>
              </a:rPr>
              <a:t>Buchnummer</a:t>
            </a:r>
            <a:endParaRPr lang="en-US" sz="1400" dirty="0"/>
          </a:p>
        </p:txBody>
      </p:sp>
      <p:sp>
        <p:nvSpPr>
          <p:cNvPr id="26" name="Shape 23"/>
          <p:cNvSpPr/>
          <p:nvPr/>
        </p:nvSpPr>
        <p:spPr>
          <a:xfrm>
            <a:off x="8366760" y="4480560"/>
            <a:ext cx="1554480" cy="502920"/>
          </a:xfrm>
          <a:prstGeom prst="rect">
            <a:avLst/>
          </a:prstGeom>
          <a:solidFill>
            <a:srgbClr val="12301A"/>
          </a:solidFill>
          <a:ln w="12700">
            <a:solidFill>
              <a:srgbClr val="B8D98A"/>
            </a:solidFill>
            <a:prstDash val="solid"/>
          </a:ln>
        </p:spPr>
      </p:sp>
      <p:sp>
        <p:nvSpPr>
          <p:cNvPr id="27" name="Text 24"/>
          <p:cNvSpPr txBox="1"/>
          <p:nvPr/>
        </p:nvSpPr>
        <p:spPr>
          <a:xfrm>
            <a:off x="8458200" y="4480560"/>
            <a:ext cx="1371600" cy="502920"/>
          </a:xfrm>
          <a:prstGeom prst="rect">
            <a:avLst/>
          </a:prstGeom>
          <a:noFill/>
          <a:ln/>
        </p:spPr>
        <p:txBody>
          <a:bodyPr wrap="square" lIns="0" tIns="0" rIns="0" bIns="0" rtlCol="0" anchor="ctr"/>
          <a:lstStyle/>
          <a:p>
            <a:pPr algn="l" indent="0" marL="0">
              <a:buNone/>
            </a:pPr>
            <a:r>
              <a:rPr lang="en-US" sz="1400" b="1" dirty="0">
                <a:solidFill>
                  <a:srgbClr val="FBFFF4"/>
                </a:solidFill>
                <a:latin typeface="Poppins" pitchFamily="34" charset="0"/>
                <a:ea typeface="Poppins" pitchFamily="34" charset="-122"/>
                <a:cs typeface="Poppins" pitchFamily="34" charset="-120"/>
              </a:rPr>
              <a:t>Titel</a:t>
            </a:r>
            <a:endParaRPr lang="en-US" sz="1400" dirty="0"/>
          </a:p>
        </p:txBody>
      </p:sp>
      <p:sp>
        <p:nvSpPr>
          <p:cNvPr id="28" name="Shape 25"/>
          <p:cNvSpPr/>
          <p:nvPr/>
        </p:nvSpPr>
        <p:spPr>
          <a:xfrm>
            <a:off x="9921240" y="4480560"/>
            <a:ext cx="1554480" cy="502920"/>
          </a:xfrm>
          <a:prstGeom prst="rect">
            <a:avLst/>
          </a:prstGeom>
          <a:solidFill>
            <a:srgbClr val="12301A"/>
          </a:solidFill>
          <a:ln w="12700">
            <a:solidFill>
              <a:srgbClr val="B8D98A"/>
            </a:solidFill>
            <a:prstDash val="solid"/>
          </a:ln>
        </p:spPr>
      </p:sp>
      <p:sp>
        <p:nvSpPr>
          <p:cNvPr id="29" name="Text 26"/>
          <p:cNvSpPr txBox="1"/>
          <p:nvPr/>
        </p:nvSpPr>
        <p:spPr>
          <a:xfrm>
            <a:off x="10012680" y="4480560"/>
            <a:ext cx="1371600" cy="502920"/>
          </a:xfrm>
          <a:prstGeom prst="rect">
            <a:avLst/>
          </a:prstGeom>
          <a:noFill/>
          <a:ln/>
        </p:spPr>
        <p:txBody>
          <a:bodyPr wrap="square" lIns="0" tIns="0" rIns="0" bIns="0" rtlCol="0" anchor="ctr"/>
          <a:lstStyle/>
          <a:p>
            <a:pPr algn="l" indent="0" marL="0">
              <a:buNone/>
            </a:pPr>
            <a:r>
              <a:rPr lang="en-US" sz="1400" b="1" dirty="0">
                <a:solidFill>
                  <a:srgbClr val="FBFFF4"/>
                </a:solidFill>
                <a:latin typeface="Poppins" pitchFamily="34" charset="0"/>
                <a:ea typeface="Poppins" pitchFamily="34" charset="-122"/>
                <a:cs typeface="Poppins" pitchFamily="34" charset="-120"/>
              </a:rPr>
              <a:t>Autor</a:t>
            </a:r>
            <a:endParaRPr lang="en-US" sz="1400" dirty="0"/>
          </a:p>
        </p:txBody>
      </p:sp>
      <p:sp>
        <p:nvSpPr>
          <p:cNvPr id="30" name="Shape 27"/>
          <p:cNvSpPr/>
          <p:nvPr/>
        </p:nvSpPr>
        <p:spPr>
          <a:xfrm>
            <a:off x="6629400" y="4983480"/>
            <a:ext cx="1737360" cy="502920"/>
          </a:xfrm>
          <a:prstGeom prst="rect">
            <a:avLst/>
          </a:prstGeom>
          <a:solidFill>
            <a:srgbClr val="FBFFF4"/>
          </a:solidFill>
          <a:ln w="12700">
            <a:solidFill>
              <a:srgbClr val="B8D98A"/>
            </a:solidFill>
            <a:prstDash val="solid"/>
          </a:ln>
        </p:spPr>
      </p:sp>
      <p:sp>
        <p:nvSpPr>
          <p:cNvPr id="31" name="Text 28"/>
          <p:cNvSpPr txBox="1"/>
          <p:nvPr/>
        </p:nvSpPr>
        <p:spPr>
          <a:xfrm>
            <a:off x="6720840" y="4983480"/>
            <a:ext cx="1554480" cy="502920"/>
          </a:xfrm>
          <a:prstGeom prst="rect">
            <a:avLst/>
          </a:prstGeom>
          <a:noFill/>
          <a:ln/>
        </p:spPr>
        <p:txBody>
          <a:bodyPr wrap="square" lIns="0" tIns="0" rIns="0" bIns="0" rtlCol="0" anchor="ctr"/>
          <a:lstStyle/>
          <a:p>
            <a:pPr algn="l" indent="0" marL="0">
              <a:buNone/>
            </a:pPr>
            <a:r>
              <a:rPr lang="en-US" sz="1400" dirty="0">
                <a:solidFill>
                  <a:srgbClr val="0E1F0C"/>
                </a:solidFill>
                <a:latin typeface="Poppins" pitchFamily="34" charset="0"/>
                <a:ea typeface="Poppins" pitchFamily="34" charset="-122"/>
                <a:cs typeface="Poppins" pitchFamily="34" charset="-120"/>
              </a:rPr>
              <a:t>1</a:t>
            </a:r>
            <a:endParaRPr lang="en-US" sz="1400" dirty="0"/>
          </a:p>
        </p:txBody>
      </p:sp>
      <p:sp>
        <p:nvSpPr>
          <p:cNvPr id="32" name="Shape 29"/>
          <p:cNvSpPr/>
          <p:nvPr/>
        </p:nvSpPr>
        <p:spPr>
          <a:xfrm>
            <a:off x="8366760" y="4983480"/>
            <a:ext cx="1554480" cy="502920"/>
          </a:xfrm>
          <a:prstGeom prst="rect">
            <a:avLst/>
          </a:prstGeom>
          <a:solidFill>
            <a:srgbClr val="FBFFF4"/>
          </a:solidFill>
          <a:ln w="12700">
            <a:solidFill>
              <a:srgbClr val="B8D98A"/>
            </a:solidFill>
            <a:prstDash val="solid"/>
          </a:ln>
        </p:spPr>
      </p:sp>
      <p:sp>
        <p:nvSpPr>
          <p:cNvPr id="33" name="Text 30"/>
          <p:cNvSpPr txBox="1"/>
          <p:nvPr/>
        </p:nvSpPr>
        <p:spPr>
          <a:xfrm>
            <a:off x="8458200" y="4983480"/>
            <a:ext cx="1371600" cy="502920"/>
          </a:xfrm>
          <a:prstGeom prst="rect">
            <a:avLst/>
          </a:prstGeom>
          <a:noFill/>
          <a:ln/>
        </p:spPr>
        <p:txBody>
          <a:bodyPr wrap="square" lIns="0" tIns="0" rIns="0" bIns="0" rtlCol="0" anchor="ctr"/>
          <a:lstStyle/>
          <a:p>
            <a:pPr algn="l" indent="0" marL="0">
              <a:buNone/>
            </a:pPr>
            <a:r>
              <a:rPr lang="en-US" sz="1400" dirty="0">
                <a:solidFill>
                  <a:srgbClr val="0E1F0C"/>
                </a:solidFill>
                <a:latin typeface="Poppins" pitchFamily="34" charset="0"/>
                <a:ea typeface="Poppins" pitchFamily="34" charset="-122"/>
                <a:cs typeface="Poppins" pitchFamily="34" charset="-120"/>
              </a:rPr>
              <a:t>…</a:t>
            </a:r>
            <a:endParaRPr lang="en-US" sz="1400" dirty="0"/>
          </a:p>
        </p:txBody>
      </p:sp>
      <p:sp>
        <p:nvSpPr>
          <p:cNvPr id="34" name="Shape 31"/>
          <p:cNvSpPr/>
          <p:nvPr/>
        </p:nvSpPr>
        <p:spPr>
          <a:xfrm>
            <a:off x="9921240" y="4983480"/>
            <a:ext cx="1554480" cy="502920"/>
          </a:xfrm>
          <a:prstGeom prst="rect">
            <a:avLst/>
          </a:prstGeom>
          <a:solidFill>
            <a:srgbClr val="FBFFF4"/>
          </a:solidFill>
          <a:ln w="12700">
            <a:solidFill>
              <a:srgbClr val="B8D98A"/>
            </a:solidFill>
            <a:prstDash val="solid"/>
          </a:ln>
        </p:spPr>
      </p:sp>
      <p:sp>
        <p:nvSpPr>
          <p:cNvPr id="35" name="Text 32"/>
          <p:cNvSpPr txBox="1"/>
          <p:nvPr/>
        </p:nvSpPr>
        <p:spPr>
          <a:xfrm>
            <a:off x="10012680" y="4983480"/>
            <a:ext cx="1371600" cy="502920"/>
          </a:xfrm>
          <a:prstGeom prst="rect">
            <a:avLst/>
          </a:prstGeom>
          <a:noFill/>
          <a:ln/>
        </p:spPr>
        <p:txBody>
          <a:bodyPr wrap="square" lIns="0" tIns="0" rIns="0" bIns="0" rtlCol="0" anchor="ctr"/>
          <a:lstStyle/>
          <a:p>
            <a:pPr algn="l" indent="0" marL="0">
              <a:buNone/>
            </a:pPr>
            <a:r>
              <a:rPr lang="en-US" sz="1400" dirty="0">
                <a:solidFill>
                  <a:srgbClr val="0E1F0C"/>
                </a:solidFill>
                <a:latin typeface="Poppins" pitchFamily="34" charset="0"/>
                <a:ea typeface="Poppins" pitchFamily="34" charset="-122"/>
                <a:cs typeface="Poppins" pitchFamily="34" charset="-120"/>
              </a:rPr>
              <a:t>…</a:t>
            </a:r>
            <a:endParaRPr lang="en-US" sz="1400" dirty="0"/>
          </a:p>
        </p:txBody>
      </p:sp>
      <p:sp>
        <p:nvSpPr>
          <p:cNvPr id="36" name="Shape 33"/>
          <p:cNvSpPr/>
          <p:nvPr/>
        </p:nvSpPr>
        <p:spPr>
          <a:xfrm>
            <a:off x="6629400" y="5486400"/>
            <a:ext cx="1737360" cy="502920"/>
          </a:xfrm>
          <a:prstGeom prst="rect">
            <a:avLst/>
          </a:prstGeom>
          <a:solidFill>
            <a:srgbClr val="FBFFF4"/>
          </a:solidFill>
          <a:ln w="12700">
            <a:solidFill>
              <a:srgbClr val="B8D98A"/>
            </a:solidFill>
            <a:prstDash val="solid"/>
          </a:ln>
        </p:spPr>
      </p:sp>
      <p:sp>
        <p:nvSpPr>
          <p:cNvPr id="37" name="Text 34"/>
          <p:cNvSpPr txBox="1"/>
          <p:nvPr/>
        </p:nvSpPr>
        <p:spPr>
          <a:xfrm>
            <a:off x="6720840" y="5486400"/>
            <a:ext cx="1554480" cy="502920"/>
          </a:xfrm>
          <a:prstGeom prst="rect">
            <a:avLst/>
          </a:prstGeom>
          <a:noFill/>
          <a:ln/>
        </p:spPr>
        <p:txBody>
          <a:bodyPr wrap="square" lIns="0" tIns="0" rIns="0" bIns="0" rtlCol="0" anchor="ctr"/>
          <a:lstStyle/>
          <a:p>
            <a:pPr algn="l" indent="0" marL="0">
              <a:buNone/>
            </a:pPr>
            <a:r>
              <a:rPr lang="en-US" sz="1400" dirty="0">
                <a:solidFill>
                  <a:srgbClr val="0E1F0C"/>
                </a:solidFill>
                <a:latin typeface="Poppins" pitchFamily="34" charset="0"/>
                <a:ea typeface="Poppins" pitchFamily="34" charset="-122"/>
                <a:cs typeface="Poppins" pitchFamily="34" charset="-120"/>
              </a:rPr>
              <a:t>2</a:t>
            </a:r>
            <a:endParaRPr lang="en-US" sz="1400" dirty="0"/>
          </a:p>
        </p:txBody>
      </p:sp>
      <p:sp>
        <p:nvSpPr>
          <p:cNvPr id="38" name="Shape 35"/>
          <p:cNvSpPr/>
          <p:nvPr/>
        </p:nvSpPr>
        <p:spPr>
          <a:xfrm>
            <a:off x="8366760" y="5486400"/>
            <a:ext cx="1554480" cy="502920"/>
          </a:xfrm>
          <a:prstGeom prst="rect">
            <a:avLst/>
          </a:prstGeom>
          <a:solidFill>
            <a:srgbClr val="FBFFF4"/>
          </a:solidFill>
          <a:ln w="12700">
            <a:solidFill>
              <a:srgbClr val="B8D98A"/>
            </a:solidFill>
            <a:prstDash val="solid"/>
          </a:ln>
        </p:spPr>
      </p:sp>
      <p:sp>
        <p:nvSpPr>
          <p:cNvPr id="39" name="Text 36"/>
          <p:cNvSpPr txBox="1"/>
          <p:nvPr/>
        </p:nvSpPr>
        <p:spPr>
          <a:xfrm>
            <a:off x="8458200" y="5486400"/>
            <a:ext cx="1371600" cy="502920"/>
          </a:xfrm>
          <a:prstGeom prst="rect">
            <a:avLst/>
          </a:prstGeom>
          <a:noFill/>
          <a:ln/>
        </p:spPr>
        <p:txBody>
          <a:bodyPr wrap="square" lIns="0" tIns="0" rIns="0" bIns="0" rtlCol="0" anchor="ctr"/>
          <a:lstStyle/>
          <a:p>
            <a:pPr algn="l" indent="0" marL="0">
              <a:buNone/>
            </a:pPr>
            <a:r>
              <a:rPr lang="en-US" sz="1400" dirty="0">
                <a:solidFill>
                  <a:srgbClr val="0E1F0C"/>
                </a:solidFill>
                <a:latin typeface="Poppins" pitchFamily="34" charset="0"/>
                <a:ea typeface="Poppins" pitchFamily="34" charset="-122"/>
                <a:cs typeface="Poppins" pitchFamily="34" charset="-120"/>
              </a:rPr>
              <a:t>…</a:t>
            </a:r>
            <a:endParaRPr lang="en-US" sz="1400" dirty="0"/>
          </a:p>
        </p:txBody>
      </p:sp>
      <p:sp>
        <p:nvSpPr>
          <p:cNvPr id="40" name="Shape 37"/>
          <p:cNvSpPr/>
          <p:nvPr/>
        </p:nvSpPr>
        <p:spPr>
          <a:xfrm>
            <a:off x="9921240" y="5486400"/>
            <a:ext cx="1554480" cy="502920"/>
          </a:xfrm>
          <a:prstGeom prst="rect">
            <a:avLst/>
          </a:prstGeom>
          <a:solidFill>
            <a:srgbClr val="FBFFF4"/>
          </a:solidFill>
          <a:ln w="12700">
            <a:solidFill>
              <a:srgbClr val="B8D98A"/>
            </a:solidFill>
            <a:prstDash val="solid"/>
          </a:ln>
        </p:spPr>
      </p:sp>
      <p:sp>
        <p:nvSpPr>
          <p:cNvPr id="41" name="Text 38"/>
          <p:cNvSpPr txBox="1"/>
          <p:nvPr/>
        </p:nvSpPr>
        <p:spPr>
          <a:xfrm>
            <a:off x="10012680" y="5486400"/>
            <a:ext cx="1371600" cy="502920"/>
          </a:xfrm>
          <a:prstGeom prst="rect">
            <a:avLst/>
          </a:prstGeom>
          <a:noFill/>
          <a:ln/>
        </p:spPr>
        <p:txBody>
          <a:bodyPr wrap="square" lIns="0" tIns="0" rIns="0" bIns="0" rtlCol="0" anchor="ctr"/>
          <a:lstStyle/>
          <a:p>
            <a:pPr algn="l" indent="0" marL="0">
              <a:buNone/>
            </a:pPr>
            <a:r>
              <a:rPr lang="en-US" sz="1400" dirty="0">
                <a:solidFill>
                  <a:srgbClr val="0E1F0C"/>
                </a:solidFill>
                <a:latin typeface="Poppins" pitchFamily="34" charset="0"/>
                <a:ea typeface="Poppins" pitchFamily="34" charset="-122"/>
                <a:cs typeface="Poppins" pitchFamily="34" charset="-120"/>
              </a:rPr>
              <a:t>…</a:t>
            </a:r>
            <a:endParaRPr lang="en-US" sz="1400" dirty="0"/>
          </a:p>
        </p:txBody>
      </p:sp>
      <p:sp>
        <p:nvSpPr>
          <p:cNvPr id="42" name="Shape 39"/>
          <p:cNvSpPr/>
          <p:nvPr/>
        </p:nvSpPr>
        <p:spPr>
          <a:xfrm>
            <a:off x="8229600" y="3977640"/>
            <a:ext cx="2377440" cy="411480"/>
          </a:xfrm>
          <a:prstGeom prst="roundRect">
            <a:avLst>
              <a:gd name="adj" fmla="val 17778"/>
            </a:avLst>
          </a:prstGeom>
          <a:solidFill>
            <a:srgbClr val="12301A"/>
          </a:solidFill>
          <a:ln w="12700">
            <a:solidFill>
              <a:srgbClr val="12301A"/>
            </a:solidFill>
            <a:prstDash val="solid"/>
          </a:ln>
        </p:spPr>
      </p:sp>
      <p:sp>
        <p:nvSpPr>
          <p:cNvPr id="43" name="Text 40"/>
          <p:cNvSpPr txBox="1"/>
          <p:nvPr/>
        </p:nvSpPr>
        <p:spPr>
          <a:xfrm>
            <a:off x="8229600" y="3977640"/>
            <a:ext cx="2377440" cy="411480"/>
          </a:xfrm>
          <a:prstGeom prst="rect">
            <a:avLst/>
          </a:prstGeom>
          <a:noFill/>
          <a:ln/>
        </p:spPr>
        <p:txBody>
          <a:bodyPr wrap="square" lIns="0" tIns="0" rIns="0" bIns="0" rtlCol="0" anchor="ctr"/>
          <a:lstStyle/>
          <a:p>
            <a:pPr algn="ctr" indent="0" marL="0">
              <a:buNone/>
            </a:pPr>
            <a:r>
              <a:rPr lang="en-US" sz="1400" b="1" dirty="0">
                <a:solidFill>
                  <a:srgbClr val="B1FF37"/>
                </a:solidFill>
                <a:latin typeface="Poppins" pitchFamily="34" charset="0"/>
                <a:ea typeface="Poppins" pitchFamily="34" charset="-122"/>
                <a:cs typeface="Poppins" pitchFamily="34" charset="-120"/>
              </a:rPr>
              <a:t>Neue Tabelle: Bücher</a:t>
            </a:r>
            <a:endParaRPr lang="en-US" sz="1400" dirty="0"/>
          </a:p>
        </p:txBody>
      </p:sp>
    </p:spTree>
  </p:cSld>
  <p:clrMapOvr>
    <a:masterClrMapping/>
  </p:clrMapOvr>
</p:sld>
</file>

<file path=ppt/theme/theme1.xml><?xml version="1.0" encoding="utf-8"?>
<a:theme xmlns:a="http://schemas.openxmlformats.org/drawingml/2006/main" name="Cleverbox Gruen">
  <a:themeElements>
    <a:clrScheme name="Cleverbox Gruen">
      <a:dk1>
        <a:srgbClr val="0E1F0C"/>
      </a:dk1>
      <a:lt1>
        <a:srgbClr val="FBFFF4"/>
      </a:lt1>
      <a:dk2>
        <a:srgbClr val="12301A"/>
      </a:dk2>
      <a:lt2>
        <a:srgbClr val="EFFBDC"/>
      </a:lt2>
      <a:accent1>
        <a:srgbClr val="B1FF37"/>
      </a:accent1>
      <a:accent2>
        <a:srgbClr val="26720A"/>
      </a:accent2>
      <a:accent3>
        <a:srgbClr val="DDF3B8"/>
      </a:accent3>
      <a:accent4>
        <a:srgbClr val="5B6B50"/>
      </a:accent4>
      <a:accent5>
        <a:srgbClr val="FF7A45"/>
      </a:accent5>
      <a:accent6>
        <a:srgbClr val="B8D98A"/>
      </a:accent6>
      <a:hlink>
        <a:srgbClr val="26720A"/>
      </a:hlink>
      <a:folHlink>
        <a:srgbClr val="5B6B50"/>
      </a:folHlink>
    </a:clrScheme>
    <a:fontScheme name="Cleverbox Gruen">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TikTok-Algorithmus – Erklärvideo Slides</dc:title>
  <dc:subject>PptxGenJS Presentation</dc:subject>
  <dc:creator>Cleverbox</dc:creator>
  <cp:lastModifiedBy>Cleverbox</cp:lastModifiedBy>
  <cp:revision>1</cp:revision>
  <dcterms:created xsi:type="dcterms:W3CDTF">2026-10-11T10:50:57Z</dcterms:created>
  <dcterms:modified xsi:type="dcterms:W3CDTF">2026-10-11T10:50:58Z</dcterms:modified>
</cp:coreProperties>
</file>