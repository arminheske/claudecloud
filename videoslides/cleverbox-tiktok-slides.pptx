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 – Hook (0:00)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2 – Gedankenexperiment (0:20)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3 – Was ist ein Algorithmus? (0:45)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Ziel: Geld (1:20)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Design (1:35)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EU-Kommission (2:00)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Aufmerksamkeit ist die Währung (2:25)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5 – Die Signale (1:50)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6 – Gewichtung (2:50)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7 – Der Kreislauf (3:25)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8 – Der Start (4:00)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9 – Die Schattenseiten (4:25)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10 – Gegenmaßnahmen (5:15)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11 – Deine Werkzeuge (5:40)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12 – Kurzer Check (6:45) – 3–5 Sekunden Pause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13 – Outro (7:10)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1F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Digitale Grundbildung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Woher weiß TikTok eigentlich, was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du magst?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Schon nach drei Videos wirkt der Feed, als würde er dich kennen.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914400"/>
            <a:ext cx="1554480" cy="4297680"/>
          </a:xfrm>
          <a:prstGeom prst="roundRect">
            <a:avLst>
              <a:gd name="adj" fmla="val 17647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5120" y="1005840"/>
            <a:ext cx="1371600" cy="4114800"/>
          </a:xfrm>
          <a:prstGeom prst="roundRect">
            <a:avLst>
              <a:gd name="adj" fmla="val 14667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118872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03720" y="1353312"/>
            <a:ext cx="365760" cy="329184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0" y="17556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Tanz-Challenge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246888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03720" y="2633472"/>
            <a:ext cx="365760" cy="329184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0" y="30358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Choreo lernen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66560" y="374904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3913632"/>
            <a:ext cx="365760" cy="329184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0" y="431596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Duett-Tanz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92240" y="5349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Lenas Feed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275320" y="914400"/>
            <a:ext cx="1554480" cy="4297680"/>
          </a:xfrm>
          <a:prstGeom prst="roundRect">
            <a:avLst>
              <a:gd name="adj" fmla="val 17647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66760" y="1005840"/>
            <a:ext cx="1371600" cy="4114800"/>
          </a:xfrm>
          <a:prstGeom prst="roundRect">
            <a:avLst>
              <a:gd name="adj" fmla="val 14667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58200" y="118872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95360" y="1335024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17556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Elfmeter-Tricks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458200" y="246888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595360" y="2615184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549640" y="30358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 des Monats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458200" y="374904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595360" y="3895344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49640" y="431596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83880" y="5349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Jonas’ Feed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9966960" y="914400"/>
            <a:ext cx="1554480" cy="4297680"/>
          </a:xfrm>
          <a:prstGeom prst="roundRect">
            <a:avLst>
              <a:gd name="adj" fmla="val 17647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058400" y="1005840"/>
            <a:ext cx="1371600" cy="4114800"/>
          </a:xfrm>
          <a:prstGeom prst="roundRect">
            <a:avLst>
              <a:gd name="adj" fmla="val 14667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9840" y="118872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241280" y="1261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10241280" y="17556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Katzen?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0149840" y="246888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24128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10241280" y="30358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Minecraft?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0149840" y="3749040"/>
            <a:ext cx="118872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241280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200" dirty="0"/>
          </a:p>
        </p:txBody>
      </p:sp>
      <p:sp>
        <p:nvSpPr>
          <p:cNvPr id="40" name="Text 37"/>
          <p:cNvSpPr txBox="1"/>
          <p:nvPr/>
        </p:nvSpPr>
        <p:spPr>
          <a:xfrm>
            <a:off x="10241280" y="431596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Kochen?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9875520" y="5349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Gedankenexperiment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Zwei Handys. Dieselbe App.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Zwei völlig verschiedene Feeds.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Zufall: Ein Algorithmus stellt jeden Feed einzeln zusammen.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5120" y="91440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1430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325880"/>
            <a:ext cx="457200" cy="411480"/>
          </a:xfrm>
          <a:prstGeom prst="hear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1764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Tanz-Challenge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12280" y="24231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0" y="260604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03720" y="30449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Choreo lernen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812280" y="37033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388620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43251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Duett-Tanz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5257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A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235440" y="137160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26880" y="146304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64040" y="169164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1847088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555480" y="23134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Elfmeter-Highlights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64040" y="29718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601200" y="312724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555480" y="35935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 des Monats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464040" y="42519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601200" y="440740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5480" y="4873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Fußball-Tricks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235440" y="5806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B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8686800" y="2880360"/>
            <a:ext cx="640080" cy="6400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8680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Begriffsklärung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 Algorithmus ist ein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Rezept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– Schritt für Schritt.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Besondere: Er lernt ständig dazu. Darum spricht man von einem Empfehlungssystem.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über dich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Millionen Videos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9552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7840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2240280"/>
            <a:ext cx="329184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89520" y="2423160"/>
            <a:ext cx="2926080" cy="1554480"/>
          </a:xfrm>
          <a:prstGeom prst="roundRect">
            <a:avLst>
              <a:gd name="adj" fmla="val 29412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86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15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24231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Algorithmus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869680" y="4069080"/>
            <a:ext cx="365760" cy="45720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037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5039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039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9154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041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1041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122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Reihenfolge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430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ist kostenlos. Bezahlt wird mit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deiner Zeit.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Geld verdient TikTok vor allem mit Werbung.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371600" y="3429000"/>
            <a:ext cx="1737360" cy="173736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40280" y="3611880"/>
            <a:ext cx="0" cy="68580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40280" y="4297680"/>
            <a:ext cx="502920" cy="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57984" y="4215384"/>
            <a:ext cx="164592" cy="164592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bleibst länger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02336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3520440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83480" y="3602736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602736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5204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92040" y="4142232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83480" y="4224528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4224528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41422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892040" y="4764024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83480" y="4846320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983480" y="4846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476402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48056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Werbung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786384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44000" y="3483864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144000" y="3831336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0" y="4178808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144000" y="4526280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0" y="34838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€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Geld für TikTok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Design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Feed hat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Ende.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1148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Genau darauf ist die ganze App ausgelegt.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92240" y="548640"/>
            <a:ext cx="2468880" cy="6583680"/>
          </a:xfrm>
          <a:prstGeom prst="roundRect">
            <a:avLst>
              <a:gd name="adj" fmla="val 11111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0" y="640080"/>
            <a:ext cx="2286000" cy="6400800"/>
          </a:xfrm>
          <a:prstGeom prst="roundRect">
            <a:avLst>
              <a:gd name="adj" fmla="val 88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20840" y="91440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09728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20840" y="219456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49440" y="237744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20840" y="34747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49440" y="365760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20840" y="475488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493776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20840" y="60350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0" y="621792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26880" y="822960"/>
            <a:ext cx="2194560" cy="1737360"/>
          </a:xfrm>
          <a:prstGeom prst="roundRect">
            <a:avLst>
              <a:gd name="adj" fmla="val 10526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50976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0976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014984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14984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1078992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78992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Spielautomat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326880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Ungewissheit hält dich beim Wischen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9326880" y="3840480"/>
            <a:ext cx="2194560" cy="822960"/>
          </a:xfrm>
          <a:prstGeom prst="wedgeRoundRectCallout">
            <a:avLst>
              <a:gd name="adj" fmla="val 222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326880" y="3840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Video für dich!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326880" y="5486400"/>
            <a:ext cx="2194560" cy="731520"/>
          </a:xfrm>
          <a:prstGeom prst="roundRect">
            <a:avLst>
              <a:gd name="adj" fmla="val 50000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9555480" y="5669280"/>
            <a:ext cx="365760" cy="365760"/>
          </a:xfrm>
          <a:prstGeom prst="triangl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058400" y="5486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Anfang 2026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EU-Kommission sieht einen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Verstoß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gegen EU-Recht.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Vorläufige Feststellung. TikTok weist die Vorwürfe zurück.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69680" y="64008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82980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32657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532657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2980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869680" y="448056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0956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06703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06703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0956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0" y="1783080"/>
            <a:ext cx="2743200" cy="1920240"/>
          </a:xfrm>
          <a:prstGeom prst="roundRect">
            <a:avLst>
              <a:gd name="adj" fmla="val 9524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78240" y="1965960"/>
            <a:ext cx="548640" cy="502920"/>
          </a:xfrm>
          <a:prstGeom prst="triangl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0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26060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Vorläufig: Verstoß gegen EU-Recht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5836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Endloses Scrollen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90982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982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5836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90982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Empfehlungssystem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88720"/>
            <a:ext cx="7498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 nicht, dass du dich gut fühlst.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ist, dass du bleibst.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640080" y="4572000"/>
            <a:ext cx="7498080" cy="91440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5720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Aufmerksamkeit ist die Währung.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412480" y="2011680"/>
            <a:ext cx="3200400" cy="2011680"/>
          </a:xfrm>
          <a:prstGeom prst="ellipse">
            <a:avLst/>
          </a:prstGeom>
          <a:solidFill>
            <a:srgbClr val="FBFFF4"/>
          </a:solidFill>
          <a:ln w="381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81160" y="2286000"/>
            <a:ext cx="1463040" cy="14630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69780" y="2674620"/>
            <a:ext cx="685800" cy="6858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140696" y="2688336"/>
            <a:ext cx="201168" cy="201168"/>
          </a:xfrm>
          <a:prstGeom prst="ellipse">
            <a:avLst/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5256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0" y="13258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Signale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sammelt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drei Arten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von Signalen.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2697480"/>
            <a:ext cx="457200" cy="411480"/>
          </a:xfrm>
          <a:prstGeom prst="heart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6596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Aktionen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Liken &amp; Teilen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Kommentieren &amp; Folgen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 lange du schaust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du wegwischst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2423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zum Video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Beschreibung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Hashtags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verwendete Sound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595360" y="2606040"/>
            <a:ext cx="27432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7260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Gerät &amp; Konto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Sprache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Land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Handymodell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548640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Daraus berechnet TikTok für jedes Video: Wie wahrscheinlich gefällt es dir?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Gewichtung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jedes Signal zählt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gleich viel.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musst nichts liken: Zuschauen ist quasi ein stilles Like.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87968" y="2011680"/>
            <a:ext cx="146304" cy="3840480"/>
          </a:xfrm>
          <a:prstGeom prst="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5852160"/>
            <a:ext cx="182880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1120000">
            <a:off x="7040880" y="1929384"/>
            <a:ext cx="3840480" cy="164592"/>
          </a:xfrm>
          <a:prstGeom prst="roundRect">
            <a:avLst>
              <a:gd name="adj" fmla="val 44444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1828800"/>
            <a:ext cx="365760" cy="36576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59568" y="2278926"/>
            <a:ext cx="0" cy="182880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862672" y="1744434"/>
            <a:ext cx="0" cy="128016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45168" y="4107726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948272" y="3024594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28048" y="2644686"/>
            <a:ext cx="1463040" cy="146304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19488" y="2873286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F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bis zum Ende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88352" y="2475954"/>
            <a:ext cx="548640" cy="548640"/>
          </a:xfrm>
          <a:prstGeom prst="ellipse">
            <a:avLst/>
          </a:prstGeom>
          <a:solidFill>
            <a:srgbClr val="B8D98A"/>
          </a:solidFill>
          <a:ln w="12700">
            <a:solidFill>
              <a:srgbClr val="B8D98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928" y="4382046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10928" y="438204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stark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222592" y="3298914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22592" y="329891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schwach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948272" y="3756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Gleiches Land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Kreislauf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passiert bei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jedem einzelnen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Video.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Darum wirkt der Feed schon nach kurzer Zeit so, als würde er dich richtig gut kennen.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69480" y="1508760"/>
            <a:ext cx="3566160" cy="3566160"/>
          </a:xfrm>
          <a:prstGeom prst="ellipse">
            <a:avLst/>
          </a:prstGeom>
          <a:noFill/>
          <a:ln w="38100">
            <a:solidFill>
              <a:srgbClr val="26720A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 rot="8100000">
            <a:off x="10130508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13500000">
            <a:off x="10130508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18900000">
            <a:off x="7608852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2700000">
            <a:off x="7608852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52460" y="70866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9620" y="70866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sehen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98180" y="75438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98180" y="7543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03554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17270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Reagieren – oder nicht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08126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8126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52460" y="427482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89620" y="427482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Vorhersage anpassen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298180" y="432054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98180" y="43205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6938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0654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Nächstes Video wählen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51510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1510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2880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wieder und wieder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Start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 ganz am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Anfang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wenn TikTok noch nichts weiß?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92240" y="2560320"/>
            <a:ext cx="1463040" cy="146304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92240" y="25603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Konto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55280" y="329184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0" y="2103120"/>
            <a:ext cx="0" cy="237744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210312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412480" y="448056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961120" y="123444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Interessen wählen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0" y="201168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0" y="2011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Tiere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287000" y="201168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28700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Reisen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61120" y="361188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Nichts wählen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42519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Zuerst beliebte Videos – TikTok beobachtet, wie du reagierst.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594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Schattenseiten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Klingt praktisch – hat aber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große Schattenseiten.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7452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25980" y="285750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281178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91740" y="313182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71700" y="317754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08860" y="299466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40180" y="272034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23260" y="331470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31820" y="258318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Filterblase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Immer mehr vom Gleichen. Andere Themen und Meinungen tauchen kaum noch auf.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34340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212080" y="2743200"/>
            <a:ext cx="1737360" cy="5029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17820" y="2852928"/>
            <a:ext cx="1325880" cy="384048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23560" y="2962656"/>
            <a:ext cx="914400" cy="2743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29300" y="3072384"/>
            <a:ext cx="502920" cy="182880"/>
          </a:xfrm>
          <a:prstGeom prst="ellipse">
            <a:avLst/>
          </a:prstGeom>
          <a:solidFill>
            <a:srgbClr val="0A1C10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Rabbit Hole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61772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Videos werden einseitiger, extremer – oder ziehen die Stimmung runter.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4672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8116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84080" y="2651760"/>
            <a:ext cx="0" cy="41148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784080" y="3063240"/>
            <a:ext cx="274320" cy="13716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28700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Zeitgefühl weg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832104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Weil der Feed nie endet, merkst du kaum, wie viel Zeit vergeht.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0080" y="553212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Algorithmus prüft nicht, ob dir ein Video guttut. Er berechnet nur, ob du weiterschaust.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Gegenmaßnahmen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sagt: Wir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steuern dagegen.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 das reicht, wird viel diskutiert.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91440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32104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78408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B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235440" y="960120"/>
            <a:ext cx="594360" cy="594360"/>
          </a:xfrm>
          <a:prstGeom prst="mathMultiply">
            <a:avLst/>
          </a:prstGeom>
          <a:solidFill>
            <a:srgbClr val="FF7A45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0" y="22402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Derselbe Sound oder Account nie direkt hintereinander.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0" y="361188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32104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978408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78408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Segeln?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927080" y="3794760"/>
            <a:ext cx="457200" cy="457200"/>
          </a:xfrm>
          <a:prstGeom prst="star5">
            <a:avLst/>
          </a:prstGeom>
          <a:solidFill>
            <a:srgbClr val="12301A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0" y="4937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 und zu absichtlich: Videos, die nicht zu deinen Interessen passen.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Werkzeuge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kannst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mitsteuern.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8328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„Nicht interessiert“ – lange tippen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Wörter &amp; Hashtags filtern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Teilen-Menü: „Warum sehe ich das?“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ohne Personalisierung (EU)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4937760" cy="5394960"/>
          </a:xfrm>
          <a:prstGeom prst="roundRect">
            <a:avLst>
              <a:gd name="adj" fmla="val 463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005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16889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920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2084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6617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063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36345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0" y="178308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1540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46073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41280" y="251460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1268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Kochen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812280" y="4617720"/>
            <a:ext cx="2240280" cy="502920"/>
          </a:xfrm>
          <a:prstGeom prst="roundRect">
            <a:avLst>
              <a:gd name="adj" fmla="val 49091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interessiert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9720" y="4617720"/>
            <a:ext cx="2148840" cy="502920"/>
          </a:xfrm>
          <a:prstGeom prst="roundRect">
            <a:avLst>
              <a:gd name="adj" fmla="val 4909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9720" y="4617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812280" y="5440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Ohne Personalisierung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0332720" y="548640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5640" y="553212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Kurzer Check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Pausiere das Video und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überlege kurz.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10104120" y="777240"/>
            <a:ext cx="1371600" cy="13716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1560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88136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4320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0" name="Shape 7"/>
          <p:cNvSpPr/>
          <p:nvPr/>
        </p:nvSpPr>
        <p:spPr>
          <a:xfrm>
            <a:off x="91440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Welches Signal ist stärker: ein Video bis zum Ende schauen oder im selben Land wohnen?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4340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5" name="Shape 12"/>
          <p:cNvSpPr/>
          <p:nvPr/>
        </p:nvSpPr>
        <p:spPr>
          <a:xfrm>
            <a:off x="461772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1772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Warum ist TikTok kostenlos – und was hat das mit deinem Feed zu tun?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4672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14984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20" name="Shape 17"/>
          <p:cNvSpPr/>
          <p:nvPr/>
        </p:nvSpPr>
        <p:spPr>
          <a:xfrm>
            <a:off x="832104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210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kannst du tun, wenn dein Feed dir nicht guttut?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875520" y="-182880"/>
            <a:ext cx="2926080" cy="292608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515600" y="457200"/>
            <a:ext cx="1645920" cy="164592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109960" y="1051560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Merk dir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14300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 ist kein Zufall und kein Spiegel der Welt.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657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 ist eine Berechnung aus deinem Verhalten. Wer das weiß, kann bewusster scrollen.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40080" y="5120640"/>
            <a:ext cx="7680960" cy="868680"/>
          </a:xfrm>
          <a:prstGeom prst="roundRect">
            <a:avLst>
              <a:gd name="adj" fmla="val 2105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1206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Videos zur Digitalen Grundbildung auf Cleverbox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verbox Gruen">
  <a:themeElements>
    <a:clrScheme name="Cleverbox Gruen">
      <a:dk1>
        <a:srgbClr val="0E1F0C"/>
      </a:dk1>
      <a:lt1>
        <a:srgbClr val="FBFFF4"/>
      </a:lt1>
      <a:dk2>
        <a:srgbClr val="12301A"/>
      </a:dk2>
      <a:lt2>
        <a:srgbClr val="EFFBDC"/>
      </a:lt2>
      <a:accent1>
        <a:srgbClr val="B1FF37"/>
      </a:accent1>
      <a:accent2>
        <a:srgbClr val="26720A"/>
      </a:accent2>
      <a:accent3>
        <a:srgbClr val="DDF3B8"/>
      </a:accent3>
      <a:accent4>
        <a:srgbClr val="5B6B50"/>
      </a:accent4>
      <a:accent5>
        <a:srgbClr val="FF7A45"/>
      </a:accent5>
      <a:accent6>
        <a:srgbClr val="B8D98A"/>
      </a:accent6>
      <a:hlink>
        <a:srgbClr val="26720A"/>
      </a:hlink>
      <a:folHlink>
        <a:srgbClr val="5B6B50"/>
      </a:folHlink>
    </a:clrScheme>
    <a:fontScheme name="Cleverbox Gruen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TikTok-Algorithmus – Erklärvideo Slides</dc:title>
  <dc:subject>PptxGenJS Presentation</dc:subject>
  <dc:creator>Cleverbox</dc:creator>
  <cp:lastModifiedBy>Cleverbox</cp:lastModifiedBy>
  <cp:revision>1</cp:revision>
  <dcterms:created xsi:type="dcterms:W3CDTF">2026-10-08T05:11:28Z</dcterms:created>
  <dcterms:modified xsi:type="dcterms:W3CDTF">2026-10-08T05:11:28Z</dcterms:modified>
</cp:coreProperties>
</file>