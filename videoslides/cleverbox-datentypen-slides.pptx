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sind Datentypen?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Wiederholung: Was ist eine Datenbank?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jede Spalte legen wir den Datentyp 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brauchen wir Datentypen?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Datentypen: Rechnen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Datentypen: Sortieren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Warum Datentypen: Fehler vermeiden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Auch Telefonnummern sind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Ganzzahl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Kommazahl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Kommazahl: Währung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Datum und Uhrzeit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Ja/Nein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Weitere Datentypen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Primärschlüssel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Mitdenken – Video pausieren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Auflösung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Häufige Fehler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Merksatz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Digitale Grundbildung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Deine Schule speichert alle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Schüler:innen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einer Liste.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663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Aber welche Art von Information steckt in jedem Feld?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914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0" y="10515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0" y="1051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 Huber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583680" y="196596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Geburtsdatum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0" y="210312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12.03.2012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583680" y="30175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3017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Klasse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0" y="315468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0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2b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583680" y="406908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12280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Körpergröße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0" y="420624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 m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583680" y="51206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12280" y="5120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Skiwoche angemeldet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144000" y="525780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Datentypen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Diese Arten nennt man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Datentypen.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Telefonnummer ist etwas anderes als ein Gewicht – und ein Datum etwas anderes als ein Name.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2344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234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0664 1234567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Telefonnummer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0" y="91440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0" y="12344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0" y="1234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48,7 kg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Gewicht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583680" y="352044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38404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12.03.2012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144000" y="3520440"/>
            <a:ext cx="2377440" cy="237744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0" y="38404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0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5029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Wiederholung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Datenbank ist eine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geordnete Sammlung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von Informationen.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 sieht oft aus wie eine Tabelle.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1097280"/>
            <a:ext cx="914400" cy="685800"/>
          </a:xfrm>
          <a:prstGeom prst="rect">
            <a:avLst/>
          </a:prstGeom>
          <a:solidFill>
            <a:srgbClr val="12301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0972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89520" y="1097280"/>
            <a:ext cx="1554480" cy="685800"/>
          </a:xfrm>
          <a:prstGeom prst="rect">
            <a:avLst/>
          </a:prstGeom>
          <a:solidFill>
            <a:srgbClr val="12301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1097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Nachname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0" y="1097280"/>
            <a:ext cx="2194560" cy="685800"/>
          </a:xfrm>
          <a:prstGeom prst="rect">
            <a:avLst/>
          </a:prstGeom>
          <a:solidFill>
            <a:srgbClr val="12301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544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Geburtsdatum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75120" y="1783080"/>
            <a:ext cx="914400" cy="68580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17830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89520" y="1783080"/>
            <a:ext cx="1554480" cy="68580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1783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44000" y="1783080"/>
            <a:ext cx="2194560" cy="68580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544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12.03.2012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675120" y="2468880"/>
            <a:ext cx="914400" cy="685800"/>
          </a:xfrm>
          <a:prstGeom prst="rect">
            <a:avLst/>
          </a:prstGeom>
          <a:solidFill>
            <a:srgbClr val="EAF8CF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24688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89520" y="2468880"/>
            <a:ext cx="1554480" cy="685800"/>
          </a:xfrm>
          <a:prstGeom prst="rect">
            <a:avLst/>
          </a:prstGeom>
          <a:solidFill>
            <a:srgbClr val="B1FF3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0" y="2468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Maier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144000" y="2468880"/>
            <a:ext cx="2194560" cy="685800"/>
          </a:xfrm>
          <a:prstGeom prst="rect">
            <a:avLst/>
          </a:prstGeom>
          <a:solidFill>
            <a:srgbClr val="EAF8CF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05.11.2011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3154680"/>
            <a:ext cx="914400" cy="68580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66560" y="31546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589520" y="3154680"/>
            <a:ext cx="1554480" cy="68580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Gruber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144000" y="3154680"/>
            <a:ext cx="2194560" cy="68580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35440" y="3154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28.07.2012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675120" y="42976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751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Zeile = Datensatz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9144000" y="42976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0" y="4297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Spalte = Feld (Attribut)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Datentyp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jede Spalte legen wir fest,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welche Daten erlaubt sind.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ist der Datentyp.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12801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280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78040" y="2103120"/>
            <a:ext cx="365760" cy="41148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26517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Ganzzahl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0" y="356616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425196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75320" y="12801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1280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Nachname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869680" y="2103120"/>
            <a:ext cx="365760" cy="41148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26517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75320" y="356616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5320" y="425196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66960" y="12801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1280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Geburtsdatum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561320" y="2103120"/>
            <a:ext cx="365760" cy="41148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966960" y="26517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66960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966960" y="356616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966960" y="4251960"/>
            <a:ext cx="1554480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erlaubt: nur Werte dieses Typs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Datentypen?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Warum nicht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alles als Text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560320"/>
            <a:ext cx="914400" cy="9144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Rechnen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 ist „165“ nur ein Wort – wie „Haus“.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560320"/>
            <a:ext cx="914400" cy="9144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97480"/>
            <a:ext cx="256032" cy="640080"/>
          </a:xfrm>
          <a:prstGeom prst="upArrow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2697480"/>
            <a:ext cx="256032" cy="640080"/>
          </a:xfrm>
          <a:prstGeom prst="downArrow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Sortieren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 wird nach dem ersten Zeichen sortiert.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6720" y="2286000"/>
            <a:ext cx="3474720" cy="3017520"/>
          </a:xfrm>
          <a:prstGeom prst="roundRect">
            <a:avLst>
              <a:gd name="adj" fmla="val 454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560320"/>
            <a:ext cx="914400" cy="9144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0" y="2743200"/>
            <a:ext cx="548640" cy="54864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Fehler vermeiden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4206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Textfeld akzeptiert alles – auch „Banane“.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50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richtige Datentyp spart Platz, verhindert Fehler und ermöglicht Berechnungen.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 kann der Computer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nicht rechnen.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ihn ist „165“ dann nur ein Wort – so wie „Haus“.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051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 gespeichert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12280" y="16459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228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„165“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321040" y="16459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„172“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829800" y="16459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298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„158“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12280" y="251460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12280" y="2514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Durchschnitt: nicht berechenbar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83680" y="347472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3611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Zahl gespeichert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12280" y="420624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12280" y="4206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165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321040" y="420624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4206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172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829800" y="420624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29800" y="4206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158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812280" y="50749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12280" y="5074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Durchschnitt = 165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Sortieren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 wird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falsch sortiert.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 dem ersten Zeichen: „10“ beginnt wie „1“. Für Text ist das korrekt.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051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 sortiert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66560" y="173736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7373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543800" y="173736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FFD9C7"/>
          </a:solidFill>
          <a:ln w="12700">
            <a:solidFill>
              <a:srgbClr val="FFD9C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43800" y="17373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21040" y="173736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FFD9C7"/>
          </a:solidFill>
          <a:ln w="12700">
            <a:solidFill>
              <a:srgbClr val="FFD9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7373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098280" y="173736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98280" y="17373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875520" y="173736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875520" y="17373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652760" y="173736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652760" y="17373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sieht falsch aus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0" y="3474720"/>
            <a:ext cx="4937760" cy="219456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3611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Zahl sortiert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66560" y="429768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4297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43800" y="429768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43800" y="4297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21040" y="429768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0" y="4297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98280" y="429768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98280" y="4297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875520" y="429768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875520" y="4297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652760" y="4297680"/>
            <a:ext cx="685800" cy="73152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652760" y="42976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812280" y="5166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erwartest du 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Fehler vermeiden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richtige Typ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verhindert Unsinn.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Datumsfeld lässt kein „31. Februar“ zu. Ein Textfeld nimmt alles.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Datumsfeld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137160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BFFF4"/>
          </a:solidFill>
          <a:ln w="38100">
            <a:solidFill>
              <a:srgbClr val="FF7A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31. Februar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92640" y="1371600"/>
            <a:ext cx="1828800" cy="777240"/>
          </a:xfrm>
          <a:prstGeom prst="wedgeRoundRectCallout">
            <a:avLst>
              <a:gd name="adj" fmla="val 23529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371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ungültig!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Textfeld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0" y="3383280"/>
            <a:ext cx="2926080" cy="777240"/>
          </a:xfrm>
          <a:prstGeom prst="roundRect">
            <a:avLst>
              <a:gd name="adj" fmla="val 11765"/>
            </a:avLst>
          </a:prstGeom>
          <a:solidFill>
            <a:srgbClr val="FBFFF4"/>
          </a:solidFill>
          <a:ln w="38100">
            <a:solidFill>
              <a:srgbClr val="B8D9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3383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Banane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692640" y="3383280"/>
            <a:ext cx="1828800" cy="777240"/>
          </a:xfrm>
          <a:prstGeom prst="wedgeRoundRectCallout">
            <a:avLst>
              <a:gd name="adj" fmla="val 23529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wird akzeptiert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Beim Datumsfeld prüft die Datenbank, ob das Datum existiert.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Text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speichert Buchstaben, Ziffern und </a:t>
            </a:r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Sonderzeichen.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Auch genannt: String oder Zeichenkette.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828800"/>
          </a:xfrm>
          <a:prstGeom prst="roundRect">
            <a:avLst>
              <a:gd name="adj" fmla="val 75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9144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„Anna Huber“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6583680" y="310896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0" y="310896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Adressen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0" y="41148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E-Mail-Adressen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0" y="41148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Beschreibungen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geeignet für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Text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Auch Telefonnummern sind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Text.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rechnest nicht damit. Bei Postleitzahlen ist es genauso.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737360"/>
          </a:xfrm>
          <a:prstGeom prst="roundRect">
            <a:avLst>
              <a:gd name="adj" fmla="val 789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10972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Text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645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0664 1234567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583680" y="2926080"/>
            <a:ext cx="4937760" cy="1737360"/>
          </a:xfrm>
          <a:prstGeom prst="roundRect">
            <a:avLst>
              <a:gd name="adj" fmla="val 7895"/>
            </a:avLst>
          </a:prstGeom>
          <a:solidFill>
            <a:srgbClr val="FBFFF4"/>
          </a:solidFill>
          <a:ln w="38100">
            <a:solidFill>
              <a:srgbClr val="FF7A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31089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1228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Als Zahl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3657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664 1234567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führende Null geht verloren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83680" y="4937760"/>
            <a:ext cx="4937760" cy="777240"/>
          </a:xfrm>
          <a:prstGeom prst="roundRect">
            <a:avLst>
              <a:gd name="adj" fmla="val 4705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4937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Rechnest du nicht damit? Dann meist Text.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Ganzzahl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Ganzzahlen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haben kein Komma.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Englisch: Integer. Mit ihnen kannst du rechnen, vergleichen und sortieren.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2194560"/>
            <a:ext cx="4754880" cy="0"/>
          </a:xfrm>
          <a:prstGeom prst="line">
            <a:avLst/>
          </a:prstGeom>
          <a:noFill/>
          <a:ln w="50800">
            <a:solidFill>
              <a:srgbClr val="12301A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858000" y="210312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2103120"/>
            <a:ext cx="182880" cy="1828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80960" y="210312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2103120"/>
            <a:ext cx="182880" cy="1828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0664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503920" y="210312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2103120"/>
            <a:ext cx="182880" cy="1828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326880" y="210312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0" y="2011680"/>
            <a:ext cx="365760" cy="36576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149840" y="210312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58400" y="2103120"/>
            <a:ext cx="182880" cy="1828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7552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0972800" y="210312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881360" y="2103120"/>
            <a:ext cx="182880" cy="1828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69848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83680" y="338328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0" y="3383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Geschwister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583680" y="425196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4251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4251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Jahre alt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583680" y="5120640"/>
            <a:ext cx="1371600" cy="6858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0" y="5120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8183880" y="5120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Tore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Kommazahl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Kommazahlen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haben Nachkommastellen.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Englisch: Float oder Double.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868680"/>
          </a:xfrm>
          <a:prstGeom prst="roundRect">
            <a:avLst>
              <a:gd name="adj" fmla="val 1578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024128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0241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914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Körpergröße in Metern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1920240"/>
            <a:ext cx="4937760" cy="868680"/>
          </a:xfrm>
          <a:prstGeom prst="roundRect">
            <a:avLst>
              <a:gd name="adj" fmla="val 1578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029968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20299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48,7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1920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Gewicht in Kilogramm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2926080"/>
            <a:ext cx="4937760" cy="868680"/>
          </a:xfrm>
          <a:prstGeom prst="roundRect">
            <a:avLst>
              <a:gd name="adj" fmla="val 1578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3035808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30358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26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Durchschnittsnote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Achtung beim Komma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83680" y="4526280"/>
            <a:ext cx="2377440" cy="1234440"/>
          </a:xfrm>
          <a:prstGeom prst="roundRect">
            <a:avLst>
              <a:gd name="adj" fmla="val 1111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Programme &amp; Datenbanken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1.65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9144000" y="4526280"/>
            <a:ext cx="2377440" cy="1234440"/>
          </a:xfrm>
          <a:prstGeom prst="roundRect">
            <a:avLst>
              <a:gd name="adj" fmla="val 1111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Deutsches Excel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Kommazahl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Für Geld gibt es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einen eigenen Typ.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389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Währung: genau auf zwei Nachkommastellen – damit bei Cent-Beträgen keine kleinen Fehler entstehen.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766560" y="1828800"/>
            <a:ext cx="822960" cy="118872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7680960" y="1828800"/>
            <a:ext cx="822960" cy="118872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8595360" y="1828800"/>
            <a:ext cx="822960" cy="118872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9509760" y="1828800"/>
            <a:ext cx="822960" cy="118872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10424160" y="1828800"/>
            <a:ext cx="822960" cy="118872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42416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182880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9509760" y="3246120"/>
            <a:ext cx="1737360" cy="0"/>
          </a:xfrm>
          <a:prstGeom prst="line">
            <a:avLst/>
          </a:prstGeom>
          <a:noFill/>
          <a:ln w="50800">
            <a:solidFill>
              <a:srgbClr val="26720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genau 2 Nachkommastellen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83680" y="4297680"/>
            <a:ext cx="4937760" cy="1280160"/>
          </a:xfrm>
          <a:prstGeom prst="roundRect">
            <a:avLst>
              <a:gd name="adj" fmla="val 1071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4297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Beispiel: 12,50 € – ohne Rundungsfehler bei den Cent.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· Datum und Uhrzeit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Datenbank kennt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den Kalender.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Englisch: Date und Time. Sie rechnet Tage aus und berechnet dein Alter automatisch.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4663440"/>
          </a:xfrm>
          <a:prstGeom prst="roundRect">
            <a:avLst>
              <a:gd name="adj" fmla="val 294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4937760" cy="731520"/>
          </a:xfrm>
          <a:prstGeom prst="roundRect">
            <a:avLst>
              <a:gd name="adj" fmla="val 1875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914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Februar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7208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208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066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924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782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4640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40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1498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498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835640" y="182880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835640" y="182880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208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208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066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066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924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924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7782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782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4640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640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01498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498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0835640" y="2487168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835640" y="2487168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7208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7208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4066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066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0924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924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87782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782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94640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4640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01498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1498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10835640" y="3145536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835640" y="3145536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7208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7208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74066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4066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80924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924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87782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7782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94640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4640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101498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01498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10835640" y="3803904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835640" y="380390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720840" y="4526280"/>
            <a:ext cx="603504" cy="548640"/>
          </a:xfrm>
          <a:prstGeom prst="roundRect">
            <a:avLst>
              <a:gd name="adj" fmla="val 20000"/>
            </a:avLst>
          </a:prstGeom>
          <a:solidFill>
            <a:srgbClr val="FBFFF4"/>
          </a:solidFill>
          <a:ln w="25400">
            <a:solidFill>
              <a:srgbClr val="26720A"/>
            </a:solidFill>
            <a:prstDash val="dash"/>
          </a:ln>
        </p:spPr>
      </p:sp>
      <p:sp>
        <p:nvSpPr>
          <p:cNvPr id="66" name="Text 63"/>
          <p:cNvSpPr txBox="1"/>
          <p:nvPr/>
        </p:nvSpPr>
        <p:spPr>
          <a:xfrm>
            <a:off x="6720840" y="4526280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29?</a:t>
            </a:r>
            <a:endParaRPr lang="en-US" sz="1300" dirty="0"/>
          </a:p>
        </p:txBody>
      </p:sp>
      <p:sp>
        <p:nvSpPr>
          <p:cNvPr id="67" name="Text 64"/>
          <p:cNvSpPr txBox="1"/>
          <p:nvPr/>
        </p:nvSpPr>
        <p:spPr>
          <a:xfrm>
            <a:off x="749808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 oder 29 Tage – das weiß die Datenbank.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· Ja/Nein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Ja/Nein kennt nur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zwei Werte.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Englisch: Boolean – auch Kontrollkästchen genannt. Fast kein Speicherplatz, ideal zum Filtern.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822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Gebühr bezahlt?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137160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25400">
            <a:solidFill>
              <a:srgbClr val="B8D9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122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6905549" y="1726387"/>
            <a:ext cx="124358" cy="73152"/>
          </a:xfrm>
          <a:prstGeom prst="roundRect">
            <a:avLst>
              <a:gd name="adj" fmla="val 375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18900000">
            <a:off x="6956755" y="1675181"/>
            <a:ext cx="256032" cy="73152"/>
          </a:xfrm>
          <a:prstGeom prst="roundRect">
            <a:avLst>
              <a:gd name="adj" fmla="val 375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438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0" y="224028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FFF4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438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83680" y="310896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25400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905549" y="3463747"/>
            <a:ext cx="124358" cy="73152"/>
          </a:xfrm>
          <a:prstGeom prst="roundRect">
            <a:avLst>
              <a:gd name="adj" fmla="val 375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18900000">
            <a:off x="6956755" y="3412541"/>
            <a:ext cx="256032" cy="73152"/>
          </a:xfrm>
          <a:prstGeom prst="roundRect">
            <a:avLst>
              <a:gd name="adj" fmla="val 375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43800" y="3108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Clara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583680" y="397764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25400">
            <a:solidFill>
              <a:srgbClr val="FF7A4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1228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FFF4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4380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David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583680" y="4937760"/>
            <a:ext cx="4937760" cy="777240"/>
          </a:xfrm>
          <a:prstGeom prst="roundRect">
            <a:avLst>
              <a:gd name="adj" fmla="val 4705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4937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Zeige mir alle, die noch nicht bezahlt haben.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· Weitere Datentypen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 nach Programm gibt es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noch mehr.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Zum Beispiel für Links, Bilder, feste Auswahl und automatische Zähler.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12280" y="1188720"/>
            <a:ext cx="822960" cy="82296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325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Hyperlink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Internetadressen zum Anklicken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0" y="91440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72600" y="1188720"/>
            <a:ext cx="822960" cy="82296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72600" y="1325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Anlage / Bild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37260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Fotos oder Dokumente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58368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3794760"/>
            <a:ext cx="822960" cy="82296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3931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4800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Auswahlliste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812280" y="5212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nur 1a, 1b oder 1c erlaubt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44000" y="3520440"/>
            <a:ext cx="2377440" cy="2423160"/>
          </a:xfrm>
          <a:prstGeom prst="roundRect">
            <a:avLst>
              <a:gd name="adj" fmla="val 5769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372600" y="3794760"/>
            <a:ext cx="822960" cy="82296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72600" y="3931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372600" y="4800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AutoWert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9372600" y="5212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zählt automatisch hoch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Primärschlüssel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Jeder Datensatz bekommt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eine eigene ID.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72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 kann zwei „Anna Huber“ geben – die ID 17 gehört nur einer von beiden.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675120" y="1920240"/>
            <a:ext cx="1097280" cy="731520"/>
          </a:xfrm>
          <a:prstGeom prst="rect">
            <a:avLst/>
          </a:prstGeom>
          <a:solidFill>
            <a:srgbClr val="26720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0" y="1920240"/>
            <a:ext cx="1828800" cy="731520"/>
          </a:xfrm>
          <a:prstGeom prst="rect">
            <a:avLst/>
          </a:prstGeom>
          <a:solidFill>
            <a:srgbClr val="12301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Vorname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01200" y="1920240"/>
            <a:ext cx="1828800" cy="731520"/>
          </a:xfrm>
          <a:prstGeom prst="rect">
            <a:avLst/>
          </a:prstGeom>
          <a:solidFill>
            <a:srgbClr val="12301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9264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Nachname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675120" y="2651760"/>
            <a:ext cx="1097280" cy="73152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2651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772400" y="2651760"/>
            <a:ext cx="1828800" cy="73152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601200" y="2651760"/>
            <a:ext cx="1828800" cy="73152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Huber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675120" y="3383280"/>
            <a:ext cx="1097280" cy="73152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33832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772400" y="3383280"/>
            <a:ext cx="1828800" cy="73152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9601200" y="3383280"/>
            <a:ext cx="1828800" cy="73152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Huber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675120" y="4114800"/>
            <a:ext cx="1097280" cy="73152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6656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772400" y="4114800"/>
            <a:ext cx="1828800" cy="73152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63840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601200" y="4114800"/>
            <a:ext cx="1828800" cy="73152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92640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Maier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766560" y="1143000"/>
            <a:ext cx="457200" cy="45720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23760" y="1371600"/>
            <a:ext cx="640080" cy="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35240" y="1371600"/>
            <a:ext cx="0" cy="18288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18120" y="1371600"/>
            <a:ext cx="0" cy="137160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0" y="1143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Primärschlüssel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675120" y="502920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67512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Meist: Ganzzahl, automatisch hochgezählt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Zum Mitdenken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Welche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Datentypen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passen?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Pausiere das Video und probiere es selbst.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777240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777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966960" y="859536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9966960" y="8595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1435608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14356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Vor- und Nachname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966960" y="1517904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9966960" y="15179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2093976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20939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Geburtsdatum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966960" y="2176272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9966960" y="21762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0" y="2752344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27523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Klasse (z. B. „2b“)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966960" y="283464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996696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0" y="3410712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0" y="3410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Körpergröße in Metern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966960" y="3493008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9966960" y="34930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583680" y="4069080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069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Anzahl der Geschwister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966960" y="4151376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9966960" y="41513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83680" y="4727448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0" y="47274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Telefonnummer der Eltern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966960" y="4809744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9966960" y="48097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583680" y="5385816"/>
            <a:ext cx="4937760" cy="566928"/>
          </a:xfrm>
          <a:prstGeom prst="roundRect">
            <a:avLst>
              <a:gd name="adj" fmla="val 24194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66560" y="53858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Angemeldet zur Skiwoche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9966960" y="5468112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B1FF37"/>
          </a:solidFill>
          <a:ln w="19050">
            <a:solidFill>
              <a:srgbClr val="12301A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9966960" y="5468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Auflösung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Hast du bei der Telefonnummer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richtig gelegen?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– denn du rechnest nicht damit.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777240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7772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0" y="850392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0" y="8503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Ganzzahl (AutoWert)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1435608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14356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Vor- und Nachname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0" y="1508760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0" y="15087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0" y="2093976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20939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Geburtsdatum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0" y="2167128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0" y="216712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752344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27523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Klasse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0" y="2825496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0" y="282549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 / Auswahlliste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0" y="3410712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0" y="3410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Körpergröße (m)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144000" y="3483864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0" y="348386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Kommazahl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0" y="4069080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0690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Geschwister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144000" y="4142232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0" y="414223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Ganzzahl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83680" y="4727448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38100">
            <a:solidFill>
              <a:srgbClr val="26720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66560" y="47274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Telefon der Eltern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144000" y="4800600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0" y="480060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583680" y="5385816"/>
            <a:ext cx="4937760" cy="566928"/>
          </a:xfrm>
          <a:prstGeom prst="roundRect">
            <a:avLst>
              <a:gd name="adj" fmla="val 19355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766560" y="53858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Skiwoche angemeldet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9144000" y="5458968"/>
            <a:ext cx="2240280" cy="420624"/>
          </a:xfrm>
          <a:prstGeom prst="roundRect">
            <a:avLst>
              <a:gd name="adj" fmla="val 1739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0" y="545896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Ja/Nein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Häufige Fehler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Drei typische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Fehler.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583680" y="914400"/>
            <a:ext cx="4937760" cy="1600200"/>
          </a:xfrm>
          <a:prstGeom prst="roundRect">
            <a:avLst>
              <a:gd name="adj" fmla="val 857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0" y="1143000"/>
            <a:ext cx="640080" cy="6400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280160"/>
            <a:ext cx="365760" cy="36576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Alles als Text speichern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Später klappen Sortieren, Filtern und Rechnen nicht richtig.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2697480"/>
            <a:ext cx="4937760" cy="1600200"/>
          </a:xfrm>
          <a:prstGeom prst="roundRect">
            <a:avLst>
              <a:gd name="adj" fmla="val 857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926080"/>
            <a:ext cx="640080" cy="6400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3063240"/>
            <a:ext cx="365760" cy="36576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Zahl statt Text wählen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Zum Beispiel bei der Telefonnummer.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0" y="4480560"/>
            <a:ext cx="4937760" cy="1600200"/>
          </a:xfrm>
          <a:prstGeom prst="roundRect">
            <a:avLst>
              <a:gd name="adj" fmla="val 8571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4709160"/>
            <a:ext cx="640080" cy="64008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0" y="4846320"/>
            <a:ext cx="365760" cy="36576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Datum als Text schreiben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5257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„5. März“: Die Datenbank kann nicht ausrechnen, was davor oder danach liegt.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Zusammenfassung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hast du </a:t>
            </a:r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gelernt.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023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richtige Datentyp verhindert Fehler und ermöglicht Rechnen, Sortieren und Filtern.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82296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005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822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 · 0664 1234567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0" y="19202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10312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2103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Ganzzahl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· 17 · 2025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0" y="30175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32004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Kommazahl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3017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 · 48,7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583680" y="41148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42976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0" y="4297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 / Uhrzeit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12.03.2012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83680" y="521208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53949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5394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Ja/Nein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5212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angemeldet: ja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 dir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Rechnest du damit? Dann ist es eine Zahl. Rechnest du nicht damit? Dann meist Text.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40080" y="457200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572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1,65 → Zahl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206240" y="457200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06240" y="4572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0664 → Text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875520" y="-182880"/>
            <a:ext cx="2926080" cy="292608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15600" y="457200"/>
            <a:ext cx="1645920" cy="164592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109960" y="1051560"/>
            <a:ext cx="457200" cy="4572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 zum nächsten Mal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14300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Hat dir das Video gefallen? Lass gern ein Abo da.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 nächsten Video bauen wir gemeinsam eine kleine Datenbank auf.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5120640"/>
            <a:ext cx="7680960" cy="868680"/>
          </a:xfrm>
          <a:prstGeom prst="roundRect">
            <a:avLst>
              <a:gd name="adj" fmla="val 2105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120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Videos auf Cleverbox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TikTok-Algorithmus – Erklärvideo Slides</dc:title>
  <dc:subject>PptxGenJS Presentation</dc:subject>
  <dc:creator>Cleverbox</dc:creator>
  <cp:lastModifiedBy>Cleverbox</cp:lastModifiedBy>
  <cp:revision>1</cp:revision>
  <dcterms:created xsi:type="dcterms:W3CDTF">2026-10-10T12:17:38Z</dcterms:created>
  <dcterms:modified xsi:type="dcterms:W3CDTF">2026-10-10T12:17:38Z</dcterms:modified>
</cp:coreProperties>
</file>